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45" r:id="rId2"/>
    <p:sldId id="346" r:id="rId3"/>
    <p:sldId id="347" r:id="rId4"/>
    <p:sldId id="348" r:id="rId5"/>
    <p:sldId id="349" r:id="rId6"/>
    <p:sldId id="351" r:id="rId7"/>
    <p:sldId id="353" r:id="rId8"/>
    <p:sldId id="355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5422"/>
    <a:srgbClr val="562400"/>
    <a:srgbClr val="009385"/>
    <a:srgbClr val="0C2E26"/>
    <a:srgbClr val="83CFC4"/>
    <a:srgbClr val="D1EDE9"/>
    <a:srgbClr val="7D5AA6"/>
    <a:srgbClr val="195E4D"/>
    <a:srgbClr val="48B8A8"/>
    <a:srgbClr val="90D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305" autoAdjust="0"/>
  </p:normalViewPr>
  <p:slideViewPr>
    <p:cSldViewPr snapToGrid="0">
      <p:cViewPr>
        <p:scale>
          <a:sx n="142" d="100"/>
          <a:sy n="142" d="100"/>
        </p:scale>
        <p:origin x="948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819B8-BA47-45D5-9030-DB5A1175AEF3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3392-0FB8-44EC-95E9-E05DBE72EA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4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比本地群落的进化历史更独特还是更不独特的物种可以成功归化？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468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比本地群落的进化历史更独特还是更不独特的物种可以成功归化？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616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154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7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223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913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657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283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790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4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74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289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763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190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449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Impacts of species naturalization on phylogenetic turnover: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introduced from region 1 to region 2;</a:t>
            </a:r>
          </a:p>
          <a:p>
            <a:pPr marL="228600" indent="-228600">
              <a:buAutoNum type="arabicPeriod"/>
            </a:pPr>
            <a:r>
              <a:rPr lang="en-US" altLang="zh-CN" dirty="0"/>
              <a:t>Species a and b introduced from region 3  to region 1 and 2 respectively.</a:t>
            </a:r>
          </a:p>
          <a:p>
            <a:pPr marL="228600" indent="-228600">
              <a:buAutoNum type="arabicPeriod"/>
            </a:pPr>
            <a:r>
              <a:rPr lang="zh-CN" altLang="en-US" dirty="0"/>
              <a:t>系统发育树和群落需要分开表示，形状和颜色需要表征其绝对的独特性和相对关系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物种太多了，可以少一些物种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e</a:t>
            </a:r>
            <a:r>
              <a:rPr lang="zh-CN" altLang="en-US" dirty="0"/>
              <a:t>图需要强调只有两种情况</a:t>
            </a:r>
            <a:endParaRPr lang="en-US" altLang="zh-CN" dirty="0"/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F7491-9238-48A1-944B-413D3D7A2ED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9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EE5FE-2A6F-45C8-8B18-CD733D150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5BC780-7E4D-4728-B1A5-DBD432DB6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7CBBA-73E3-4BB8-A59B-28C0565B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3CB05E-B260-4979-9780-B8620226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302A2C-0B41-47DD-9861-236B8CD4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27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19CAA-2DFD-4343-BAB0-1119E048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009AC-9C82-4838-B3B7-887BCE644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B7B4A2-5353-44AF-9C49-83C5CF15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3DEA2-CEEF-43D3-AA51-94753BDC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05691-7DAE-4384-846B-16AFE923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5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DC7446-4969-468B-8B0E-16822EC2E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B147D4-B513-4831-BE9A-11C6F336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F35A9D-89A2-4FA2-A8A3-263F0CE8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F800F-6DFD-4E78-BCD7-40741F43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547D8-7A07-4CAA-AACF-A774DEF5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40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2CA91-8AFE-45C3-961E-2F45A449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7C8A4D-2510-48A3-990F-F856FD63E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EBC862-88C8-4626-B461-FD3D3EF03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5A529B-D3AB-4765-8A99-D6E3A155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07240-7FFB-41C7-A196-5025A267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C3DB4E-3D99-4E12-9FB9-385822DA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0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A593C-9111-4E71-8728-3AE9ED88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5352A2-5A99-4ACD-9EE2-209447B37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3F2668-280F-4F39-A0C7-09412467B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A9DB84-1DC6-4F27-96F3-EE4DE1526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746FAE-BAC8-4B2D-95BA-4FB77962E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D36E84-0343-44F9-98EA-B4279DA5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E0385F-96FF-49DD-8C06-4F16FFCE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5EB8BE-D297-4B19-A4F2-6939F9A6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7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E1C4B-A5CD-42A7-8D42-6EC502A6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7D64A4-8DC9-4E8F-A796-3D8D273D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564FFA-8738-4626-B400-09047FC3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50AC0B-3600-45DE-860F-F8C6827C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41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DD41B6-3CF0-41C2-AB0A-1B7D8A46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AEFB0-839A-4E36-86AC-DA73DAD6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69DDB1-2EC5-4E44-9E9F-4829A51B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93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99648-E1D3-42D6-BA5C-520BEC01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B1C12-4571-4B40-ADAA-3FB06435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AE8045-406C-43A7-A400-5A306F328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DAF0CC-851F-47FF-A9D5-13357400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C9CA34-6300-4BA4-87B5-E6B280DF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43278E-E98A-4038-AE75-E86D9087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51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4E412-708F-4454-8372-1FA91E99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3B6EBC-F7B3-4A68-A1EC-8538DC22E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B40AD5-0947-42F0-8496-402DF5E8C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CA133D-BEBB-47B1-A88D-797A05BDE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56ED7D-6C37-478D-A4E2-C7F4010E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39BA30-DED3-45BB-BD5A-5490EDD5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103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A0875-5629-4A1C-BAC1-8146445D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CCDB24-6837-4498-8778-B7A99466A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3A3519-B91D-406B-AE73-54D47B7B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3254AD-ABE9-4738-A5B4-55173BA20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FECF19-B78D-4B2E-8AA2-836AA39C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42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FF5C45-CD56-4B1F-8698-31FA83D7B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7E4036-FEA6-4278-B662-3C09E3732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7AB97-DF77-4B2C-BC69-5A3E7AE8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507BF2-DA46-432F-B6AB-FCA5A623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40FF9-8D6E-47B9-B6D6-D16417F5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40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A11E8A-374B-4E0B-9C7C-B1BAD892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C2B2F4-F841-43CB-83BC-0A22E9074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71332-FD06-41C7-86B3-1140CC9DF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4C84A-C40C-4D03-9DB7-7205CD3D4815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F9686-6C8B-4D62-A7AF-82DF92BB4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C7A0DE-78EB-45FA-AB03-70EDB259F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C016E-DB48-4A44-A3A8-E9FEB1B90F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19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5CAE075A-7702-4933-90C1-F1B5A5093302}"/>
              </a:ext>
            </a:extLst>
          </p:cNvPr>
          <p:cNvGrpSpPr/>
          <p:nvPr/>
        </p:nvGrpSpPr>
        <p:grpSpPr>
          <a:xfrm>
            <a:off x="1213664" y="-41152"/>
            <a:ext cx="8932469" cy="6440710"/>
            <a:chOff x="1213664" y="-41152"/>
            <a:chExt cx="8932469" cy="6440710"/>
          </a:xfrm>
        </p:grpSpPr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4CF33ABF-C12C-4F98-BB07-C505F07AC898}"/>
                </a:ext>
              </a:extLst>
            </p:cNvPr>
            <p:cNvGrpSpPr/>
            <p:nvPr/>
          </p:nvGrpSpPr>
          <p:grpSpPr>
            <a:xfrm>
              <a:off x="4312456" y="1885123"/>
              <a:ext cx="540000" cy="1908000"/>
              <a:chOff x="5861088" y="1989571"/>
              <a:chExt cx="540000" cy="1908000"/>
            </a:xfrm>
          </p:grpSpPr>
          <p:sp>
            <p:nvSpPr>
              <p:cNvPr id="179" name="矩形: 圆角 178">
                <a:extLst>
                  <a:ext uri="{FF2B5EF4-FFF2-40B4-BE49-F238E27FC236}">
                    <a16:creationId xmlns:a16="http://schemas.microsoft.com/office/drawing/2014/main" id="{8CB41872-6E8B-4EC5-8D44-55D81F2BF2B9}"/>
                  </a:ext>
                </a:extLst>
              </p:cNvPr>
              <p:cNvSpPr/>
              <p:nvPr/>
            </p:nvSpPr>
            <p:spPr>
              <a:xfrm>
                <a:off x="5861088" y="1989571"/>
                <a:ext cx="540000" cy="19080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AFB602E1-B290-45A6-BFF5-4F7F17FA2F5C}"/>
                  </a:ext>
                </a:extLst>
              </p:cNvPr>
              <p:cNvSpPr/>
              <p:nvPr/>
            </p:nvSpPr>
            <p:spPr>
              <a:xfrm rot="5400000">
                <a:off x="6015545" y="2654628"/>
                <a:ext cx="242390" cy="242390"/>
              </a:xfrm>
              <a:prstGeom prst="rect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86861861-9597-4443-94EF-083F41C17257}"/>
                  </a:ext>
                </a:extLst>
              </p:cNvPr>
              <p:cNvSpPr/>
              <p:nvPr/>
            </p:nvSpPr>
            <p:spPr>
              <a:xfrm rot="5400000">
                <a:off x="6018641" y="3050947"/>
                <a:ext cx="242390" cy="242390"/>
              </a:xfrm>
              <a:prstGeom prst="rect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414EFB45-D115-4063-AA24-4E98AF8DE235}"/>
                  </a:ext>
                </a:extLst>
              </p:cNvPr>
              <p:cNvSpPr/>
              <p:nvPr/>
            </p:nvSpPr>
            <p:spPr>
              <a:xfrm rot="5400000">
                <a:off x="6023077" y="3433071"/>
                <a:ext cx="242390" cy="242390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B701C185-8208-45EE-A310-30CC27D9316E}"/>
                </a:ext>
              </a:extLst>
            </p:cNvPr>
            <p:cNvGrpSpPr/>
            <p:nvPr/>
          </p:nvGrpSpPr>
          <p:grpSpPr>
            <a:xfrm>
              <a:off x="2478742" y="1885123"/>
              <a:ext cx="540000" cy="1908000"/>
              <a:chOff x="3595958" y="4317831"/>
              <a:chExt cx="540000" cy="1908000"/>
            </a:xfrm>
          </p:grpSpPr>
          <p:sp>
            <p:nvSpPr>
              <p:cNvPr id="175" name="矩形: 圆角 174">
                <a:extLst>
                  <a:ext uri="{FF2B5EF4-FFF2-40B4-BE49-F238E27FC236}">
                    <a16:creationId xmlns:a16="http://schemas.microsoft.com/office/drawing/2014/main" id="{B6635CDB-7A07-4632-852B-B964E1F49474}"/>
                  </a:ext>
                </a:extLst>
              </p:cNvPr>
              <p:cNvSpPr/>
              <p:nvPr/>
            </p:nvSpPr>
            <p:spPr>
              <a:xfrm>
                <a:off x="3595958" y="4317831"/>
                <a:ext cx="540000" cy="19080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等腰三角形 175">
                <a:extLst>
                  <a:ext uri="{FF2B5EF4-FFF2-40B4-BE49-F238E27FC236}">
                    <a16:creationId xmlns:a16="http://schemas.microsoft.com/office/drawing/2014/main" id="{FA853499-F4EC-4D68-9F39-FE62544C0020}"/>
                  </a:ext>
                </a:extLst>
              </p:cNvPr>
              <p:cNvSpPr/>
              <p:nvPr/>
            </p:nvSpPr>
            <p:spPr>
              <a:xfrm>
                <a:off x="3762200" y="5763415"/>
                <a:ext cx="242390" cy="242390"/>
              </a:xfrm>
              <a:prstGeom prst="triangle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等腰三角形 176">
                <a:extLst>
                  <a:ext uri="{FF2B5EF4-FFF2-40B4-BE49-F238E27FC236}">
                    <a16:creationId xmlns:a16="http://schemas.microsoft.com/office/drawing/2014/main" id="{B64F8952-D861-4DF5-9D7C-2FC84D43AC32}"/>
                  </a:ext>
                </a:extLst>
              </p:cNvPr>
              <p:cNvSpPr/>
              <p:nvPr/>
            </p:nvSpPr>
            <p:spPr>
              <a:xfrm>
                <a:off x="3755924" y="4976867"/>
                <a:ext cx="242390" cy="242390"/>
              </a:xfrm>
              <a:prstGeom prst="triangle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4B959504-0B8F-4FD6-97EB-110874022AB9}"/>
                </a:ext>
              </a:extLst>
            </p:cNvPr>
            <p:cNvGrpSpPr/>
            <p:nvPr/>
          </p:nvGrpSpPr>
          <p:grpSpPr>
            <a:xfrm>
              <a:off x="6039041" y="4478292"/>
              <a:ext cx="540000" cy="1908000"/>
              <a:chOff x="7596614" y="1936385"/>
              <a:chExt cx="540000" cy="1908000"/>
            </a:xfrm>
          </p:grpSpPr>
          <p:sp>
            <p:nvSpPr>
              <p:cNvPr id="166" name="矩形: 圆角 165">
                <a:extLst>
                  <a:ext uri="{FF2B5EF4-FFF2-40B4-BE49-F238E27FC236}">
                    <a16:creationId xmlns:a16="http://schemas.microsoft.com/office/drawing/2014/main" id="{2B59F978-2C49-4A7C-932B-3E0960A1BEA3}"/>
                  </a:ext>
                </a:extLst>
              </p:cNvPr>
              <p:cNvSpPr/>
              <p:nvPr/>
            </p:nvSpPr>
            <p:spPr>
              <a:xfrm>
                <a:off x="7596614" y="1936385"/>
                <a:ext cx="540000" cy="19080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五边形 167">
                <a:extLst>
                  <a:ext uri="{FF2B5EF4-FFF2-40B4-BE49-F238E27FC236}">
                    <a16:creationId xmlns:a16="http://schemas.microsoft.com/office/drawing/2014/main" id="{B56A87E0-B3AE-464C-B1CC-2742CF4D36B8}"/>
                  </a:ext>
                </a:extLst>
              </p:cNvPr>
              <p:cNvSpPr/>
              <p:nvPr/>
            </p:nvSpPr>
            <p:spPr>
              <a:xfrm>
                <a:off x="7767084" y="2566743"/>
                <a:ext cx="242390" cy="242390"/>
              </a:xfrm>
              <a:prstGeom prst="pentagon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五边形 168">
                <a:extLst>
                  <a:ext uri="{FF2B5EF4-FFF2-40B4-BE49-F238E27FC236}">
                    <a16:creationId xmlns:a16="http://schemas.microsoft.com/office/drawing/2014/main" id="{FC689027-1906-4815-B1D5-15454E3B97C5}"/>
                  </a:ext>
                </a:extLst>
              </p:cNvPr>
              <p:cNvSpPr/>
              <p:nvPr/>
            </p:nvSpPr>
            <p:spPr>
              <a:xfrm>
                <a:off x="7767084" y="2994669"/>
                <a:ext cx="242390" cy="242390"/>
              </a:xfrm>
              <a:prstGeom prst="pentagon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五边形 169">
                <a:extLst>
                  <a:ext uri="{FF2B5EF4-FFF2-40B4-BE49-F238E27FC236}">
                    <a16:creationId xmlns:a16="http://schemas.microsoft.com/office/drawing/2014/main" id="{97E5D683-69E8-45EF-B919-4BCABC433516}"/>
                  </a:ext>
                </a:extLst>
              </p:cNvPr>
              <p:cNvSpPr/>
              <p:nvPr/>
            </p:nvSpPr>
            <p:spPr>
              <a:xfrm>
                <a:off x="7763475" y="3364834"/>
                <a:ext cx="242390" cy="242390"/>
              </a:xfrm>
              <a:prstGeom prst="pentagon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807FBEE6-D7CE-49BC-9BB2-2C72A35CE50D}"/>
                </a:ext>
              </a:extLst>
            </p:cNvPr>
            <p:cNvGrpSpPr/>
            <p:nvPr/>
          </p:nvGrpSpPr>
          <p:grpSpPr>
            <a:xfrm>
              <a:off x="5440885" y="4472119"/>
              <a:ext cx="540000" cy="1908000"/>
              <a:chOff x="7596614" y="1936385"/>
              <a:chExt cx="540000" cy="1908000"/>
            </a:xfrm>
          </p:grpSpPr>
          <p:sp>
            <p:nvSpPr>
              <p:cNvPr id="160" name="矩形: 圆角 159">
                <a:extLst>
                  <a:ext uri="{FF2B5EF4-FFF2-40B4-BE49-F238E27FC236}">
                    <a16:creationId xmlns:a16="http://schemas.microsoft.com/office/drawing/2014/main" id="{424DD83D-94E9-4222-8BFC-CF1426796E9C}"/>
                  </a:ext>
                </a:extLst>
              </p:cNvPr>
              <p:cNvSpPr/>
              <p:nvPr/>
            </p:nvSpPr>
            <p:spPr>
              <a:xfrm>
                <a:off x="7596614" y="1936385"/>
                <a:ext cx="540000" cy="1908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五边形 160">
                <a:extLst>
                  <a:ext uri="{FF2B5EF4-FFF2-40B4-BE49-F238E27FC236}">
                    <a16:creationId xmlns:a16="http://schemas.microsoft.com/office/drawing/2014/main" id="{82A74E63-98A6-4A4A-85AA-73989140CCFA}"/>
                  </a:ext>
                </a:extLst>
              </p:cNvPr>
              <p:cNvSpPr/>
              <p:nvPr/>
            </p:nvSpPr>
            <p:spPr>
              <a:xfrm>
                <a:off x="7756124" y="2170145"/>
                <a:ext cx="242390" cy="242390"/>
              </a:xfrm>
              <a:prstGeom prst="pentagon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五边形 161">
                <a:extLst>
                  <a:ext uri="{FF2B5EF4-FFF2-40B4-BE49-F238E27FC236}">
                    <a16:creationId xmlns:a16="http://schemas.microsoft.com/office/drawing/2014/main" id="{2AFC1FCD-7E69-4684-B246-B5CC9EDD665E}"/>
                  </a:ext>
                </a:extLst>
              </p:cNvPr>
              <p:cNvSpPr/>
              <p:nvPr/>
            </p:nvSpPr>
            <p:spPr>
              <a:xfrm>
                <a:off x="7767084" y="2566743"/>
                <a:ext cx="242390" cy="242390"/>
              </a:xfrm>
              <a:prstGeom prst="pentagon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五边形 162">
                <a:extLst>
                  <a:ext uri="{FF2B5EF4-FFF2-40B4-BE49-F238E27FC236}">
                    <a16:creationId xmlns:a16="http://schemas.microsoft.com/office/drawing/2014/main" id="{F3F8475B-836E-47AA-9A38-B114CE5F8686}"/>
                  </a:ext>
                </a:extLst>
              </p:cNvPr>
              <p:cNvSpPr/>
              <p:nvPr/>
            </p:nvSpPr>
            <p:spPr>
              <a:xfrm>
                <a:off x="7767084" y="3001493"/>
                <a:ext cx="242390" cy="242390"/>
              </a:xfrm>
              <a:prstGeom prst="pentagon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2D9C9F-3FF4-44B0-B1D9-BAD4BE9530C6}"/>
                </a:ext>
              </a:extLst>
            </p:cNvPr>
            <p:cNvSpPr txBox="1"/>
            <p:nvPr/>
          </p:nvSpPr>
          <p:spPr>
            <a:xfrm>
              <a:off x="1569647" y="1517761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29131F5-6896-475B-B0EF-1A192A8C8040}"/>
                </a:ext>
              </a:extLst>
            </p:cNvPr>
            <p:cNvSpPr/>
            <p:nvPr/>
          </p:nvSpPr>
          <p:spPr>
            <a:xfrm rot="13574978">
              <a:off x="4211094" y="2267862"/>
              <a:ext cx="106372" cy="360000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015469A-838C-47B2-94AF-C3ECBAF15117}"/>
                </a:ext>
              </a:extLst>
            </p:cNvPr>
            <p:cNvSpPr txBox="1"/>
            <p:nvPr/>
          </p:nvSpPr>
          <p:spPr>
            <a:xfrm>
              <a:off x="4049366" y="2154519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A5A5A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6316E68-A0D5-4137-843A-353E9510ED5B}"/>
                </a:ext>
              </a:extLst>
            </p:cNvPr>
            <p:cNvSpPr txBox="1"/>
            <p:nvPr/>
          </p:nvSpPr>
          <p:spPr>
            <a:xfrm>
              <a:off x="3501757" y="1517761"/>
              <a:ext cx="179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48D0364-AFF0-46A3-89B3-9F5AC50B8495}"/>
                </a:ext>
              </a:extLst>
            </p:cNvPr>
            <p:cNvSpPr txBox="1"/>
            <p:nvPr/>
          </p:nvSpPr>
          <p:spPr>
            <a:xfrm>
              <a:off x="5160621" y="1517761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DA266AEE-1063-41FA-A20D-E4F9F44D5AFA}"/>
                </a:ext>
              </a:extLst>
            </p:cNvPr>
            <p:cNvGrpSpPr/>
            <p:nvPr/>
          </p:nvGrpSpPr>
          <p:grpSpPr>
            <a:xfrm>
              <a:off x="1562823" y="-41152"/>
              <a:ext cx="4893129" cy="1399426"/>
              <a:chOff x="922365" y="600666"/>
              <a:chExt cx="7267319" cy="2078440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562D9F1-EE6D-47F8-8643-EC7BDE93F2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71363" y="1354763"/>
                <a:ext cx="5728723" cy="891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AAD76FCB-33F2-4DC0-8BAF-1BB7619DF3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037640" y="1877483"/>
                <a:ext cx="72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C1C5BD6B-32B2-4CFC-9B18-BFBC7809B0B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640096" y="1873198"/>
                <a:ext cx="72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EA0A44F-72A3-4E39-BCAE-2997BBE2F0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3375" y="1526400"/>
                <a:ext cx="0" cy="720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37186A97-7A28-4E9B-9AD7-26D79C7C00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23643" y="1526400"/>
                <a:ext cx="0" cy="720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6BFCC1D-EFBD-41CD-AC48-C72460B57D1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5098091" y="1537563"/>
                <a:ext cx="3655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1193214B-85EE-4556-8D10-5EC44DFA234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296560" y="1351328"/>
                <a:ext cx="1" cy="73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CD4BDCAD-7C5D-41B6-8EC9-AB4299DB358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5392977" y="1981222"/>
                <a:ext cx="532311" cy="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5D3AD80-51CB-422D-8321-B7411BB451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668316" y="1982864"/>
                <a:ext cx="532311" cy="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034DC0F3-A225-4F84-A519-4A2E5DE398F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3766317" y="1537563"/>
                <a:ext cx="3655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C48BBC2-9F6E-40B5-8EB2-942E167004B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973598" y="1354603"/>
                <a:ext cx="1" cy="7314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6949607-1FFB-42A8-B2E4-F06F74DB2DF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058426" y="1986482"/>
                <a:ext cx="532311" cy="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6BD5C26-51BC-41AA-9E83-85BAB8F1A8A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349097" y="1982864"/>
                <a:ext cx="532311" cy="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A185AAA-B6F0-424B-ABFD-78ADE0C726A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800427" y="1537563"/>
                <a:ext cx="3655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3AB4138-92A4-44EA-8731-B88D66572F7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984789" y="1119128"/>
                <a:ext cx="1" cy="1202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A9125B2-E3BD-4550-BD2A-8EDD5A6C70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2472979" y="1818155"/>
                <a:ext cx="206181" cy="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5D1806C-AA9A-4E59-97A0-E91AFD6B85F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291246" y="1819638"/>
                <a:ext cx="207085" cy="646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000341E-5F34-493D-B78D-C8FD2D377A0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2571628" y="1621738"/>
                <a:ext cx="1" cy="6095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66B8D6A9-594B-470E-8EC9-93AA1D173B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713334" y="2089574"/>
                <a:ext cx="32613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243E6584-D573-4C6D-9C2F-035736690D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2108992" y="2090830"/>
                <a:ext cx="326316" cy="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E696694-98D4-4BE1-90B1-3D9362296F0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419770" y="1621067"/>
                <a:ext cx="1" cy="6095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F22EF9E3-625E-481B-B7D7-AAED364B8D2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553852" y="2088903"/>
                <a:ext cx="32613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3DB6C746-33B5-47B0-9799-25E439F7DE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961875" y="2088325"/>
                <a:ext cx="326316" cy="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1CEA7EF2-DE47-4667-9157-1B17AD09659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4689809" y="1256920"/>
                <a:ext cx="21543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五边形 66">
                <a:extLst>
                  <a:ext uri="{FF2B5EF4-FFF2-40B4-BE49-F238E27FC236}">
                    <a16:creationId xmlns:a16="http://schemas.microsoft.com/office/drawing/2014/main" id="{8D269630-EB53-456A-A76F-8C5CCED8D4D4}"/>
                  </a:ext>
                </a:extLst>
              </p:cNvPr>
              <p:cNvSpPr/>
              <p:nvPr/>
            </p:nvSpPr>
            <p:spPr>
              <a:xfrm>
                <a:off x="7829684" y="2309338"/>
                <a:ext cx="360000" cy="360000"/>
              </a:xfrm>
              <a:prstGeom prst="pentagon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等腰三角形 67">
                <a:extLst>
                  <a:ext uri="{FF2B5EF4-FFF2-40B4-BE49-F238E27FC236}">
                    <a16:creationId xmlns:a16="http://schemas.microsoft.com/office/drawing/2014/main" id="{566F4E8E-276B-4204-966C-14BBDD6D34A0}"/>
                  </a:ext>
                </a:extLst>
              </p:cNvPr>
              <p:cNvSpPr/>
              <p:nvPr/>
            </p:nvSpPr>
            <p:spPr>
              <a:xfrm>
                <a:off x="2711703" y="2309942"/>
                <a:ext cx="360000" cy="360000"/>
              </a:xfrm>
              <a:prstGeom prst="triangle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C3E79895-808A-4113-90B6-6F98CD490D08}"/>
                  </a:ext>
                </a:extLst>
              </p:cNvPr>
              <p:cNvSpPr/>
              <p:nvPr/>
            </p:nvSpPr>
            <p:spPr>
              <a:xfrm rot="5400000">
                <a:off x="5466194" y="2319106"/>
                <a:ext cx="360000" cy="360000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五边形 69">
                <a:extLst>
                  <a:ext uri="{FF2B5EF4-FFF2-40B4-BE49-F238E27FC236}">
                    <a16:creationId xmlns:a16="http://schemas.microsoft.com/office/drawing/2014/main" id="{6926C4B0-C6AA-4861-BED2-4B1B65129659}"/>
                  </a:ext>
                </a:extLst>
              </p:cNvPr>
              <p:cNvSpPr/>
              <p:nvPr/>
            </p:nvSpPr>
            <p:spPr>
              <a:xfrm>
                <a:off x="7224205" y="2311237"/>
                <a:ext cx="360000" cy="360000"/>
              </a:xfrm>
              <a:prstGeom prst="pentagon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五边形 70">
                <a:extLst>
                  <a:ext uri="{FF2B5EF4-FFF2-40B4-BE49-F238E27FC236}">
                    <a16:creationId xmlns:a16="http://schemas.microsoft.com/office/drawing/2014/main" id="{4F1E17E7-6158-449B-8D92-4BBB9AA32E6C}"/>
                  </a:ext>
                </a:extLst>
              </p:cNvPr>
              <p:cNvSpPr/>
              <p:nvPr/>
            </p:nvSpPr>
            <p:spPr>
              <a:xfrm>
                <a:off x="6642660" y="2315905"/>
                <a:ext cx="360000" cy="360000"/>
              </a:xfrm>
              <a:prstGeom prst="pentagon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五边形 71">
                <a:extLst>
                  <a:ext uri="{FF2B5EF4-FFF2-40B4-BE49-F238E27FC236}">
                    <a16:creationId xmlns:a16="http://schemas.microsoft.com/office/drawing/2014/main" id="{A9950F22-179A-43DC-B464-BA2EC6678557}"/>
                  </a:ext>
                </a:extLst>
              </p:cNvPr>
              <p:cNvSpPr/>
              <p:nvPr/>
            </p:nvSpPr>
            <p:spPr>
              <a:xfrm>
                <a:off x="6046504" y="2315905"/>
                <a:ext cx="360000" cy="360000"/>
              </a:xfrm>
              <a:prstGeom prst="pentagon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等腰三角形 72">
                <a:extLst>
                  <a:ext uri="{FF2B5EF4-FFF2-40B4-BE49-F238E27FC236}">
                    <a16:creationId xmlns:a16="http://schemas.microsoft.com/office/drawing/2014/main" id="{BCAB281C-FA65-4ACB-B1E4-82488A887911}"/>
                  </a:ext>
                </a:extLst>
              </p:cNvPr>
              <p:cNvSpPr/>
              <p:nvPr/>
            </p:nvSpPr>
            <p:spPr>
              <a:xfrm>
                <a:off x="2096402" y="2309338"/>
                <a:ext cx="360000" cy="360000"/>
              </a:xfrm>
              <a:prstGeom prst="triangle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等腰三角形 73">
                <a:extLst>
                  <a:ext uri="{FF2B5EF4-FFF2-40B4-BE49-F238E27FC236}">
                    <a16:creationId xmlns:a16="http://schemas.microsoft.com/office/drawing/2014/main" id="{DA192DBC-4B49-4A38-9BAA-8B6E07C4FCF8}"/>
                  </a:ext>
                </a:extLst>
              </p:cNvPr>
              <p:cNvSpPr/>
              <p:nvPr/>
            </p:nvSpPr>
            <p:spPr>
              <a:xfrm>
                <a:off x="1539912" y="2309338"/>
                <a:ext cx="360000" cy="360000"/>
              </a:xfrm>
              <a:prstGeom prst="triangle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等腰三角形 74">
                <a:extLst>
                  <a:ext uri="{FF2B5EF4-FFF2-40B4-BE49-F238E27FC236}">
                    <a16:creationId xmlns:a16="http://schemas.microsoft.com/office/drawing/2014/main" id="{2A1371B5-CF6B-49BF-BEF9-DD559FA7BA20}"/>
                  </a:ext>
                </a:extLst>
              </p:cNvPr>
              <p:cNvSpPr/>
              <p:nvPr/>
            </p:nvSpPr>
            <p:spPr>
              <a:xfrm>
                <a:off x="949255" y="2309338"/>
                <a:ext cx="360000" cy="360000"/>
              </a:xfrm>
              <a:prstGeom prst="triangle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134D7794-9F4C-4FC7-A81D-836FB050073C}"/>
                  </a:ext>
                </a:extLst>
              </p:cNvPr>
              <p:cNvSpPr/>
              <p:nvPr/>
            </p:nvSpPr>
            <p:spPr>
              <a:xfrm rot="5400000">
                <a:off x="4756064" y="2317214"/>
                <a:ext cx="360000" cy="360000"/>
              </a:xfrm>
              <a:prstGeom prst="rect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78CD41D6-23AE-4A32-9000-44EDBDD71C07}"/>
                  </a:ext>
                </a:extLst>
              </p:cNvPr>
              <p:cNvSpPr/>
              <p:nvPr/>
            </p:nvSpPr>
            <p:spPr>
              <a:xfrm rot="5400000">
                <a:off x="4150585" y="2314933"/>
                <a:ext cx="360000" cy="360000"/>
              </a:xfrm>
              <a:prstGeom prst="rect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96C32B74-D9B9-4ECF-A9B8-DD4921B5CBF2}"/>
                  </a:ext>
                </a:extLst>
              </p:cNvPr>
              <p:cNvSpPr/>
              <p:nvPr/>
            </p:nvSpPr>
            <p:spPr>
              <a:xfrm rot="5400000">
                <a:off x="3442088" y="2314933"/>
                <a:ext cx="360000" cy="360000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ED0596-52BA-4E2E-B8C9-11F9D2D2FD86}"/>
                  </a:ext>
                </a:extLst>
              </p:cNvPr>
              <p:cNvSpPr txBox="1"/>
              <p:nvPr/>
            </p:nvSpPr>
            <p:spPr>
              <a:xfrm>
                <a:off x="922365" y="600666"/>
                <a:ext cx="506023" cy="54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zh-CN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F35E2A0-F478-440E-8BE1-532F1EBA8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4260" y="1519534"/>
                <a:ext cx="608400" cy="35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9D300310-5B43-4DD3-B2CF-8EFDD1C87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0484" y="1513938"/>
                <a:ext cx="619200" cy="35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EF27435E-2A8D-4BF8-8001-6770C69C453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6417857" y="1444681"/>
                <a:ext cx="162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E44730FA-1E4D-4E07-8BD7-7C978DA4C6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7619086" y="1426549"/>
                <a:ext cx="162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B4728E10-CE11-4AA4-BCFE-48010FD801BC}"/>
                </a:ext>
              </a:extLst>
            </p:cNvPr>
            <p:cNvSpPr/>
            <p:nvPr/>
          </p:nvSpPr>
          <p:spPr>
            <a:xfrm rot="13321836">
              <a:off x="2408129" y="2280088"/>
              <a:ext cx="106372" cy="360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905534D-5D6D-4E1D-849B-F7B9A74079B0}"/>
                </a:ext>
              </a:extLst>
            </p:cNvPr>
            <p:cNvSpPr txBox="1"/>
            <p:nvPr/>
          </p:nvSpPr>
          <p:spPr>
            <a:xfrm>
              <a:off x="5832532" y="2115495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5D02270-6A30-4AF2-9C9D-246DBDD43BE6}"/>
                </a:ext>
              </a:extLst>
            </p:cNvPr>
            <p:cNvGrpSpPr/>
            <p:nvPr/>
          </p:nvGrpSpPr>
          <p:grpSpPr>
            <a:xfrm>
              <a:off x="1912377" y="4466217"/>
              <a:ext cx="540000" cy="1908000"/>
              <a:chOff x="3443558" y="4165431"/>
              <a:chExt cx="540000" cy="1908000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6DABE227-7BDC-44A2-8B86-6FA43A5890A4}"/>
                  </a:ext>
                </a:extLst>
              </p:cNvPr>
              <p:cNvSpPr/>
              <p:nvPr/>
            </p:nvSpPr>
            <p:spPr>
              <a:xfrm>
                <a:off x="3443558" y="4165431"/>
                <a:ext cx="540000" cy="1908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等腰三角形 120">
                <a:extLst>
                  <a:ext uri="{FF2B5EF4-FFF2-40B4-BE49-F238E27FC236}">
                    <a16:creationId xmlns:a16="http://schemas.microsoft.com/office/drawing/2014/main" id="{611EED0E-FF50-4098-B172-C647323DB3F5}"/>
                  </a:ext>
                </a:extLst>
              </p:cNvPr>
              <p:cNvSpPr/>
              <p:nvPr/>
            </p:nvSpPr>
            <p:spPr>
              <a:xfrm>
                <a:off x="3603524" y="4776699"/>
                <a:ext cx="242390" cy="242390"/>
              </a:xfrm>
              <a:prstGeom prst="triangle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等腰三角形 121">
                <a:extLst>
                  <a:ext uri="{FF2B5EF4-FFF2-40B4-BE49-F238E27FC236}">
                    <a16:creationId xmlns:a16="http://schemas.microsoft.com/office/drawing/2014/main" id="{6EB32F49-D04D-45BD-A498-95F3944EA928}"/>
                  </a:ext>
                </a:extLst>
              </p:cNvPr>
              <p:cNvSpPr/>
              <p:nvPr/>
            </p:nvSpPr>
            <p:spPr>
              <a:xfrm>
                <a:off x="3603524" y="5208848"/>
                <a:ext cx="242390" cy="242390"/>
              </a:xfrm>
              <a:prstGeom prst="triangle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8BCB41A1-087A-45B4-8495-2BCBAD4FC2B0}"/>
                </a:ext>
              </a:extLst>
            </p:cNvPr>
            <p:cNvGrpSpPr/>
            <p:nvPr/>
          </p:nvGrpSpPr>
          <p:grpSpPr>
            <a:xfrm>
              <a:off x="2482448" y="4470446"/>
              <a:ext cx="540000" cy="1908000"/>
              <a:chOff x="3595958" y="4317831"/>
              <a:chExt cx="540000" cy="1908000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F6720390-F859-4190-BDDF-E0973B8D9054}"/>
                  </a:ext>
                </a:extLst>
              </p:cNvPr>
              <p:cNvSpPr/>
              <p:nvPr/>
            </p:nvSpPr>
            <p:spPr>
              <a:xfrm>
                <a:off x="3595958" y="4317831"/>
                <a:ext cx="540000" cy="19080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等腰三角形 123">
                <a:extLst>
                  <a:ext uri="{FF2B5EF4-FFF2-40B4-BE49-F238E27FC236}">
                    <a16:creationId xmlns:a16="http://schemas.microsoft.com/office/drawing/2014/main" id="{14AC239D-0972-49CC-B8AF-323F0F9E3591}"/>
                  </a:ext>
                </a:extLst>
              </p:cNvPr>
              <p:cNvSpPr/>
              <p:nvPr/>
            </p:nvSpPr>
            <p:spPr>
              <a:xfrm>
                <a:off x="3762200" y="5763415"/>
                <a:ext cx="242390" cy="242390"/>
              </a:xfrm>
              <a:prstGeom prst="triangle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6" name="等腰三角形 125">
                <a:extLst>
                  <a:ext uri="{FF2B5EF4-FFF2-40B4-BE49-F238E27FC236}">
                    <a16:creationId xmlns:a16="http://schemas.microsoft.com/office/drawing/2014/main" id="{4B6F4214-D609-4AE0-8C9E-C143DC43C367}"/>
                  </a:ext>
                </a:extLst>
              </p:cNvPr>
              <p:cNvSpPr/>
              <p:nvPr/>
            </p:nvSpPr>
            <p:spPr>
              <a:xfrm>
                <a:off x="3755924" y="4929099"/>
                <a:ext cx="242390" cy="242390"/>
              </a:xfrm>
              <a:prstGeom prst="triangle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6B6B5054-8DC4-405C-96F3-FA7CE2D6FCE5}"/>
                </a:ext>
              </a:extLst>
            </p:cNvPr>
            <p:cNvSpPr txBox="1"/>
            <p:nvPr/>
          </p:nvSpPr>
          <p:spPr>
            <a:xfrm>
              <a:off x="1616104" y="3748298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676E54F-CAAE-4C34-AC20-31CF160F83D4}"/>
                </a:ext>
              </a:extLst>
            </p:cNvPr>
            <p:cNvSpPr txBox="1"/>
            <p:nvPr/>
          </p:nvSpPr>
          <p:spPr>
            <a:xfrm>
              <a:off x="3510738" y="3748298"/>
              <a:ext cx="179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4C266C8-F768-408C-B498-9D367827A08C}"/>
                </a:ext>
              </a:extLst>
            </p:cNvPr>
            <p:cNvSpPr txBox="1"/>
            <p:nvPr/>
          </p:nvSpPr>
          <p:spPr>
            <a:xfrm>
              <a:off x="5211744" y="3744960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9396DD8F-DD8B-426B-B086-CFF43238DCA3}"/>
                </a:ext>
              </a:extLst>
            </p:cNvPr>
            <p:cNvGrpSpPr/>
            <p:nvPr/>
          </p:nvGrpSpPr>
          <p:grpSpPr>
            <a:xfrm>
              <a:off x="3705623" y="4471409"/>
              <a:ext cx="540000" cy="1908000"/>
              <a:chOff x="5861088" y="1989571"/>
              <a:chExt cx="540000" cy="1908000"/>
            </a:xfrm>
          </p:grpSpPr>
          <p:sp>
            <p:nvSpPr>
              <p:cNvPr id="181" name="矩形: 圆角 180">
                <a:extLst>
                  <a:ext uri="{FF2B5EF4-FFF2-40B4-BE49-F238E27FC236}">
                    <a16:creationId xmlns:a16="http://schemas.microsoft.com/office/drawing/2014/main" id="{C87AF0E5-37E1-46E9-8505-1BF7B79A180F}"/>
                  </a:ext>
                </a:extLst>
              </p:cNvPr>
              <p:cNvSpPr/>
              <p:nvPr/>
            </p:nvSpPr>
            <p:spPr>
              <a:xfrm>
                <a:off x="5861088" y="1989571"/>
                <a:ext cx="540000" cy="1908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0CFE3CAB-6076-4CFA-B47A-2B18FE89ED79}"/>
                  </a:ext>
                </a:extLst>
              </p:cNvPr>
              <p:cNvSpPr/>
              <p:nvPr/>
            </p:nvSpPr>
            <p:spPr>
              <a:xfrm rot="5400000">
                <a:off x="6015545" y="2187577"/>
                <a:ext cx="242390" cy="242390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D69CFE2D-86E4-4750-A6E0-8DA7BEFE7858}"/>
                  </a:ext>
                </a:extLst>
              </p:cNvPr>
              <p:cNvSpPr/>
              <p:nvPr/>
            </p:nvSpPr>
            <p:spPr>
              <a:xfrm rot="5400000">
                <a:off x="6015545" y="2606860"/>
                <a:ext cx="242390" cy="242390"/>
              </a:xfrm>
              <a:prstGeom prst="rect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0F730321-0EE9-4708-A4FF-190914DC0300}"/>
                  </a:ext>
                </a:extLst>
              </p:cNvPr>
              <p:cNvSpPr/>
              <p:nvPr/>
            </p:nvSpPr>
            <p:spPr>
              <a:xfrm rot="5400000">
                <a:off x="6018641" y="3050947"/>
                <a:ext cx="242390" cy="242390"/>
              </a:xfrm>
              <a:prstGeom prst="rect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427EC8DD-67A0-446E-9F6C-4EAF2A71F4D5}"/>
                </a:ext>
              </a:extLst>
            </p:cNvPr>
            <p:cNvGrpSpPr/>
            <p:nvPr/>
          </p:nvGrpSpPr>
          <p:grpSpPr>
            <a:xfrm>
              <a:off x="4315226" y="4466217"/>
              <a:ext cx="540000" cy="1908000"/>
              <a:chOff x="5861088" y="1989571"/>
              <a:chExt cx="540000" cy="1908000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390BAEFC-1A7B-45D8-9989-0089BDB1B2FD}"/>
                  </a:ext>
                </a:extLst>
              </p:cNvPr>
              <p:cNvSpPr/>
              <p:nvPr/>
            </p:nvSpPr>
            <p:spPr>
              <a:xfrm>
                <a:off x="5861088" y="1989571"/>
                <a:ext cx="540000" cy="19080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E3AC8DB8-08A3-4C48-8E5D-76932B8D07F5}"/>
                  </a:ext>
                </a:extLst>
              </p:cNvPr>
              <p:cNvSpPr/>
              <p:nvPr/>
            </p:nvSpPr>
            <p:spPr>
              <a:xfrm rot="5400000">
                <a:off x="6015545" y="2606860"/>
                <a:ext cx="242390" cy="242390"/>
              </a:xfrm>
              <a:prstGeom prst="rect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7C4CE6E0-1F74-4E2C-A65A-45DB93F06F18}"/>
                  </a:ext>
                </a:extLst>
              </p:cNvPr>
              <p:cNvSpPr/>
              <p:nvPr/>
            </p:nvSpPr>
            <p:spPr>
              <a:xfrm rot="5400000">
                <a:off x="6018641" y="3050947"/>
                <a:ext cx="242390" cy="242390"/>
              </a:xfrm>
              <a:prstGeom prst="rect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91E27989-0AE0-477D-A53E-25EB9CDFAFC4}"/>
                  </a:ext>
                </a:extLst>
              </p:cNvPr>
              <p:cNvSpPr/>
              <p:nvPr/>
            </p:nvSpPr>
            <p:spPr>
              <a:xfrm rot="5400000">
                <a:off x="6023077" y="3433071"/>
                <a:ext cx="242390" cy="242390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2" name="箭头: 下 191">
              <a:extLst>
                <a:ext uri="{FF2B5EF4-FFF2-40B4-BE49-F238E27FC236}">
                  <a16:creationId xmlns:a16="http://schemas.microsoft.com/office/drawing/2014/main" id="{383B6B05-A50A-4B7F-B863-2526AF90D115}"/>
                </a:ext>
              </a:extLst>
            </p:cNvPr>
            <p:cNvSpPr/>
            <p:nvPr/>
          </p:nvSpPr>
          <p:spPr>
            <a:xfrm rot="16200000">
              <a:off x="4241729" y="4690695"/>
              <a:ext cx="106372" cy="216000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9BAE5B0-5514-4A5D-9903-74F1215A9C1A}"/>
                </a:ext>
              </a:extLst>
            </p:cNvPr>
            <p:cNvSpPr txBox="1"/>
            <p:nvPr/>
          </p:nvSpPr>
          <p:spPr>
            <a:xfrm>
              <a:off x="4150660" y="4508397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B01FBD27-72C8-4817-A1F4-9528C41674C8}"/>
                </a:ext>
              </a:extLst>
            </p:cNvPr>
            <p:cNvSpPr/>
            <p:nvPr/>
          </p:nvSpPr>
          <p:spPr>
            <a:xfrm rot="5400000">
              <a:off x="2331179" y="4141006"/>
              <a:ext cx="242390" cy="242390"/>
            </a:xfrm>
            <a:prstGeom prst="rect">
              <a:avLst/>
            </a:prstGeom>
            <a:solidFill>
              <a:srgbClr val="42B9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箭头: 下 202">
              <a:extLst>
                <a:ext uri="{FF2B5EF4-FFF2-40B4-BE49-F238E27FC236}">
                  <a16:creationId xmlns:a16="http://schemas.microsoft.com/office/drawing/2014/main" id="{90CFA911-120B-43BB-B29C-4C95FC6DA138}"/>
                </a:ext>
              </a:extLst>
            </p:cNvPr>
            <p:cNvSpPr/>
            <p:nvPr/>
          </p:nvSpPr>
          <p:spPr>
            <a:xfrm rot="2051270">
              <a:off x="2203512" y="4410930"/>
              <a:ext cx="106372" cy="216000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14F1CC4-A70D-485B-8777-5417BCAFA3C8}"/>
                </a:ext>
              </a:extLst>
            </p:cNvPr>
            <p:cNvSpPr txBox="1"/>
            <p:nvPr/>
          </p:nvSpPr>
          <p:spPr>
            <a:xfrm rot="7407277">
              <a:off x="2129396" y="4248295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箭头: 下 204">
              <a:extLst>
                <a:ext uri="{FF2B5EF4-FFF2-40B4-BE49-F238E27FC236}">
                  <a16:creationId xmlns:a16="http://schemas.microsoft.com/office/drawing/2014/main" id="{CB693D1F-9602-4BF4-9D29-3435635F4967}"/>
                </a:ext>
              </a:extLst>
            </p:cNvPr>
            <p:cNvSpPr/>
            <p:nvPr/>
          </p:nvSpPr>
          <p:spPr>
            <a:xfrm rot="19137243">
              <a:off x="2588231" y="4401812"/>
              <a:ext cx="106372" cy="216000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5095FBA-8498-4579-96DC-BD46449923C2}"/>
                </a:ext>
              </a:extLst>
            </p:cNvPr>
            <p:cNvSpPr txBox="1"/>
            <p:nvPr/>
          </p:nvSpPr>
          <p:spPr>
            <a:xfrm rot="3085918">
              <a:off x="2609766" y="4208768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823A17B8-313D-4F5E-94B9-2F16DB09EBF2}"/>
                </a:ext>
              </a:extLst>
            </p:cNvPr>
            <p:cNvSpPr/>
            <p:nvPr/>
          </p:nvSpPr>
          <p:spPr>
            <a:xfrm rot="5400000">
              <a:off x="5880239" y="4137236"/>
              <a:ext cx="242390" cy="242390"/>
            </a:xfrm>
            <a:prstGeom prst="rect">
              <a:avLst/>
            </a:prstGeom>
            <a:solidFill>
              <a:srgbClr val="42B9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4D8276B2-42FB-4F92-8BBF-A16768993CC7}"/>
                </a:ext>
              </a:extLst>
            </p:cNvPr>
            <p:cNvSpPr/>
            <p:nvPr/>
          </p:nvSpPr>
          <p:spPr>
            <a:xfrm rot="19388721">
              <a:off x="6109499" y="4402032"/>
              <a:ext cx="106372" cy="216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1307C3-21D9-484A-8D1B-DAF6E4F6BD7D}"/>
                </a:ext>
              </a:extLst>
            </p:cNvPr>
            <p:cNvSpPr txBox="1"/>
            <p:nvPr/>
          </p:nvSpPr>
          <p:spPr>
            <a:xfrm rot="3220518">
              <a:off x="6079723" y="4240224"/>
              <a:ext cx="318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9CF08A63-46A9-4401-ACD5-BE7AE0D68463}"/>
                </a:ext>
              </a:extLst>
            </p:cNvPr>
            <p:cNvSpPr txBox="1"/>
            <p:nvPr/>
          </p:nvSpPr>
          <p:spPr>
            <a:xfrm>
              <a:off x="2240570" y="2176081"/>
              <a:ext cx="318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2786AD-3FF8-46DA-BF98-45761DB16418}"/>
                </a:ext>
              </a:extLst>
            </p:cNvPr>
            <p:cNvCxnSpPr/>
            <p:nvPr/>
          </p:nvCxnSpPr>
          <p:spPr>
            <a:xfrm>
              <a:off x="1562823" y="1627164"/>
              <a:ext cx="0" cy="20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136D17E-F821-4629-A072-E2CA258ACF7E}"/>
                </a:ext>
              </a:extLst>
            </p:cNvPr>
            <p:cNvCxnSpPr/>
            <p:nvPr/>
          </p:nvCxnSpPr>
          <p:spPr>
            <a:xfrm>
              <a:off x="1562823" y="3849928"/>
              <a:ext cx="0" cy="25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4BD567-CEEB-459C-9D38-33904737CC1E}"/>
                </a:ext>
              </a:extLst>
            </p:cNvPr>
            <p:cNvSpPr txBox="1"/>
            <p:nvPr/>
          </p:nvSpPr>
          <p:spPr>
            <a:xfrm rot="16200000">
              <a:off x="323553" y="2547664"/>
              <a:ext cx="208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709862F-B2CD-409D-932F-E01DB20B5F20}"/>
                </a:ext>
              </a:extLst>
            </p:cNvPr>
            <p:cNvSpPr txBox="1"/>
            <p:nvPr/>
          </p:nvSpPr>
          <p:spPr>
            <a:xfrm rot="16200000">
              <a:off x="257047" y="4847894"/>
              <a:ext cx="22379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Regional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1F52F72C-C406-4B8B-BE6B-55EDCEA1BC79}"/>
                </a:ext>
              </a:extLst>
            </p:cNvPr>
            <p:cNvSpPr/>
            <p:nvPr/>
          </p:nvSpPr>
          <p:spPr>
            <a:xfrm rot="5400000">
              <a:off x="2056170" y="2556782"/>
              <a:ext cx="242390" cy="242390"/>
            </a:xfrm>
            <a:prstGeom prst="rect">
              <a:avLst/>
            </a:prstGeom>
            <a:solidFill>
              <a:srgbClr val="42B9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85FF9D01-A14F-47CF-A731-A4BBA8EE5B56}"/>
                </a:ext>
              </a:extLst>
            </p:cNvPr>
            <p:cNvSpPr/>
            <p:nvPr/>
          </p:nvSpPr>
          <p:spPr>
            <a:xfrm rot="5400000">
              <a:off x="3868141" y="2558487"/>
              <a:ext cx="242390" cy="242390"/>
            </a:xfrm>
            <a:prstGeom prst="rect">
              <a:avLst/>
            </a:prstGeom>
            <a:solidFill>
              <a:srgbClr val="42B9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2DE39AD0-CE27-46CD-B006-16F0561FCA4B}"/>
                </a:ext>
              </a:extLst>
            </p:cNvPr>
            <p:cNvSpPr/>
            <p:nvPr/>
          </p:nvSpPr>
          <p:spPr>
            <a:xfrm rot="5400000">
              <a:off x="5635993" y="2550675"/>
              <a:ext cx="242390" cy="242390"/>
            </a:xfrm>
            <a:prstGeom prst="rect">
              <a:avLst/>
            </a:prstGeom>
            <a:solidFill>
              <a:srgbClr val="42B9E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4" name="组合 213">
              <a:extLst>
                <a:ext uri="{FF2B5EF4-FFF2-40B4-BE49-F238E27FC236}">
                  <a16:creationId xmlns:a16="http://schemas.microsoft.com/office/drawing/2014/main" id="{ABFC0765-E264-4BBB-A3AC-66CFC62E37ED}"/>
                </a:ext>
              </a:extLst>
            </p:cNvPr>
            <p:cNvGrpSpPr/>
            <p:nvPr/>
          </p:nvGrpSpPr>
          <p:grpSpPr>
            <a:xfrm>
              <a:off x="6032775" y="1840298"/>
              <a:ext cx="540000" cy="1908000"/>
              <a:chOff x="7596614" y="1936385"/>
              <a:chExt cx="540000" cy="1908000"/>
            </a:xfrm>
          </p:grpSpPr>
          <p:sp>
            <p:nvSpPr>
              <p:cNvPr id="215" name="矩形: 圆角 214">
                <a:extLst>
                  <a:ext uri="{FF2B5EF4-FFF2-40B4-BE49-F238E27FC236}">
                    <a16:creationId xmlns:a16="http://schemas.microsoft.com/office/drawing/2014/main" id="{71D14423-E700-4B1E-93C1-EBE4ECF92C17}"/>
                  </a:ext>
                </a:extLst>
              </p:cNvPr>
              <p:cNvSpPr/>
              <p:nvPr/>
            </p:nvSpPr>
            <p:spPr>
              <a:xfrm>
                <a:off x="7596614" y="1936385"/>
                <a:ext cx="540000" cy="1908000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6" name="五边形 215">
                <a:extLst>
                  <a:ext uri="{FF2B5EF4-FFF2-40B4-BE49-F238E27FC236}">
                    <a16:creationId xmlns:a16="http://schemas.microsoft.com/office/drawing/2014/main" id="{651D0C67-C823-45B0-A467-0F9D16271997}"/>
                  </a:ext>
                </a:extLst>
              </p:cNvPr>
              <p:cNvSpPr/>
              <p:nvPr/>
            </p:nvSpPr>
            <p:spPr>
              <a:xfrm>
                <a:off x="7767084" y="2628159"/>
                <a:ext cx="242390" cy="242390"/>
              </a:xfrm>
              <a:prstGeom prst="pentagon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五边形 216">
                <a:extLst>
                  <a:ext uri="{FF2B5EF4-FFF2-40B4-BE49-F238E27FC236}">
                    <a16:creationId xmlns:a16="http://schemas.microsoft.com/office/drawing/2014/main" id="{104E0DEC-FC31-4310-9406-9E201EA7897A}"/>
                  </a:ext>
                </a:extLst>
              </p:cNvPr>
              <p:cNvSpPr/>
              <p:nvPr/>
            </p:nvSpPr>
            <p:spPr>
              <a:xfrm>
                <a:off x="7767084" y="3015141"/>
                <a:ext cx="242390" cy="242390"/>
              </a:xfrm>
              <a:prstGeom prst="pentagon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8" name="五边形 217">
                <a:extLst>
                  <a:ext uri="{FF2B5EF4-FFF2-40B4-BE49-F238E27FC236}">
                    <a16:creationId xmlns:a16="http://schemas.microsoft.com/office/drawing/2014/main" id="{58921680-17EE-4078-B4F1-E5F786594DE8}"/>
                  </a:ext>
                </a:extLst>
              </p:cNvPr>
              <p:cNvSpPr/>
              <p:nvPr/>
            </p:nvSpPr>
            <p:spPr>
              <a:xfrm>
                <a:off x="7763475" y="3364834"/>
                <a:ext cx="242390" cy="242390"/>
              </a:xfrm>
              <a:prstGeom prst="pentagon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1D954BBF-B51A-443E-BF21-A1D82F09BF3C}"/>
                </a:ext>
              </a:extLst>
            </p:cNvPr>
            <p:cNvSpPr/>
            <p:nvPr/>
          </p:nvSpPr>
          <p:spPr>
            <a:xfrm rot="13290267">
              <a:off x="5967022" y="2223316"/>
              <a:ext cx="106372" cy="360000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4BAA3ACB-4FB1-4BFE-8006-C30F7049DE39}"/>
                </a:ext>
              </a:extLst>
            </p:cNvPr>
            <p:cNvSpPr/>
            <p:nvPr/>
          </p:nvSpPr>
          <p:spPr>
            <a:xfrm rot="5400000">
              <a:off x="2638560" y="2143328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B3D99612-DCEC-4206-87FB-DAE27DA05D83}"/>
                </a:ext>
              </a:extLst>
            </p:cNvPr>
            <p:cNvSpPr/>
            <p:nvPr/>
          </p:nvSpPr>
          <p:spPr>
            <a:xfrm rot="5400000">
              <a:off x="4466913" y="2143328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D003F598-9922-48E9-A025-513B881BD51E}"/>
                </a:ext>
              </a:extLst>
            </p:cNvPr>
            <p:cNvSpPr/>
            <p:nvPr/>
          </p:nvSpPr>
          <p:spPr>
            <a:xfrm rot="5400000">
              <a:off x="6208033" y="2143328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0A5910CC-7BB8-4158-A246-4276354BDA30}"/>
                </a:ext>
              </a:extLst>
            </p:cNvPr>
            <p:cNvSpPr/>
            <p:nvPr/>
          </p:nvSpPr>
          <p:spPr>
            <a:xfrm rot="5400000">
              <a:off x="2067331" y="4682934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75FFECF5-F09F-46C6-9444-9F6DD00A0F58}"/>
                </a:ext>
              </a:extLst>
            </p:cNvPr>
            <p:cNvSpPr/>
            <p:nvPr/>
          </p:nvSpPr>
          <p:spPr>
            <a:xfrm rot="5400000">
              <a:off x="2668856" y="4679623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00BE55D1-547C-46B3-B927-172D5EBED9B4}"/>
                </a:ext>
              </a:extLst>
            </p:cNvPr>
            <p:cNvSpPr/>
            <p:nvPr/>
          </p:nvSpPr>
          <p:spPr>
            <a:xfrm rot="5400000">
              <a:off x="4473008" y="4662536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8E7AE4A6-AF10-4AFE-A9AC-B7CA988CF209}"/>
                </a:ext>
              </a:extLst>
            </p:cNvPr>
            <p:cNvSpPr/>
            <p:nvPr/>
          </p:nvSpPr>
          <p:spPr>
            <a:xfrm rot="5400000">
              <a:off x="6202308" y="4712544"/>
              <a:ext cx="242390" cy="242390"/>
            </a:xfrm>
            <a:prstGeom prst="rect">
              <a:avLst/>
            </a:prstGeom>
            <a:solidFill>
              <a:srgbClr val="42B9E7">
                <a:alpha val="50196"/>
              </a:srgb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DC0D4B66-95BB-478F-A581-C12682FE3641}"/>
                </a:ext>
              </a:extLst>
            </p:cNvPr>
            <p:cNvSpPr txBox="1"/>
            <p:nvPr/>
          </p:nvSpPr>
          <p:spPr>
            <a:xfrm>
              <a:off x="7442659" y="4562556"/>
              <a:ext cx="241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Low regional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CE66A0EB-1112-47DD-8D93-95EE89F9FC3C}"/>
                </a:ext>
              </a:extLst>
            </p:cNvPr>
            <p:cNvSpPr txBox="1"/>
            <p:nvPr/>
          </p:nvSpPr>
          <p:spPr>
            <a:xfrm>
              <a:off x="7446133" y="5280824"/>
              <a:ext cx="270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Medium regional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1F8E3755-6D04-4853-854B-F9C83A7581FC}"/>
                </a:ext>
              </a:extLst>
            </p:cNvPr>
            <p:cNvSpPr txBox="1"/>
            <p:nvPr/>
          </p:nvSpPr>
          <p:spPr>
            <a:xfrm>
              <a:off x="7449328" y="6016737"/>
              <a:ext cx="244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High regional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9A79B98-EC4D-4A07-9118-668BF0A42C0B}"/>
                </a:ext>
              </a:extLst>
            </p:cNvPr>
            <p:cNvGrpSpPr/>
            <p:nvPr/>
          </p:nvGrpSpPr>
          <p:grpSpPr>
            <a:xfrm>
              <a:off x="6844136" y="4471608"/>
              <a:ext cx="253033" cy="504000"/>
              <a:chOff x="6468416" y="3902480"/>
              <a:chExt cx="253033" cy="504000"/>
            </a:xfrm>
          </p:grpSpPr>
          <p:sp>
            <p:nvSpPr>
              <p:cNvPr id="151" name="矩形: 圆角 150">
                <a:extLst>
                  <a:ext uri="{FF2B5EF4-FFF2-40B4-BE49-F238E27FC236}">
                    <a16:creationId xmlns:a16="http://schemas.microsoft.com/office/drawing/2014/main" id="{721E4C6C-EDF0-4117-862B-22F34ACEDB94}"/>
                  </a:ext>
                </a:extLst>
              </p:cNvPr>
              <p:cNvSpPr/>
              <p:nvPr/>
            </p:nvSpPr>
            <p:spPr>
              <a:xfrm>
                <a:off x="6468416" y="3902480"/>
                <a:ext cx="253033" cy="504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B2CB1943-8714-4774-82EF-FDB817376799}"/>
                  </a:ext>
                </a:extLst>
              </p:cNvPr>
              <p:cNvSpPr/>
              <p:nvPr/>
            </p:nvSpPr>
            <p:spPr>
              <a:xfrm rot="5400000">
                <a:off x="6538205" y="4207117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A8A4D536-0471-4A7D-B995-0A9483DC5105}"/>
                  </a:ext>
                </a:extLst>
              </p:cNvPr>
              <p:cNvSpPr/>
              <p:nvPr/>
            </p:nvSpPr>
            <p:spPr>
              <a:xfrm rot="5400000">
                <a:off x="6538205" y="4000757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9" name="组合 288">
              <a:extLst>
                <a:ext uri="{FF2B5EF4-FFF2-40B4-BE49-F238E27FC236}">
                  <a16:creationId xmlns:a16="http://schemas.microsoft.com/office/drawing/2014/main" id="{5D6A8B07-6B62-414C-A25F-FADE1F48EC04}"/>
                </a:ext>
              </a:extLst>
            </p:cNvPr>
            <p:cNvGrpSpPr/>
            <p:nvPr/>
          </p:nvGrpSpPr>
          <p:grpSpPr>
            <a:xfrm>
              <a:off x="7173098" y="4468526"/>
              <a:ext cx="253033" cy="504000"/>
              <a:chOff x="6468416" y="3902480"/>
              <a:chExt cx="253033" cy="504000"/>
            </a:xfrm>
          </p:grpSpPr>
          <p:sp>
            <p:nvSpPr>
              <p:cNvPr id="290" name="矩形: 圆角 289">
                <a:extLst>
                  <a:ext uri="{FF2B5EF4-FFF2-40B4-BE49-F238E27FC236}">
                    <a16:creationId xmlns:a16="http://schemas.microsoft.com/office/drawing/2014/main" id="{48ED5687-8ABA-40B7-8DFC-1B6D863338CD}"/>
                  </a:ext>
                </a:extLst>
              </p:cNvPr>
              <p:cNvSpPr/>
              <p:nvPr/>
            </p:nvSpPr>
            <p:spPr>
              <a:xfrm>
                <a:off x="6468416" y="3902480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1" name="矩形 290">
                <a:extLst>
                  <a:ext uri="{FF2B5EF4-FFF2-40B4-BE49-F238E27FC236}">
                    <a16:creationId xmlns:a16="http://schemas.microsoft.com/office/drawing/2014/main" id="{CB9F15DD-7032-4343-A5D8-BD69339FF2F1}"/>
                  </a:ext>
                </a:extLst>
              </p:cNvPr>
              <p:cNvSpPr/>
              <p:nvPr/>
            </p:nvSpPr>
            <p:spPr>
              <a:xfrm rot="5400000">
                <a:off x="6538205" y="4207117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697799A8-8D3E-4D1F-BB27-1700F3A44158}"/>
                  </a:ext>
                </a:extLst>
              </p:cNvPr>
              <p:cNvSpPr/>
              <p:nvPr/>
            </p:nvSpPr>
            <p:spPr>
              <a:xfrm rot="5400000">
                <a:off x="6538205" y="4000757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FA4854FA-54C8-40BA-B050-518AF83DAB9E}"/>
                </a:ext>
              </a:extLst>
            </p:cNvPr>
            <p:cNvGrpSpPr/>
            <p:nvPr/>
          </p:nvGrpSpPr>
          <p:grpSpPr>
            <a:xfrm>
              <a:off x="6841713" y="5213394"/>
              <a:ext cx="253033" cy="504000"/>
              <a:chOff x="6468416" y="3902480"/>
              <a:chExt cx="253033" cy="504000"/>
            </a:xfrm>
          </p:grpSpPr>
          <p:sp>
            <p:nvSpPr>
              <p:cNvPr id="294" name="矩形: 圆角 293">
                <a:extLst>
                  <a:ext uri="{FF2B5EF4-FFF2-40B4-BE49-F238E27FC236}">
                    <a16:creationId xmlns:a16="http://schemas.microsoft.com/office/drawing/2014/main" id="{DF80E885-3E67-4EF5-8B64-3BBA6624A247}"/>
                  </a:ext>
                </a:extLst>
              </p:cNvPr>
              <p:cNvSpPr/>
              <p:nvPr/>
            </p:nvSpPr>
            <p:spPr>
              <a:xfrm>
                <a:off x="6468416" y="3902480"/>
                <a:ext cx="253033" cy="504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5" name="矩形 294">
                <a:extLst>
                  <a:ext uri="{FF2B5EF4-FFF2-40B4-BE49-F238E27FC236}">
                    <a16:creationId xmlns:a16="http://schemas.microsoft.com/office/drawing/2014/main" id="{5B1B098F-0F52-4F0C-8112-746050BB3497}"/>
                  </a:ext>
                </a:extLst>
              </p:cNvPr>
              <p:cNvSpPr/>
              <p:nvPr/>
            </p:nvSpPr>
            <p:spPr>
              <a:xfrm rot="5400000">
                <a:off x="6538205" y="4207117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" name="矩形 295">
                <a:extLst>
                  <a:ext uri="{FF2B5EF4-FFF2-40B4-BE49-F238E27FC236}">
                    <a16:creationId xmlns:a16="http://schemas.microsoft.com/office/drawing/2014/main" id="{FF9C8045-DE6D-4221-B190-6934A0ACF0EF}"/>
                  </a:ext>
                </a:extLst>
              </p:cNvPr>
              <p:cNvSpPr/>
              <p:nvPr/>
            </p:nvSpPr>
            <p:spPr>
              <a:xfrm rot="5400000">
                <a:off x="6538205" y="4000757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7" name="组合 296">
              <a:extLst>
                <a:ext uri="{FF2B5EF4-FFF2-40B4-BE49-F238E27FC236}">
                  <a16:creationId xmlns:a16="http://schemas.microsoft.com/office/drawing/2014/main" id="{76C07F85-AEEE-4621-8E11-CE2C1BD56474}"/>
                </a:ext>
              </a:extLst>
            </p:cNvPr>
            <p:cNvGrpSpPr/>
            <p:nvPr/>
          </p:nvGrpSpPr>
          <p:grpSpPr>
            <a:xfrm>
              <a:off x="7164535" y="5216033"/>
              <a:ext cx="253033" cy="504000"/>
              <a:chOff x="6468416" y="3902480"/>
              <a:chExt cx="253033" cy="504000"/>
            </a:xfrm>
          </p:grpSpPr>
          <p:sp>
            <p:nvSpPr>
              <p:cNvPr id="298" name="矩形: 圆角 297">
                <a:extLst>
                  <a:ext uri="{FF2B5EF4-FFF2-40B4-BE49-F238E27FC236}">
                    <a16:creationId xmlns:a16="http://schemas.microsoft.com/office/drawing/2014/main" id="{F3344C9C-642E-4F74-9F66-182E5239C1DD}"/>
                  </a:ext>
                </a:extLst>
              </p:cNvPr>
              <p:cNvSpPr/>
              <p:nvPr/>
            </p:nvSpPr>
            <p:spPr>
              <a:xfrm>
                <a:off x="6468416" y="3902480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0" name="矩形 299">
                <a:extLst>
                  <a:ext uri="{FF2B5EF4-FFF2-40B4-BE49-F238E27FC236}">
                    <a16:creationId xmlns:a16="http://schemas.microsoft.com/office/drawing/2014/main" id="{5866867C-A2A5-40D6-85BB-BFAFCCED12BB}"/>
                  </a:ext>
                </a:extLst>
              </p:cNvPr>
              <p:cNvSpPr/>
              <p:nvPr/>
            </p:nvSpPr>
            <p:spPr>
              <a:xfrm rot="5400000">
                <a:off x="6538205" y="4000757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BBEE1E05-8800-441F-8144-04DEACEAD3FD}"/>
                </a:ext>
              </a:extLst>
            </p:cNvPr>
            <p:cNvGrpSpPr/>
            <p:nvPr/>
          </p:nvGrpSpPr>
          <p:grpSpPr>
            <a:xfrm>
              <a:off x="6835573" y="5891816"/>
              <a:ext cx="253033" cy="504000"/>
              <a:chOff x="6468416" y="3902480"/>
              <a:chExt cx="253033" cy="504000"/>
            </a:xfrm>
          </p:grpSpPr>
          <p:sp>
            <p:nvSpPr>
              <p:cNvPr id="302" name="矩形: 圆角 301">
                <a:extLst>
                  <a:ext uri="{FF2B5EF4-FFF2-40B4-BE49-F238E27FC236}">
                    <a16:creationId xmlns:a16="http://schemas.microsoft.com/office/drawing/2014/main" id="{0AC596D0-02B6-4CCD-A703-55FEC1A3890B}"/>
                  </a:ext>
                </a:extLst>
              </p:cNvPr>
              <p:cNvSpPr/>
              <p:nvPr/>
            </p:nvSpPr>
            <p:spPr>
              <a:xfrm>
                <a:off x="6468416" y="3902480"/>
                <a:ext cx="253033" cy="504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3" name="矩形 302">
                <a:extLst>
                  <a:ext uri="{FF2B5EF4-FFF2-40B4-BE49-F238E27FC236}">
                    <a16:creationId xmlns:a16="http://schemas.microsoft.com/office/drawing/2014/main" id="{FE52204B-2E23-41B9-980A-8BD9C078EE90}"/>
                  </a:ext>
                </a:extLst>
              </p:cNvPr>
              <p:cNvSpPr/>
              <p:nvPr/>
            </p:nvSpPr>
            <p:spPr>
              <a:xfrm rot="5400000">
                <a:off x="6538205" y="4207117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" name="矩形 303">
                <a:extLst>
                  <a:ext uri="{FF2B5EF4-FFF2-40B4-BE49-F238E27FC236}">
                    <a16:creationId xmlns:a16="http://schemas.microsoft.com/office/drawing/2014/main" id="{3A6ADCFF-6D8F-422A-BB2E-DA7ACDA91EB1}"/>
                  </a:ext>
                </a:extLst>
              </p:cNvPr>
              <p:cNvSpPr/>
              <p:nvPr/>
            </p:nvSpPr>
            <p:spPr>
              <a:xfrm rot="5400000">
                <a:off x="6538205" y="4000757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E2E77B90-5305-4458-8807-5E4951BC312D}"/>
                </a:ext>
              </a:extLst>
            </p:cNvPr>
            <p:cNvSpPr/>
            <p:nvPr/>
          </p:nvSpPr>
          <p:spPr>
            <a:xfrm rot="5400000">
              <a:off x="7239958" y="5523134"/>
              <a:ext cx="113579" cy="113579"/>
            </a:xfrm>
            <a:prstGeom prst="rect">
              <a:avLst/>
            </a:prstGeom>
            <a:solidFill>
              <a:srgbClr val="1032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3F0371A-F61C-4C41-A21A-E3BB119FB716}"/>
                </a:ext>
              </a:extLst>
            </p:cNvPr>
            <p:cNvGrpSpPr/>
            <p:nvPr/>
          </p:nvGrpSpPr>
          <p:grpSpPr>
            <a:xfrm>
              <a:off x="7164535" y="5895558"/>
              <a:ext cx="253033" cy="504000"/>
              <a:chOff x="6796111" y="5891179"/>
              <a:chExt cx="253033" cy="504000"/>
            </a:xfrm>
          </p:grpSpPr>
          <p:sp>
            <p:nvSpPr>
              <p:cNvPr id="306" name="矩形: 圆角 305">
                <a:extLst>
                  <a:ext uri="{FF2B5EF4-FFF2-40B4-BE49-F238E27FC236}">
                    <a16:creationId xmlns:a16="http://schemas.microsoft.com/office/drawing/2014/main" id="{B9FF869F-0394-4E1D-930D-33FA61FB3259}"/>
                  </a:ext>
                </a:extLst>
              </p:cNvPr>
              <p:cNvSpPr/>
              <p:nvPr/>
            </p:nvSpPr>
            <p:spPr>
              <a:xfrm>
                <a:off x="6796111" y="5891179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34466723-FEB6-4014-BCB5-133E8C4F873D}"/>
                  </a:ext>
                </a:extLst>
              </p:cNvPr>
              <p:cNvSpPr/>
              <p:nvPr/>
            </p:nvSpPr>
            <p:spPr>
              <a:xfrm rot="5400000">
                <a:off x="6858602" y="5979403"/>
                <a:ext cx="113579" cy="113579"/>
              </a:xfrm>
              <a:prstGeom prst="rect">
                <a:avLst/>
              </a:prstGeom>
              <a:solidFill>
                <a:srgbClr val="1032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矩形 310">
                <a:extLst>
                  <a:ext uri="{FF2B5EF4-FFF2-40B4-BE49-F238E27FC236}">
                    <a16:creationId xmlns:a16="http://schemas.microsoft.com/office/drawing/2014/main" id="{0F977990-3DAB-49A5-AD7C-D859989190EA}"/>
                  </a:ext>
                </a:extLst>
              </p:cNvPr>
              <p:cNvSpPr/>
              <p:nvPr/>
            </p:nvSpPr>
            <p:spPr>
              <a:xfrm rot="5400000">
                <a:off x="6864602" y="6196591"/>
                <a:ext cx="113579" cy="113579"/>
              </a:xfrm>
              <a:prstGeom prst="rect">
                <a:avLst/>
              </a:prstGeom>
              <a:solidFill>
                <a:srgbClr val="FFAD4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9" name="文本框 338">
              <a:extLst>
                <a:ext uri="{FF2B5EF4-FFF2-40B4-BE49-F238E27FC236}">
                  <a16:creationId xmlns:a16="http://schemas.microsoft.com/office/drawing/2014/main" id="{A5D576D9-1040-45AA-BFD5-A1F8DD1C0F8E}"/>
                </a:ext>
              </a:extLst>
            </p:cNvPr>
            <p:cNvSpPr txBox="1"/>
            <p:nvPr/>
          </p:nvSpPr>
          <p:spPr>
            <a:xfrm>
              <a:off x="7128673" y="1935649"/>
              <a:ext cx="241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Low species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文本框 339">
              <a:extLst>
                <a:ext uri="{FF2B5EF4-FFF2-40B4-BE49-F238E27FC236}">
                  <a16:creationId xmlns:a16="http://schemas.microsoft.com/office/drawing/2014/main" id="{7FB4A0E7-2074-4BB0-8694-08305FC6EE86}"/>
                </a:ext>
              </a:extLst>
            </p:cNvPr>
            <p:cNvSpPr txBox="1"/>
            <p:nvPr/>
          </p:nvSpPr>
          <p:spPr>
            <a:xfrm>
              <a:off x="7132147" y="2585677"/>
              <a:ext cx="270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Medium species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文本框 340">
              <a:extLst>
                <a:ext uri="{FF2B5EF4-FFF2-40B4-BE49-F238E27FC236}">
                  <a16:creationId xmlns:a16="http://schemas.microsoft.com/office/drawing/2014/main" id="{3A0E3729-4F1E-41D7-A280-35C2659DC619}"/>
                </a:ext>
              </a:extLst>
            </p:cNvPr>
            <p:cNvSpPr txBox="1"/>
            <p:nvPr/>
          </p:nvSpPr>
          <p:spPr>
            <a:xfrm>
              <a:off x="7135342" y="3342062"/>
              <a:ext cx="244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High species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矩形: 圆角 346">
              <a:extLst>
                <a:ext uri="{FF2B5EF4-FFF2-40B4-BE49-F238E27FC236}">
                  <a16:creationId xmlns:a16="http://schemas.microsoft.com/office/drawing/2014/main" id="{F881ABBA-955D-442B-871F-8AD51A0156EB}"/>
                </a:ext>
              </a:extLst>
            </p:cNvPr>
            <p:cNvSpPr/>
            <p:nvPr/>
          </p:nvSpPr>
          <p:spPr>
            <a:xfrm>
              <a:off x="6859112" y="1841619"/>
              <a:ext cx="253033" cy="504000"/>
            </a:xfrm>
            <a:prstGeom prst="roundRect">
              <a:avLst/>
            </a:prstGeom>
            <a:solidFill>
              <a:srgbClr val="E7E6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51DA61C9-D37B-4690-AB30-435DDB456092}"/>
                </a:ext>
              </a:extLst>
            </p:cNvPr>
            <p:cNvSpPr/>
            <p:nvPr/>
          </p:nvSpPr>
          <p:spPr>
            <a:xfrm>
              <a:off x="6850549" y="2520886"/>
              <a:ext cx="253033" cy="504000"/>
            </a:xfrm>
            <a:prstGeom prst="roundRect">
              <a:avLst/>
            </a:prstGeom>
            <a:solidFill>
              <a:srgbClr val="E7E6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1" name="矩形 360">
              <a:extLst>
                <a:ext uri="{FF2B5EF4-FFF2-40B4-BE49-F238E27FC236}">
                  <a16:creationId xmlns:a16="http://schemas.microsoft.com/office/drawing/2014/main" id="{A3A55BEF-7FB9-4B01-96E4-17B6B397786F}"/>
                </a:ext>
              </a:extLst>
            </p:cNvPr>
            <p:cNvSpPr/>
            <p:nvPr/>
          </p:nvSpPr>
          <p:spPr>
            <a:xfrm rot="5400000">
              <a:off x="6925972" y="2616443"/>
              <a:ext cx="113579" cy="113579"/>
            </a:xfrm>
            <a:prstGeom prst="rect">
              <a:avLst/>
            </a:prstGeom>
            <a:solidFill>
              <a:srgbClr val="1032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矩形: 圆角 362">
              <a:extLst>
                <a:ext uri="{FF2B5EF4-FFF2-40B4-BE49-F238E27FC236}">
                  <a16:creationId xmlns:a16="http://schemas.microsoft.com/office/drawing/2014/main" id="{624A773F-9D3B-47F2-9FDB-FBCEB5A227CC}"/>
                </a:ext>
              </a:extLst>
            </p:cNvPr>
            <p:cNvSpPr/>
            <p:nvPr/>
          </p:nvSpPr>
          <p:spPr>
            <a:xfrm>
              <a:off x="6850549" y="3220883"/>
              <a:ext cx="253033" cy="504000"/>
            </a:xfrm>
            <a:prstGeom prst="roundRect">
              <a:avLst/>
            </a:prstGeom>
            <a:solidFill>
              <a:srgbClr val="E7E6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等腰三角形 365">
              <a:extLst>
                <a:ext uri="{FF2B5EF4-FFF2-40B4-BE49-F238E27FC236}">
                  <a16:creationId xmlns:a16="http://schemas.microsoft.com/office/drawing/2014/main" id="{01962C05-8E95-4698-8E2A-DB865B65950B}"/>
                </a:ext>
              </a:extLst>
            </p:cNvPr>
            <p:cNvSpPr/>
            <p:nvPr/>
          </p:nvSpPr>
          <p:spPr>
            <a:xfrm>
              <a:off x="6933548" y="2154227"/>
              <a:ext cx="115200" cy="115200"/>
            </a:xfrm>
            <a:prstGeom prst="triangle">
              <a:avLst/>
            </a:prstGeom>
            <a:solidFill>
              <a:srgbClr val="76BF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8" name="等腰三角形 367">
              <a:extLst>
                <a:ext uri="{FF2B5EF4-FFF2-40B4-BE49-F238E27FC236}">
                  <a16:creationId xmlns:a16="http://schemas.microsoft.com/office/drawing/2014/main" id="{DA74C22B-2FDE-4163-AC4F-9DABC7777A34}"/>
                </a:ext>
              </a:extLst>
            </p:cNvPr>
            <p:cNvSpPr/>
            <p:nvPr/>
          </p:nvSpPr>
          <p:spPr>
            <a:xfrm>
              <a:off x="6933986" y="1952225"/>
              <a:ext cx="115200" cy="115200"/>
            </a:xfrm>
            <a:prstGeom prst="triangle">
              <a:avLst/>
            </a:prstGeom>
            <a:solidFill>
              <a:srgbClr val="1032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矩形 369">
              <a:extLst>
                <a:ext uri="{FF2B5EF4-FFF2-40B4-BE49-F238E27FC236}">
                  <a16:creationId xmlns:a16="http://schemas.microsoft.com/office/drawing/2014/main" id="{15E00EC8-CFF4-43E9-942D-BBCDDDC1F50C}"/>
                </a:ext>
              </a:extLst>
            </p:cNvPr>
            <p:cNvSpPr/>
            <p:nvPr/>
          </p:nvSpPr>
          <p:spPr>
            <a:xfrm rot="5400000">
              <a:off x="6928705" y="2832199"/>
              <a:ext cx="115200" cy="115200"/>
            </a:xfrm>
            <a:prstGeom prst="rect">
              <a:avLst/>
            </a:prstGeom>
            <a:solidFill>
              <a:srgbClr val="76BF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1" name="五边形 370">
              <a:extLst>
                <a:ext uri="{FF2B5EF4-FFF2-40B4-BE49-F238E27FC236}">
                  <a16:creationId xmlns:a16="http://schemas.microsoft.com/office/drawing/2014/main" id="{5A20B994-0156-4D9F-829B-DB902C06A995}"/>
                </a:ext>
              </a:extLst>
            </p:cNvPr>
            <p:cNvSpPr/>
            <p:nvPr/>
          </p:nvSpPr>
          <p:spPr>
            <a:xfrm>
              <a:off x="6921772" y="3310253"/>
              <a:ext cx="115200" cy="115200"/>
            </a:xfrm>
            <a:prstGeom prst="pentagon">
              <a:avLst/>
            </a:prstGeom>
            <a:solidFill>
              <a:srgbClr val="1032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五边形 371">
              <a:extLst>
                <a:ext uri="{FF2B5EF4-FFF2-40B4-BE49-F238E27FC236}">
                  <a16:creationId xmlns:a16="http://schemas.microsoft.com/office/drawing/2014/main" id="{839379FF-E8EC-4475-A7CC-126C415DF399}"/>
                </a:ext>
              </a:extLst>
            </p:cNvPr>
            <p:cNvSpPr/>
            <p:nvPr/>
          </p:nvSpPr>
          <p:spPr>
            <a:xfrm>
              <a:off x="6918163" y="3507839"/>
              <a:ext cx="115200" cy="115200"/>
            </a:xfrm>
            <a:prstGeom prst="pentagon">
              <a:avLst/>
            </a:prstGeom>
            <a:solidFill>
              <a:srgbClr val="76BF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92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4CF33ABF-C12C-4F98-BB07-C505F07AC898}"/>
              </a:ext>
            </a:extLst>
          </p:cNvPr>
          <p:cNvGrpSpPr/>
          <p:nvPr/>
        </p:nvGrpSpPr>
        <p:grpSpPr>
          <a:xfrm>
            <a:off x="4312456" y="1885123"/>
            <a:ext cx="540000" cy="1908000"/>
            <a:chOff x="5861088" y="1989571"/>
            <a:chExt cx="540000" cy="1908000"/>
          </a:xfrm>
        </p:grpSpPr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8CB41872-6E8B-4EC5-8D44-55D81F2BF2B9}"/>
                </a:ext>
              </a:extLst>
            </p:cNvPr>
            <p:cNvSpPr/>
            <p:nvPr/>
          </p:nvSpPr>
          <p:spPr>
            <a:xfrm>
              <a:off x="5861088" y="1989571"/>
              <a:ext cx="540000" cy="1908000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AFB602E1-B290-45A6-BFF5-4F7F17FA2F5C}"/>
                </a:ext>
              </a:extLst>
            </p:cNvPr>
            <p:cNvSpPr/>
            <p:nvPr/>
          </p:nvSpPr>
          <p:spPr>
            <a:xfrm rot="5400000">
              <a:off x="6015545" y="2654628"/>
              <a:ext cx="242390" cy="24239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86861861-9597-4443-94EF-083F41C17257}"/>
                </a:ext>
              </a:extLst>
            </p:cNvPr>
            <p:cNvSpPr/>
            <p:nvPr/>
          </p:nvSpPr>
          <p:spPr>
            <a:xfrm rot="5400000">
              <a:off x="6018641" y="3050947"/>
              <a:ext cx="242390" cy="24239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414EFB45-D115-4063-AA24-4E98AF8DE235}"/>
                </a:ext>
              </a:extLst>
            </p:cNvPr>
            <p:cNvSpPr/>
            <p:nvPr/>
          </p:nvSpPr>
          <p:spPr>
            <a:xfrm rot="5400000">
              <a:off x="6023077" y="3433071"/>
              <a:ext cx="242390" cy="24239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B701C185-8208-45EE-A310-30CC27D9316E}"/>
              </a:ext>
            </a:extLst>
          </p:cNvPr>
          <p:cNvGrpSpPr/>
          <p:nvPr/>
        </p:nvGrpSpPr>
        <p:grpSpPr>
          <a:xfrm>
            <a:off x="2478742" y="1885123"/>
            <a:ext cx="540000" cy="1908000"/>
            <a:chOff x="3595958" y="4317831"/>
            <a:chExt cx="540000" cy="1908000"/>
          </a:xfrm>
        </p:grpSpPr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B6635CDB-7A07-4632-852B-B964E1F49474}"/>
                </a:ext>
              </a:extLst>
            </p:cNvPr>
            <p:cNvSpPr/>
            <p:nvPr/>
          </p:nvSpPr>
          <p:spPr>
            <a:xfrm>
              <a:off x="3595958" y="4317831"/>
              <a:ext cx="540000" cy="1908000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等腰三角形 175">
              <a:extLst>
                <a:ext uri="{FF2B5EF4-FFF2-40B4-BE49-F238E27FC236}">
                  <a16:creationId xmlns:a16="http://schemas.microsoft.com/office/drawing/2014/main" id="{FA853499-F4EC-4D68-9F39-FE62544C0020}"/>
                </a:ext>
              </a:extLst>
            </p:cNvPr>
            <p:cNvSpPr/>
            <p:nvPr/>
          </p:nvSpPr>
          <p:spPr>
            <a:xfrm>
              <a:off x="3762200" y="5763415"/>
              <a:ext cx="242390" cy="24239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等腰三角形 176">
              <a:extLst>
                <a:ext uri="{FF2B5EF4-FFF2-40B4-BE49-F238E27FC236}">
                  <a16:creationId xmlns:a16="http://schemas.microsoft.com/office/drawing/2014/main" id="{B64F8952-D861-4DF5-9D7C-2FC84D43AC32}"/>
                </a:ext>
              </a:extLst>
            </p:cNvPr>
            <p:cNvSpPr/>
            <p:nvPr/>
          </p:nvSpPr>
          <p:spPr>
            <a:xfrm>
              <a:off x="3755924" y="4976867"/>
              <a:ext cx="242390" cy="242390"/>
            </a:xfrm>
            <a:prstGeom prst="triangle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4B959504-0B8F-4FD6-97EB-110874022AB9}"/>
              </a:ext>
            </a:extLst>
          </p:cNvPr>
          <p:cNvGrpSpPr/>
          <p:nvPr/>
        </p:nvGrpSpPr>
        <p:grpSpPr>
          <a:xfrm>
            <a:off x="6039041" y="4478292"/>
            <a:ext cx="540000" cy="1908000"/>
            <a:chOff x="7596614" y="1936385"/>
            <a:chExt cx="540000" cy="1908000"/>
          </a:xfrm>
        </p:grpSpPr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2B59F978-2C49-4A7C-932B-3E0960A1BEA3}"/>
                </a:ext>
              </a:extLst>
            </p:cNvPr>
            <p:cNvSpPr/>
            <p:nvPr/>
          </p:nvSpPr>
          <p:spPr>
            <a:xfrm>
              <a:off x="7596614" y="1936385"/>
              <a:ext cx="540000" cy="1908000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8" name="五边形 167">
              <a:extLst>
                <a:ext uri="{FF2B5EF4-FFF2-40B4-BE49-F238E27FC236}">
                  <a16:creationId xmlns:a16="http://schemas.microsoft.com/office/drawing/2014/main" id="{B56A87E0-B3AE-464C-B1CC-2742CF4D36B8}"/>
                </a:ext>
              </a:extLst>
            </p:cNvPr>
            <p:cNvSpPr/>
            <p:nvPr/>
          </p:nvSpPr>
          <p:spPr>
            <a:xfrm>
              <a:off x="7767084" y="2566743"/>
              <a:ext cx="242390" cy="242390"/>
            </a:xfrm>
            <a:prstGeom prst="pentagon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五边形 168">
              <a:extLst>
                <a:ext uri="{FF2B5EF4-FFF2-40B4-BE49-F238E27FC236}">
                  <a16:creationId xmlns:a16="http://schemas.microsoft.com/office/drawing/2014/main" id="{FC689027-1906-4815-B1D5-15454E3B97C5}"/>
                </a:ext>
              </a:extLst>
            </p:cNvPr>
            <p:cNvSpPr/>
            <p:nvPr/>
          </p:nvSpPr>
          <p:spPr>
            <a:xfrm>
              <a:off x="7767084" y="2994669"/>
              <a:ext cx="242390" cy="242390"/>
            </a:xfrm>
            <a:prstGeom prst="pentagon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0" name="五边形 169">
              <a:extLst>
                <a:ext uri="{FF2B5EF4-FFF2-40B4-BE49-F238E27FC236}">
                  <a16:creationId xmlns:a16="http://schemas.microsoft.com/office/drawing/2014/main" id="{97E5D683-69E8-45EF-B919-4BCABC433516}"/>
                </a:ext>
              </a:extLst>
            </p:cNvPr>
            <p:cNvSpPr/>
            <p:nvPr/>
          </p:nvSpPr>
          <p:spPr>
            <a:xfrm>
              <a:off x="7763475" y="3364834"/>
              <a:ext cx="242390" cy="24239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807FBEE6-D7CE-49BC-9BB2-2C72A35CE50D}"/>
              </a:ext>
            </a:extLst>
          </p:cNvPr>
          <p:cNvGrpSpPr/>
          <p:nvPr/>
        </p:nvGrpSpPr>
        <p:grpSpPr>
          <a:xfrm>
            <a:off x="5440885" y="4472119"/>
            <a:ext cx="540000" cy="1908000"/>
            <a:chOff x="7596614" y="1936385"/>
            <a:chExt cx="540000" cy="1908000"/>
          </a:xfrm>
        </p:grpSpPr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424DD83D-94E9-4222-8BFC-CF1426796E9C}"/>
                </a:ext>
              </a:extLst>
            </p:cNvPr>
            <p:cNvSpPr/>
            <p:nvPr/>
          </p:nvSpPr>
          <p:spPr>
            <a:xfrm>
              <a:off x="7596614" y="1936385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" name="五边形 160">
              <a:extLst>
                <a:ext uri="{FF2B5EF4-FFF2-40B4-BE49-F238E27FC236}">
                  <a16:creationId xmlns:a16="http://schemas.microsoft.com/office/drawing/2014/main" id="{82A74E63-98A6-4A4A-85AA-73989140CCFA}"/>
                </a:ext>
              </a:extLst>
            </p:cNvPr>
            <p:cNvSpPr/>
            <p:nvPr/>
          </p:nvSpPr>
          <p:spPr>
            <a:xfrm>
              <a:off x="7756124" y="2170145"/>
              <a:ext cx="242390" cy="24239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五边形 161">
              <a:extLst>
                <a:ext uri="{FF2B5EF4-FFF2-40B4-BE49-F238E27FC236}">
                  <a16:creationId xmlns:a16="http://schemas.microsoft.com/office/drawing/2014/main" id="{2AFC1FCD-7E69-4684-B246-B5CC9EDD665E}"/>
                </a:ext>
              </a:extLst>
            </p:cNvPr>
            <p:cNvSpPr/>
            <p:nvPr/>
          </p:nvSpPr>
          <p:spPr>
            <a:xfrm>
              <a:off x="7767084" y="2566743"/>
              <a:ext cx="242390" cy="242390"/>
            </a:xfrm>
            <a:prstGeom prst="pentagon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五边形 162">
              <a:extLst>
                <a:ext uri="{FF2B5EF4-FFF2-40B4-BE49-F238E27FC236}">
                  <a16:creationId xmlns:a16="http://schemas.microsoft.com/office/drawing/2014/main" id="{F3F8475B-836E-47AA-9A38-B114CE5F8686}"/>
                </a:ext>
              </a:extLst>
            </p:cNvPr>
            <p:cNvSpPr/>
            <p:nvPr/>
          </p:nvSpPr>
          <p:spPr>
            <a:xfrm>
              <a:off x="7767084" y="3001493"/>
              <a:ext cx="242390" cy="242390"/>
            </a:xfrm>
            <a:prstGeom prst="pentagon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D9C9F-3FF4-44B0-B1D9-BAD4BE9530C6}"/>
              </a:ext>
            </a:extLst>
          </p:cNvPr>
          <p:cNvSpPr txBox="1"/>
          <p:nvPr/>
        </p:nvSpPr>
        <p:spPr>
          <a:xfrm>
            <a:off x="1569647" y="1517761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29131F5-6896-475B-B0EF-1A192A8C8040}"/>
              </a:ext>
            </a:extLst>
          </p:cNvPr>
          <p:cNvSpPr/>
          <p:nvPr/>
        </p:nvSpPr>
        <p:spPr>
          <a:xfrm rot="13574978">
            <a:off x="4211094" y="2267862"/>
            <a:ext cx="106372" cy="36000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15469A-838C-47B2-94AF-C3ECBAF15117}"/>
              </a:ext>
            </a:extLst>
          </p:cNvPr>
          <p:cNvSpPr txBox="1"/>
          <p:nvPr/>
        </p:nvSpPr>
        <p:spPr>
          <a:xfrm>
            <a:off x="4049366" y="2154519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b="1" dirty="0">
              <a:solidFill>
                <a:srgbClr val="A5A5A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316E68-A0D5-4137-843A-353E9510ED5B}"/>
              </a:ext>
            </a:extLst>
          </p:cNvPr>
          <p:cNvSpPr txBox="1"/>
          <p:nvPr/>
        </p:nvSpPr>
        <p:spPr>
          <a:xfrm>
            <a:off x="3501757" y="1517761"/>
            <a:ext cx="17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48D0364-AFF0-46A3-89B3-9F5AC50B8495}"/>
              </a:ext>
            </a:extLst>
          </p:cNvPr>
          <p:cNvSpPr txBox="1"/>
          <p:nvPr/>
        </p:nvSpPr>
        <p:spPr>
          <a:xfrm>
            <a:off x="5160621" y="1517761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562D9F1-EE6D-47F8-8643-EC7BDE93F275}"/>
              </a:ext>
            </a:extLst>
          </p:cNvPr>
          <p:cNvCxnSpPr>
            <a:cxnSpLocks/>
          </p:cNvCxnSpPr>
          <p:nvPr/>
        </p:nvCxnSpPr>
        <p:spPr>
          <a:xfrm flipH="1">
            <a:off x="2269120" y="466586"/>
            <a:ext cx="3857183" cy="60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AD76FCB-33F2-4DC0-8BAF-1BB7619DF389}"/>
              </a:ext>
            </a:extLst>
          </p:cNvPr>
          <p:cNvCxnSpPr>
            <a:cxnSpLocks/>
          </p:cNvCxnSpPr>
          <p:nvPr/>
        </p:nvCxnSpPr>
        <p:spPr>
          <a:xfrm rot="5400000" flipH="1">
            <a:off x="5680274" y="818536"/>
            <a:ext cx="4847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1C5BD6B-32B2-4CFC-9B18-BFBC7809B0B3}"/>
              </a:ext>
            </a:extLst>
          </p:cNvPr>
          <p:cNvCxnSpPr>
            <a:cxnSpLocks/>
          </p:cNvCxnSpPr>
          <p:nvPr/>
        </p:nvCxnSpPr>
        <p:spPr>
          <a:xfrm rot="5400000" flipH="1">
            <a:off x="6085911" y="815651"/>
            <a:ext cx="4847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EA0A44F-72A3-4E39-BCAE-2997BBE2F05B}"/>
              </a:ext>
            </a:extLst>
          </p:cNvPr>
          <p:cNvCxnSpPr>
            <a:cxnSpLocks/>
          </p:cNvCxnSpPr>
          <p:nvPr/>
        </p:nvCxnSpPr>
        <p:spPr>
          <a:xfrm flipV="1">
            <a:off x="5529275" y="582150"/>
            <a:ext cx="0" cy="4847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7186A97-7A28-4E9B-9AD7-26D79C7C004E}"/>
              </a:ext>
            </a:extLst>
          </p:cNvPr>
          <p:cNvCxnSpPr>
            <a:cxnSpLocks/>
          </p:cNvCxnSpPr>
          <p:nvPr/>
        </p:nvCxnSpPr>
        <p:spPr>
          <a:xfrm flipV="1">
            <a:off x="5132205" y="582150"/>
            <a:ext cx="0" cy="4847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6BFCC1D-EFBD-41CD-AC48-C72460B57D18}"/>
              </a:ext>
            </a:extLst>
          </p:cNvPr>
          <p:cNvCxnSpPr>
            <a:cxnSpLocks/>
          </p:cNvCxnSpPr>
          <p:nvPr/>
        </p:nvCxnSpPr>
        <p:spPr>
          <a:xfrm rot="5400000" flipH="1">
            <a:off x="4374364" y="589666"/>
            <a:ext cx="2461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193214B-85EE-4556-8D10-5EC44DFA2349}"/>
              </a:ext>
            </a:extLst>
          </p:cNvPr>
          <p:cNvCxnSpPr>
            <a:cxnSpLocks/>
          </p:cNvCxnSpPr>
          <p:nvPr/>
        </p:nvCxnSpPr>
        <p:spPr>
          <a:xfrm rot="5400000" flipV="1">
            <a:off x="4507994" y="464273"/>
            <a:ext cx="1" cy="4969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D4BDCAD-7C5D-41B6-8EC9-AB4299DB358C}"/>
              </a:ext>
            </a:extLst>
          </p:cNvPr>
          <p:cNvCxnSpPr>
            <a:cxnSpLocks/>
          </p:cNvCxnSpPr>
          <p:nvPr/>
        </p:nvCxnSpPr>
        <p:spPr>
          <a:xfrm rot="5400000" flipV="1">
            <a:off x="4572913" y="888385"/>
            <a:ext cx="358408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5D3AD80-51CB-422D-8321-B7411BB451C2}"/>
              </a:ext>
            </a:extLst>
          </p:cNvPr>
          <p:cNvCxnSpPr>
            <a:cxnSpLocks/>
          </p:cNvCxnSpPr>
          <p:nvPr/>
        </p:nvCxnSpPr>
        <p:spPr>
          <a:xfrm rot="5400000" flipV="1">
            <a:off x="4084994" y="889490"/>
            <a:ext cx="358408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34DC0F3-A225-4F84-A519-4A2E5DE398F4}"/>
              </a:ext>
            </a:extLst>
          </p:cNvPr>
          <p:cNvCxnSpPr>
            <a:cxnSpLocks/>
          </p:cNvCxnSpPr>
          <p:nvPr/>
        </p:nvCxnSpPr>
        <p:spPr>
          <a:xfrm rot="5400000" flipH="1">
            <a:off x="3477673" y="589666"/>
            <a:ext cx="2461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C48BBC2-9F6E-40B5-8EB2-942E167004B0}"/>
              </a:ext>
            </a:extLst>
          </p:cNvPr>
          <p:cNvCxnSpPr>
            <a:cxnSpLocks/>
          </p:cNvCxnSpPr>
          <p:nvPr/>
        </p:nvCxnSpPr>
        <p:spPr>
          <a:xfrm rot="5400000" flipV="1">
            <a:off x="3617236" y="466478"/>
            <a:ext cx="1" cy="4924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6949607-1FFB-42A8-B2E4-F06F74DB2DFD}"/>
              </a:ext>
            </a:extLst>
          </p:cNvPr>
          <p:cNvCxnSpPr>
            <a:cxnSpLocks/>
          </p:cNvCxnSpPr>
          <p:nvPr/>
        </p:nvCxnSpPr>
        <p:spPr>
          <a:xfrm rot="5400000" flipV="1">
            <a:off x="3674351" y="891926"/>
            <a:ext cx="358408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6BD5C26-51BC-41AA-9E83-85BAB8F1A8A7}"/>
              </a:ext>
            </a:extLst>
          </p:cNvPr>
          <p:cNvCxnSpPr>
            <a:cxnSpLocks/>
          </p:cNvCxnSpPr>
          <p:nvPr/>
        </p:nvCxnSpPr>
        <p:spPr>
          <a:xfrm rot="5400000" flipV="1">
            <a:off x="3196756" y="889490"/>
            <a:ext cx="358408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A185AAA-B6F0-424B-ABFD-78ADE0C726A3}"/>
              </a:ext>
            </a:extLst>
          </p:cNvPr>
          <p:cNvCxnSpPr>
            <a:cxnSpLocks/>
          </p:cNvCxnSpPr>
          <p:nvPr/>
        </p:nvCxnSpPr>
        <p:spPr>
          <a:xfrm rot="5400000" flipH="1">
            <a:off x="2154027" y="589666"/>
            <a:ext cx="2461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3AB4138-92A4-44EA-8731-B88D66572F78}"/>
              </a:ext>
            </a:extLst>
          </p:cNvPr>
          <p:cNvCxnSpPr>
            <a:cxnSpLocks/>
          </p:cNvCxnSpPr>
          <p:nvPr/>
        </p:nvCxnSpPr>
        <p:spPr>
          <a:xfrm rot="5400000" flipV="1">
            <a:off x="2276575" y="307932"/>
            <a:ext cx="1" cy="8095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A9125B2-E3BD-4550-BD2A-8EDD5A6C7056}"/>
              </a:ext>
            </a:extLst>
          </p:cNvPr>
          <p:cNvCxnSpPr>
            <a:cxnSpLocks/>
          </p:cNvCxnSpPr>
          <p:nvPr/>
        </p:nvCxnSpPr>
        <p:spPr>
          <a:xfrm rot="5400000" flipV="1">
            <a:off x="2606861" y="778591"/>
            <a:ext cx="138823" cy="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5D1806C-AA9A-4E59-97A0-E91AFD6B85F1}"/>
              </a:ext>
            </a:extLst>
          </p:cNvPr>
          <p:cNvCxnSpPr>
            <a:cxnSpLocks/>
          </p:cNvCxnSpPr>
          <p:nvPr/>
        </p:nvCxnSpPr>
        <p:spPr>
          <a:xfrm rot="5400000" flipV="1">
            <a:off x="1811193" y="779589"/>
            <a:ext cx="139432" cy="43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000341E-5F34-493D-B78D-C8FD2D377A0C}"/>
              </a:ext>
            </a:extLst>
          </p:cNvPr>
          <p:cNvCxnSpPr>
            <a:cxnSpLocks/>
          </p:cNvCxnSpPr>
          <p:nvPr/>
        </p:nvCxnSpPr>
        <p:spPr>
          <a:xfrm rot="5400000" flipV="1">
            <a:off x="2673282" y="646342"/>
            <a:ext cx="1" cy="4104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6B8D6A9-594B-470E-8EC9-93AA1D173BCA}"/>
              </a:ext>
            </a:extLst>
          </p:cNvPr>
          <p:cNvCxnSpPr>
            <a:cxnSpLocks/>
          </p:cNvCxnSpPr>
          <p:nvPr/>
        </p:nvCxnSpPr>
        <p:spPr>
          <a:xfrm rot="5400000">
            <a:off x="2768693" y="961339"/>
            <a:ext cx="2195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43E6584-D573-4C6D-9C2F-035736690D66}"/>
              </a:ext>
            </a:extLst>
          </p:cNvPr>
          <p:cNvCxnSpPr>
            <a:cxnSpLocks/>
          </p:cNvCxnSpPr>
          <p:nvPr/>
        </p:nvCxnSpPr>
        <p:spPr>
          <a:xfrm rot="5400000" flipV="1">
            <a:off x="2361786" y="962184"/>
            <a:ext cx="219711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E696694-98D4-4BE1-90B1-3D9362296F0B}"/>
              </a:ext>
            </a:extLst>
          </p:cNvPr>
          <p:cNvCxnSpPr>
            <a:cxnSpLocks/>
          </p:cNvCxnSpPr>
          <p:nvPr/>
        </p:nvCxnSpPr>
        <p:spPr>
          <a:xfrm rot="5400000" flipV="1">
            <a:off x="1897729" y="645890"/>
            <a:ext cx="1" cy="4104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22EF9E3-625E-481B-B7D7-AAED364B8D27}"/>
              </a:ext>
            </a:extLst>
          </p:cNvPr>
          <p:cNvCxnSpPr>
            <a:cxnSpLocks/>
          </p:cNvCxnSpPr>
          <p:nvPr/>
        </p:nvCxnSpPr>
        <p:spPr>
          <a:xfrm rot="5400000">
            <a:off x="1988007" y="960887"/>
            <a:ext cx="2195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DB6C746-33B5-47B0-9799-25E439F7DE52}"/>
              </a:ext>
            </a:extLst>
          </p:cNvPr>
          <p:cNvCxnSpPr>
            <a:cxnSpLocks/>
          </p:cNvCxnSpPr>
          <p:nvPr/>
        </p:nvCxnSpPr>
        <p:spPr>
          <a:xfrm rot="5400000" flipV="1">
            <a:off x="1589425" y="960498"/>
            <a:ext cx="219711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CEA7EF2-DE47-4667-9157-1B17AD096599}"/>
              </a:ext>
            </a:extLst>
          </p:cNvPr>
          <p:cNvCxnSpPr>
            <a:cxnSpLocks/>
          </p:cNvCxnSpPr>
          <p:nvPr/>
        </p:nvCxnSpPr>
        <p:spPr>
          <a:xfrm rot="5400000" flipH="1">
            <a:off x="4099465" y="400708"/>
            <a:ext cx="1450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五边形 66">
            <a:extLst>
              <a:ext uri="{FF2B5EF4-FFF2-40B4-BE49-F238E27FC236}">
                <a16:creationId xmlns:a16="http://schemas.microsoft.com/office/drawing/2014/main" id="{8D269630-EB53-456A-A76F-8C5CCED8D4D4}"/>
              </a:ext>
            </a:extLst>
          </p:cNvPr>
          <p:cNvSpPr/>
          <p:nvPr/>
        </p:nvSpPr>
        <p:spPr>
          <a:xfrm>
            <a:off x="6213562" y="1109307"/>
            <a:ext cx="242390" cy="242390"/>
          </a:xfrm>
          <a:prstGeom prst="pentagon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566F4E8E-276B-4204-966C-14BBDD6D34A0}"/>
              </a:ext>
            </a:extLst>
          </p:cNvPr>
          <p:cNvSpPr/>
          <p:nvPr/>
        </p:nvSpPr>
        <p:spPr>
          <a:xfrm>
            <a:off x="2767595" y="1109714"/>
            <a:ext cx="242390" cy="242390"/>
          </a:xfrm>
          <a:prstGeom prst="triangle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3E79895-808A-4113-90B6-6F98CD490D08}"/>
              </a:ext>
            </a:extLst>
          </p:cNvPr>
          <p:cNvSpPr/>
          <p:nvPr/>
        </p:nvSpPr>
        <p:spPr>
          <a:xfrm rot="5400000">
            <a:off x="4622210" y="1115884"/>
            <a:ext cx="242390" cy="242390"/>
          </a:xfrm>
          <a:prstGeom prst="rect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五边形 69">
            <a:extLst>
              <a:ext uri="{FF2B5EF4-FFF2-40B4-BE49-F238E27FC236}">
                <a16:creationId xmlns:a16="http://schemas.microsoft.com/office/drawing/2014/main" id="{6926C4B0-C6AA-4861-BED2-4B1B65129659}"/>
              </a:ext>
            </a:extLst>
          </p:cNvPr>
          <p:cNvSpPr/>
          <p:nvPr/>
        </p:nvSpPr>
        <p:spPr>
          <a:xfrm>
            <a:off x="5805889" y="1110586"/>
            <a:ext cx="242390" cy="242390"/>
          </a:xfrm>
          <a:prstGeom prst="pentagon">
            <a:avLst/>
          </a:prstGeom>
          <a:solidFill>
            <a:srgbClr val="10329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五边形 70">
            <a:extLst>
              <a:ext uri="{FF2B5EF4-FFF2-40B4-BE49-F238E27FC236}">
                <a16:creationId xmlns:a16="http://schemas.microsoft.com/office/drawing/2014/main" id="{4F1E17E7-6158-449B-8D92-4BBB9AA32E6C}"/>
              </a:ext>
            </a:extLst>
          </p:cNvPr>
          <p:cNvSpPr/>
          <p:nvPr/>
        </p:nvSpPr>
        <p:spPr>
          <a:xfrm>
            <a:off x="5414332" y="1113729"/>
            <a:ext cx="242390" cy="242390"/>
          </a:xfrm>
          <a:prstGeom prst="pentagon">
            <a:avLst/>
          </a:prstGeom>
          <a:solidFill>
            <a:srgbClr val="FFAD4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五边形 71">
            <a:extLst>
              <a:ext uri="{FF2B5EF4-FFF2-40B4-BE49-F238E27FC236}">
                <a16:creationId xmlns:a16="http://schemas.microsoft.com/office/drawing/2014/main" id="{A9950F22-179A-43DC-B464-BA2EC6678557}"/>
              </a:ext>
            </a:extLst>
          </p:cNvPr>
          <p:cNvSpPr/>
          <p:nvPr/>
        </p:nvSpPr>
        <p:spPr>
          <a:xfrm>
            <a:off x="5012936" y="1113729"/>
            <a:ext cx="242390" cy="242390"/>
          </a:xfrm>
          <a:prstGeom prst="pentagon">
            <a:avLst/>
          </a:prstGeom>
          <a:solidFill>
            <a:srgbClr val="76BFA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>
            <a:extLst>
              <a:ext uri="{FF2B5EF4-FFF2-40B4-BE49-F238E27FC236}">
                <a16:creationId xmlns:a16="http://schemas.microsoft.com/office/drawing/2014/main" id="{BCAB281C-FA65-4ACB-B1E4-82488A887911}"/>
              </a:ext>
            </a:extLst>
          </p:cNvPr>
          <p:cNvSpPr/>
          <p:nvPr/>
        </p:nvSpPr>
        <p:spPr>
          <a:xfrm>
            <a:off x="2353309" y="1109307"/>
            <a:ext cx="242390" cy="242390"/>
          </a:xfrm>
          <a:prstGeom prst="triangle">
            <a:avLst/>
          </a:prstGeom>
          <a:solidFill>
            <a:srgbClr val="10329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>
            <a:extLst>
              <a:ext uri="{FF2B5EF4-FFF2-40B4-BE49-F238E27FC236}">
                <a16:creationId xmlns:a16="http://schemas.microsoft.com/office/drawing/2014/main" id="{DA192DBC-4B49-4A38-9BAA-8B6E07C4FCF8}"/>
              </a:ext>
            </a:extLst>
          </p:cNvPr>
          <p:cNvSpPr/>
          <p:nvPr/>
        </p:nvSpPr>
        <p:spPr>
          <a:xfrm>
            <a:off x="1978621" y="1109307"/>
            <a:ext cx="242390" cy="242390"/>
          </a:xfrm>
          <a:prstGeom prst="triangle">
            <a:avLst/>
          </a:prstGeom>
          <a:solidFill>
            <a:srgbClr val="FFAD4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等腰三角形 74">
            <a:extLst>
              <a:ext uri="{FF2B5EF4-FFF2-40B4-BE49-F238E27FC236}">
                <a16:creationId xmlns:a16="http://schemas.microsoft.com/office/drawing/2014/main" id="{2A1371B5-CF6B-49BF-BEF9-DD559FA7BA20}"/>
              </a:ext>
            </a:extLst>
          </p:cNvPr>
          <p:cNvSpPr/>
          <p:nvPr/>
        </p:nvSpPr>
        <p:spPr>
          <a:xfrm>
            <a:off x="1580928" y="1109307"/>
            <a:ext cx="242390" cy="242390"/>
          </a:xfrm>
          <a:prstGeom prst="triangle">
            <a:avLst/>
          </a:prstGeom>
          <a:solidFill>
            <a:srgbClr val="76BFA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34D7794-9F4C-4FC7-A81D-836FB050073C}"/>
              </a:ext>
            </a:extLst>
          </p:cNvPr>
          <p:cNvSpPr/>
          <p:nvPr/>
        </p:nvSpPr>
        <p:spPr>
          <a:xfrm rot="5400000">
            <a:off x="4144075" y="1114610"/>
            <a:ext cx="242390" cy="242390"/>
          </a:xfrm>
          <a:prstGeom prst="rect">
            <a:avLst/>
          </a:prstGeom>
          <a:solidFill>
            <a:srgbClr val="10329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8CD41D6-23AE-4A32-9000-44EDBDD71C07}"/>
              </a:ext>
            </a:extLst>
          </p:cNvPr>
          <p:cNvSpPr/>
          <p:nvPr/>
        </p:nvSpPr>
        <p:spPr>
          <a:xfrm rot="5400000">
            <a:off x="3736403" y="1113074"/>
            <a:ext cx="242390" cy="242390"/>
          </a:xfrm>
          <a:prstGeom prst="rect">
            <a:avLst/>
          </a:prstGeom>
          <a:solidFill>
            <a:srgbClr val="FFAD4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6C32B74-D9B9-4ECF-A9B8-DD4921B5CBF2}"/>
              </a:ext>
            </a:extLst>
          </p:cNvPr>
          <p:cNvSpPr/>
          <p:nvPr/>
        </p:nvSpPr>
        <p:spPr>
          <a:xfrm rot="5400000">
            <a:off x="3259367" y="1113074"/>
            <a:ext cx="242390" cy="242390"/>
          </a:xfrm>
          <a:prstGeom prst="rect">
            <a:avLst/>
          </a:prstGeom>
          <a:solidFill>
            <a:srgbClr val="76BFA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EED0596-52BA-4E2E-B8C9-11F9D2D2FD86}"/>
              </a:ext>
            </a:extLst>
          </p:cNvPr>
          <p:cNvSpPr txBox="1"/>
          <p:nvPr/>
        </p:nvSpPr>
        <p:spPr>
          <a:xfrm>
            <a:off x="1562823" y="-41152"/>
            <a:ext cx="34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8F35E2A0-F478-440E-8BE1-532F1EBA845F}"/>
              </a:ext>
            </a:extLst>
          </p:cNvPr>
          <p:cNvCxnSpPr>
            <a:cxnSpLocks/>
          </p:cNvCxnSpPr>
          <p:nvPr/>
        </p:nvCxnSpPr>
        <p:spPr>
          <a:xfrm>
            <a:off x="5125887" y="577527"/>
            <a:ext cx="409639" cy="23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9D300310-5B43-4DD3-B2CF-8EFDD1C87DC1}"/>
              </a:ext>
            </a:extLst>
          </p:cNvPr>
          <p:cNvCxnSpPr>
            <a:cxnSpLocks/>
          </p:cNvCxnSpPr>
          <p:nvPr/>
        </p:nvCxnSpPr>
        <p:spPr>
          <a:xfrm>
            <a:off x="5917846" y="573759"/>
            <a:ext cx="416911" cy="23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EF27435E-2A8D-4BF8-8001-6770C69C4531}"/>
              </a:ext>
            </a:extLst>
          </p:cNvPr>
          <p:cNvCxnSpPr>
            <a:cxnSpLocks/>
          </p:cNvCxnSpPr>
          <p:nvPr/>
        </p:nvCxnSpPr>
        <p:spPr>
          <a:xfrm rot="5400000" flipH="1">
            <a:off x="5262970" y="527128"/>
            <a:ext cx="1090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E44730FA-1E4D-4E07-8BD7-7C978DA4C633}"/>
              </a:ext>
            </a:extLst>
          </p:cNvPr>
          <p:cNvCxnSpPr>
            <a:cxnSpLocks/>
          </p:cNvCxnSpPr>
          <p:nvPr/>
        </p:nvCxnSpPr>
        <p:spPr>
          <a:xfrm rot="5400000" flipH="1">
            <a:off x="6071765" y="514920"/>
            <a:ext cx="10907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箭头: 下 9">
            <a:extLst>
              <a:ext uri="{FF2B5EF4-FFF2-40B4-BE49-F238E27FC236}">
                <a16:creationId xmlns:a16="http://schemas.microsoft.com/office/drawing/2014/main" id="{B4728E10-CE11-4AA4-BCFE-48010FD801BC}"/>
              </a:ext>
            </a:extLst>
          </p:cNvPr>
          <p:cNvSpPr/>
          <p:nvPr/>
        </p:nvSpPr>
        <p:spPr>
          <a:xfrm rot="13321836">
            <a:off x="2408129" y="2280088"/>
            <a:ext cx="106372" cy="36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905534D-5D6D-4E1D-849B-F7B9A74079B0}"/>
              </a:ext>
            </a:extLst>
          </p:cNvPr>
          <p:cNvSpPr txBox="1"/>
          <p:nvPr/>
        </p:nvSpPr>
        <p:spPr>
          <a:xfrm>
            <a:off x="5832532" y="2115495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5D02270-6A30-4AF2-9C9D-246DBDD43BE6}"/>
              </a:ext>
            </a:extLst>
          </p:cNvPr>
          <p:cNvGrpSpPr/>
          <p:nvPr/>
        </p:nvGrpSpPr>
        <p:grpSpPr>
          <a:xfrm>
            <a:off x="1912377" y="4466217"/>
            <a:ext cx="540000" cy="1908000"/>
            <a:chOff x="3443558" y="4165431"/>
            <a:chExt cx="540000" cy="1908000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6DABE227-7BDC-44A2-8B86-6FA43A5890A4}"/>
                </a:ext>
              </a:extLst>
            </p:cNvPr>
            <p:cNvSpPr/>
            <p:nvPr/>
          </p:nvSpPr>
          <p:spPr>
            <a:xfrm>
              <a:off x="3443558" y="4165431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等腰三角形 120">
              <a:extLst>
                <a:ext uri="{FF2B5EF4-FFF2-40B4-BE49-F238E27FC236}">
                  <a16:creationId xmlns:a16="http://schemas.microsoft.com/office/drawing/2014/main" id="{611EED0E-FF50-4098-B172-C647323DB3F5}"/>
                </a:ext>
              </a:extLst>
            </p:cNvPr>
            <p:cNvSpPr/>
            <p:nvPr/>
          </p:nvSpPr>
          <p:spPr>
            <a:xfrm>
              <a:off x="3603524" y="4776699"/>
              <a:ext cx="242390" cy="242390"/>
            </a:xfrm>
            <a:prstGeom prst="triangle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等腰三角形 121">
              <a:extLst>
                <a:ext uri="{FF2B5EF4-FFF2-40B4-BE49-F238E27FC236}">
                  <a16:creationId xmlns:a16="http://schemas.microsoft.com/office/drawing/2014/main" id="{6EB32F49-D04D-45BD-A498-95F3944EA928}"/>
                </a:ext>
              </a:extLst>
            </p:cNvPr>
            <p:cNvSpPr/>
            <p:nvPr/>
          </p:nvSpPr>
          <p:spPr>
            <a:xfrm>
              <a:off x="3603524" y="5208848"/>
              <a:ext cx="242390" cy="242390"/>
            </a:xfrm>
            <a:prstGeom prst="triangle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BCB41A1-087A-45B4-8495-2BCBAD4FC2B0}"/>
              </a:ext>
            </a:extLst>
          </p:cNvPr>
          <p:cNvGrpSpPr/>
          <p:nvPr/>
        </p:nvGrpSpPr>
        <p:grpSpPr>
          <a:xfrm>
            <a:off x="2482448" y="4470446"/>
            <a:ext cx="540000" cy="1908000"/>
            <a:chOff x="3595958" y="4317831"/>
            <a:chExt cx="540000" cy="1908000"/>
          </a:xfrm>
        </p:grpSpPr>
        <p:sp>
          <p:nvSpPr>
            <p:cNvPr id="123" name="矩形: 圆角 122">
              <a:extLst>
                <a:ext uri="{FF2B5EF4-FFF2-40B4-BE49-F238E27FC236}">
                  <a16:creationId xmlns:a16="http://schemas.microsoft.com/office/drawing/2014/main" id="{F6720390-F859-4190-BDDF-E0973B8D9054}"/>
                </a:ext>
              </a:extLst>
            </p:cNvPr>
            <p:cNvSpPr/>
            <p:nvPr/>
          </p:nvSpPr>
          <p:spPr>
            <a:xfrm>
              <a:off x="3595958" y="4317831"/>
              <a:ext cx="540000" cy="1908000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等腰三角形 123">
              <a:extLst>
                <a:ext uri="{FF2B5EF4-FFF2-40B4-BE49-F238E27FC236}">
                  <a16:creationId xmlns:a16="http://schemas.microsoft.com/office/drawing/2014/main" id="{14AC239D-0972-49CC-B8AF-323F0F9E3591}"/>
                </a:ext>
              </a:extLst>
            </p:cNvPr>
            <p:cNvSpPr/>
            <p:nvPr/>
          </p:nvSpPr>
          <p:spPr>
            <a:xfrm>
              <a:off x="3762200" y="5763415"/>
              <a:ext cx="242390" cy="24239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等腰三角形 125">
              <a:extLst>
                <a:ext uri="{FF2B5EF4-FFF2-40B4-BE49-F238E27FC236}">
                  <a16:creationId xmlns:a16="http://schemas.microsoft.com/office/drawing/2014/main" id="{4B6F4214-D609-4AE0-8C9E-C143DC43C367}"/>
                </a:ext>
              </a:extLst>
            </p:cNvPr>
            <p:cNvSpPr/>
            <p:nvPr/>
          </p:nvSpPr>
          <p:spPr>
            <a:xfrm>
              <a:off x="3755924" y="4929099"/>
              <a:ext cx="242390" cy="242390"/>
            </a:xfrm>
            <a:prstGeom prst="triangle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B6B5054-8DC4-405C-96F3-FA7CE2D6FCE5}"/>
              </a:ext>
            </a:extLst>
          </p:cNvPr>
          <p:cNvSpPr txBox="1"/>
          <p:nvPr/>
        </p:nvSpPr>
        <p:spPr>
          <a:xfrm>
            <a:off x="1616104" y="3748298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676E54F-CAAE-4C34-AC20-31CF160F83D4}"/>
              </a:ext>
            </a:extLst>
          </p:cNvPr>
          <p:cNvSpPr txBox="1"/>
          <p:nvPr/>
        </p:nvSpPr>
        <p:spPr>
          <a:xfrm>
            <a:off x="3510738" y="3748298"/>
            <a:ext cx="1799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4C266C8-F768-408C-B498-9D367827A08C}"/>
              </a:ext>
            </a:extLst>
          </p:cNvPr>
          <p:cNvSpPr txBox="1"/>
          <p:nvPr/>
        </p:nvSpPr>
        <p:spPr>
          <a:xfrm>
            <a:off x="5211744" y="3744960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9396DD8F-DD8B-426B-B086-CFF43238DCA3}"/>
              </a:ext>
            </a:extLst>
          </p:cNvPr>
          <p:cNvGrpSpPr/>
          <p:nvPr/>
        </p:nvGrpSpPr>
        <p:grpSpPr>
          <a:xfrm>
            <a:off x="3705623" y="4471409"/>
            <a:ext cx="540000" cy="1908000"/>
            <a:chOff x="5861088" y="1989571"/>
            <a:chExt cx="540000" cy="1908000"/>
          </a:xfrm>
        </p:grpSpPr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C87AF0E5-37E1-46E9-8505-1BF7B79A180F}"/>
                </a:ext>
              </a:extLst>
            </p:cNvPr>
            <p:cNvSpPr/>
            <p:nvPr/>
          </p:nvSpPr>
          <p:spPr>
            <a:xfrm>
              <a:off x="5861088" y="1989571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0CFE3CAB-6076-4CFA-B47A-2B18FE89ED79}"/>
                </a:ext>
              </a:extLst>
            </p:cNvPr>
            <p:cNvSpPr/>
            <p:nvPr/>
          </p:nvSpPr>
          <p:spPr>
            <a:xfrm rot="5400000">
              <a:off x="6015545" y="2187577"/>
              <a:ext cx="242390" cy="242390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D69CFE2D-86E4-4750-A6E0-8DA7BEFE7858}"/>
                </a:ext>
              </a:extLst>
            </p:cNvPr>
            <p:cNvSpPr/>
            <p:nvPr/>
          </p:nvSpPr>
          <p:spPr>
            <a:xfrm rot="5400000">
              <a:off x="6015545" y="2606860"/>
              <a:ext cx="242390" cy="24239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0F730321-0EE9-4708-A4FF-190914DC0300}"/>
                </a:ext>
              </a:extLst>
            </p:cNvPr>
            <p:cNvSpPr/>
            <p:nvPr/>
          </p:nvSpPr>
          <p:spPr>
            <a:xfrm rot="5400000">
              <a:off x="6018641" y="3050947"/>
              <a:ext cx="242390" cy="24239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427EC8DD-67A0-446E-9F6C-4EAF2A71F4D5}"/>
              </a:ext>
            </a:extLst>
          </p:cNvPr>
          <p:cNvGrpSpPr/>
          <p:nvPr/>
        </p:nvGrpSpPr>
        <p:grpSpPr>
          <a:xfrm>
            <a:off x="4315226" y="4466217"/>
            <a:ext cx="540000" cy="1908000"/>
            <a:chOff x="5861088" y="1989571"/>
            <a:chExt cx="540000" cy="1908000"/>
          </a:xfrm>
        </p:grpSpPr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390BAEFC-1A7B-45D8-9989-0089BDB1B2FD}"/>
                </a:ext>
              </a:extLst>
            </p:cNvPr>
            <p:cNvSpPr/>
            <p:nvPr/>
          </p:nvSpPr>
          <p:spPr>
            <a:xfrm>
              <a:off x="5861088" y="1989571"/>
              <a:ext cx="540000" cy="1908000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E3AC8DB8-08A3-4C48-8E5D-76932B8D07F5}"/>
                </a:ext>
              </a:extLst>
            </p:cNvPr>
            <p:cNvSpPr/>
            <p:nvPr/>
          </p:nvSpPr>
          <p:spPr>
            <a:xfrm rot="5400000">
              <a:off x="6015545" y="2606860"/>
              <a:ext cx="242390" cy="24239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7C4CE6E0-1F74-4E2C-A65A-45DB93F06F18}"/>
                </a:ext>
              </a:extLst>
            </p:cNvPr>
            <p:cNvSpPr/>
            <p:nvPr/>
          </p:nvSpPr>
          <p:spPr>
            <a:xfrm rot="5400000">
              <a:off x="6018641" y="3050947"/>
              <a:ext cx="242390" cy="24239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91E27989-0AE0-477D-A53E-25EB9CDFAFC4}"/>
                </a:ext>
              </a:extLst>
            </p:cNvPr>
            <p:cNvSpPr/>
            <p:nvPr/>
          </p:nvSpPr>
          <p:spPr>
            <a:xfrm rot="5400000">
              <a:off x="6023077" y="3433071"/>
              <a:ext cx="242390" cy="24239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2" name="箭头: 下 191">
            <a:extLst>
              <a:ext uri="{FF2B5EF4-FFF2-40B4-BE49-F238E27FC236}">
                <a16:creationId xmlns:a16="http://schemas.microsoft.com/office/drawing/2014/main" id="{383B6B05-A50A-4B7F-B863-2526AF90D115}"/>
              </a:ext>
            </a:extLst>
          </p:cNvPr>
          <p:cNvSpPr/>
          <p:nvPr/>
        </p:nvSpPr>
        <p:spPr>
          <a:xfrm rot="16200000">
            <a:off x="4241729" y="4690695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29BAE5B0-5514-4A5D-9903-74F1215A9C1A}"/>
              </a:ext>
            </a:extLst>
          </p:cNvPr>
          <p:cNvSpPr txBox="1"/>
          <p:nvPr/>
        </p:nvSpPr>
        <p:spPr>
          <a:xfrm>
            <a:off x="4150660" y="4508397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01FBD27-72C8-4817-A1F4-9528C41674C8}"/>
              </a:ext>
            </a:extLst>
          </p:cNvPr>
          <p:cNvSpPr/>
          <p:nvPr/>
        </p:nvSpPr>
        <p:spPr>
          <a:xfrm rot="5400000">
            <a:off x="2331179" y="4141006"/>
            <a:ext cx="242390" cy="242390"/>
          </a:xfrm>
          <a:prstGeom prst="rect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箭头: 下 202">
            <a:extLst>
              <a:ext uri="{FF2B5EF4-FFF2-40B4-BE49-F238E27FC236}">
                <a16:creationId xmlns:a16="http://schemas.microsoft.com/office/drawing/2014/main" id="{90CFA911-120B-43BB-B29C-4C95FC6DA138}"/>
              </a:ext>
            </a:extLst>
          </p:cNvPr>
          <p:cNvSpPr/>
          <p:nvPr/>
        </p:nvSpPr>
        <p:spPr>
          <a:xfrm rot="2051270">
            <a:off x="2203512" y="4410930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914F1CC4-A70D-485B-8777-5417BCAFA3C8}"/>
              </a:ext>
            </a:extLst>
          </p:cNvPr>
          <p:cNvSpPr txBox="1"/>
          <p:nvPr/>
        </p:nvSpPr>
        <p:spPr>
          <a:xfrm rot="7407277">
            <a:off x="2129396" y="424829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箭头: 下 204">
            <a:extLst>
              <a:ext uri="{FF2B5EF4-FFF2-40B4-BE49-F238E27FC236}">
                <a16:creationId xmlns:a16="http://schemas.microsoft.com/office/drawing/2014/main" id="{CB693D1F-9602-4BF4-9D29-3435635F4967}"/>
              </a:ext>
            </a:extLst>
          </p:cNvPr>
          <p:cNvSpPr/>
          <p:nvPr/>
        </p:nvSpPr>
        <p:spPr>
          <a:xfrm rot="19137243">
            <a:off x="2588231" y="4401812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A5095FBA-8498-4579-96DC-BD46449923C2}"/>
              </a:ext>
            </a:extLst>
          </p:cNvPr>
          <p:cNvSpPr txBox="1"/>
          <p:nvPr/>
        </p:nvSpPr>
        <p:spPr>
          <a:xfrm rot="3085918">
            <a:off x="2609766" y="4208768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823A17B8-313D-4F5E-94B9-2F16DB09EBF2}"/>
              </a:ext>
            </a:extLst>
          </p:cNvPr>
          <p:cNvSpPr/>
          <p:nvPr/>
        </p:nvSpPr>
        <p:spPr>
          <a:xfrm rot="5400000">
            <a:off x="5880239" y="4137236"/>
            <a:ext cx="242390" cy="242390"/>
          </a:xfrm>
          <a:prstGeom prst="rect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箭头: 下 229">
            <a:extLst>
              <a:ext uri="{FF2B5EF4-FFF2-40B4-BE49-F238E27FC236}">
                <a16:creationId xmlns:a16="http://schemas.microsoft.com/office/drawing/2014/main" id="{4D8276B2-42FB-4F92-8BBF-A16768993CC7}"/>
              </a:ext>
            </a:extLst>
          </p:cNvPr>
          <p:cNvSpPr/>
          <p:nvPr/>
        </p:nvSpPr>
        <p:spPr>
          <a:xfrm rot="19388721">
            <a:off x="6109499" y="4402032"/>
            <a:ext cx="106372" cy="21600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1307C3-21D9-484A-8D1B-DAF6E4F6BD7D}"/>
              </a:ext>
            </a:extLst>
          </p:cNvPr>
          <p:cNvSpPr txBox="1"/>
          <p:nvPr/>
        </p:nvSpPr>
        <p:spPr>
          <a:xfrm rot="3220518">
            <a:off x="6087312" y="4259391"/>
            <a:ext cx="3183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9CF08A63-46A9-4401-ACD5-BE7AE0D68463}"/>
              </a:ext>
            </a:extLst>
          </p:cNvPr>
          <p:cNvSpPr txBox="1"/>
          <p:nvPr/>
        </p:nvSpPr>
        <p:spPr>
          <a:xfrm>
            <a:off x="2240570" y="2176081"/>
            <a:ext cx="31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62786AD-3FF8-46DA-BF98-45761DB16418}"/>
              </a:ext>
            </a:extLst>
          </p:cNvPr>
          <p:cNvCxnSpPr/>
          <p:nvPr/>
        </p:nvCxnSpPr>
        <p:spPr>
          <a:xfrm>
            <a:off x="1562823" y="1627164"/>
            <a:ext cx="0" cy="208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E136D17E-F821-4629-A072-E2CA258ACF7E}"/>
              </a:ext>
            </a:extLst>
          </p:cNvPr>
          <p:cNvCxnSpPr/>
          <p:nvPr/>
        </p:nvCxnSpPr>
        <p:spPr>
          <a:xfrm>
            <a:off x="1562823" y="3849928"/>
            <a:ext cx="0" cy="252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44BD567-CEEB-459C-9D38-33904737CC1E}"/>
              </a:ext>
            </a:extLst>
          </p:cNvPr>
          <p:cNvSpPr txBox="1"/>
          <p:nvPr/>
        </p:nvSpPr>
        <p:spPr>
          <a:xfrm rot="16200000">
            <a:off x="323553" y="2547664"/>
            <a:ext cx="20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Species distinctiveness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709862F-B2CD-409D-932F-E01DB20B5F20}"/>
              </a:ext>
            </a:extLst>
          </p:cNvPr>
          <p:cNvSpPr txBox="1"/>
          <p:nvPr/>
        </p:nvSpPr>
        <p:spPr>
          <a:xfrm rot="16200000">
            <a:off x="257047" y="4847894"/>
            <a:ext cx="2237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Regional distinctiveness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1F52F72C-C406-4B8B-BE6B-55EDCEA1BC79}"/>
              </a:ext>
            </a:extLst>
          </p:cNvPr>
          <p:cNvSpPr/>
          <p:nvPr/>
        </p:nvSpPr>
        <p:spPr>
          <a:xfrm rot="5400000">
            <a:off x="2056170" y="2556782"/>
            <a:ext cx="242390" cy="242390"/>
          </a:xfrm>
          <a:prstGeom prst="rect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85FF9D01-A14F-47CF-A731-A4BBA8EE5B56}"/>
              </a:ext>
            </a:extLst>
          </p:cNvPr>
          <p:cNvSpPr/>
          <p:nvPr/>
        </p:nvSpPr>
        <p:spPr>
          <a:xfrm rot="5400000">
            <a:off x="3868141" y="2558487"/>
            <a:ext cx="242390" cy="242390"/>
          </a:xfrm>
          <a:prstGeom prst="rect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DE39AD0-CE27-46CD-B006-16F0561FCA4B}"/>
              </a:ext>
            </a:extLst>
          </p:cNvPr>
          <p:cNvSpPr/>
          <p:nvPr/>
        </p:nvSpPr>
        <p:spPr>
          <a:xfrm rot="5400000">
            <a:off x="5635993" y="2550675"/>
            <a:ext cx="242390" cy="242390"/>
          </a:xfrm>
          <a:prstGeom prst="rect">
            <a:avLst/>
          </a:prstGeom>
          <a:solidFill>
            <a:srgbClr val="42B9E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ABFC0765-E264-4BBB-A3AC-66CFC62E37ED}"/>
              </a:ext>
            </a:extLst>
          </p:cNvPr>
          <p:cNvGrpSpPr/>
          <p:nvPr/>
        </p:nvGrpSpPr>
        <p:grpSpPr>
          <a:xfrm>
            <a:off x="6032775" y="1840298"/>
            <a:ext cx="540000" cy="1908000"/>
            <a:chOff x="7596614" y="1936385"/>
            <a:chExt cx="540000" cy="1908000"/>
          </a:xfrm>
        </p:grpSpPr>
        <p:sp>
          <p:nvSpPr>
            <p:cNvPr id="215" name="矩形: 圆角 214">
              <a:extLst>
                <a:ext uri="{FF2B5EF4-FFF2-40B4-BE49-F238E27FC236}">
                  <a16:creationId xmlns:a16="http://schemas.microsoft.com/office/drawing/2014/main" id="{71D14423-E700-4B1E-93C1-EBE4ECF92C17}"/>
                </a:ext>
              </a:extLst>
            </p:cNvPr>
            <p:cNvSpPr/>
            <p:nvPr/>
          </p:nvSpPr>
          <p:spPr>
            <a:xfrm>
              <a:off x="7596614" y="1936385"/>
              <a:ext cx="540000" cy="1908000"/>
            </a:xfrm>
            <a:prstGeom prst="round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6" name="五边形 215">
              <a:extLst>
                <a:ext uri="{FF2B5EF4-FFF2-40B4-BE49-F238E27FC236}">
                  <a16:creationId xmlns:a16="http://schemas.microsoft.com/office/drawing/2014/main" id="{651D0C67-C823-45B0-A467-0F9D16271997}"/>
                </a:ext>
              </a:extLst>
            </p:cNvPr>
            <p:cNvSpPr/>
            <p:nvPr/>
          </p:nvSpPr>
          <p:spPr>
            <a:xfrm>
              <a:off x="7767084" y="2628159"/>
              <a:ext cx="242390" cy="242390"/>
            </a:xfrm>
            <a:prstGeom prst="pentagon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五边形 216">
              <a:extLst>
                <a:ext uri="{FF2B5EF4-FFF2-40B4-BE49-F238E27FC236}">
                  <a16:creationId xmlns:a16="http://schemas.microsoft.com/office/drawing/2014/main" id="{104E0DEC-FC31-4310-9406-9E201EA7897A}"/>
                </a:ext>
              </a:extLst>
            </p:cNvPr>
            <p:cNvSpPr/>
            <p:nvPr/>
          </p:nvSpPr>
          <p:spPr>
            <a:xfrm>
              <a:off x="7767084" y="3015141"/>
              <a:ext cx="242390" cy="242390"/>
            </a:xfrm>
            <a:prstGeom prst="pentagon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8" name="五边形 217">
              <a:extLst>
                <a:ext uri="{FF2B5EF4-FFF2-40B4-BE49-F238E27FC236}">
                  <a16:creationId xmlns:a16="http://schemas.microsoft.com/office/drawing/2014/main" id="{58921680-17EE-4078-B4F1-E5F786594DE8}"/>
                </a:ext>
              </a:extLst>
            </p:cNvPr>
            <p:cNvSpPr/>
            <p:nvPr/>
          </p:nvSpPr>
          <p:spPr>
            <a:xfrm>
              <a:off x="7763475" y="3364834"/>
              <a:ext cx="242390" cy="24239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箭头: 下 33">
            <a:extLst>
              <a:ext uri="{FF2B5EF4-FFF2-40B4-BE49-F238E27FC236}">
                <a16:creationId xmlns:a16="http://schemas.microsoft.com/office/drawing/2014/main" id="{1D954BBF-B51A-443E-BF21-A1D82F09BF3C}"/>
              </a:ext>
            </a:extLst>
          </p:cNvPr>
          <p:cNvSpPr/>
          <p:nvPr/>
        </p:nvSpPr>
        <p:spPr>
          <a:xfrm rot="13290267">
            <a:off x="5967022" y="2223316"/>
            <a:ext cx="106372" cy="360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BAA3ACB-4FB1-4BFE-8006-C30F7049DE39}"/>
              </a:ext>
            </a:extLst>
          </p:cNvPr>
          <p:cNvSpPr/>
          <p:nvPr/>
        </p:nvSpPr>
        <p:spPr>
          <a:xfrm rot="5400000">
            <a:off x="2638560" y="2143328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B3D99612-DCEC-4206-87FB-DAE27DA05D83}"/>
              </a:ext>
            </a:extLst>
          </p:cNvPr>
          <p:cNvSpPr/>
          <p:nvPr/>
        </p:nvSpPr>
        <p:spPr>
          <a:xfrm rot="5400000">
            <a:off x="4466913" y="2143328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D003F598-9922-48E9-A025-513B881BD51E}"/>
              </a:ext>
            </a:extLst>
          </p:cNvPr>
          <p:cNvSpPr/>
          <p:nvPr/>
        </p:nvSpPr>
        <p:spPr>
          <a:xfrm rot="5400000">
            <a:off x="6208033" y="2143328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0A5910CC-7BB8-4158-A246-4276354BDA30}"/>
              </a:ext>
            </a:extLst>
          </p:cNvPr>
          <p:cNvSpPr/>
          <p:nvPr/>
        </p:nvSpPr>
        <p:spPr>
          <a:xfrm rot="5400000">
            <a:off x="2067331" y="4682934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75FFECF5-F09F-46C6-9444-9F6DD00A0F58}"/>
              </a:ext>
            </a:extLst>
          </p:cNvPr>
          <p:cNvSpPr/>
          <p:nvPr/>
        </p:nvSpPr>
        <p:spPr>
          <a:xfrm rot="5400000">
            <a:off x="2668856" y="4679623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00BE55D1-547C-46B3-B927-172D5EBED9B4}"/>
              </a:ext>
            </a:extLst>
          </p:cNvPr>
          <p:cNvSpPr/>
          <p:nvPr/>
        </p:nvSpPr>
        <p:spPr>
          <a:xfrm rot="5400000">
            <a:off x="4473008" y="4662536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8E7AE4A6-AF10-4AFE-A9AC-B7CA988CF209}"/>
              </a:ext>
            </a:extLst>
          </p:cNvPr>
          <p:cNvSpPr/>
          <p:nvPr/>
        </p:nvSpPr>
        <p:spPr>
          <a:xfrm rot="5400000">
            <a:off x="6202308" y="4712544"/>
            <a:ext cx="242390" cy="242390"/>
          </a:xfrm>
          <a:prstGeom prst="rect">
            <a:avLst/>
          </a:prstGeom>
          <a:solidFill>
            <a:srgbClr val="42B9E7">
              <a:alpha val="50196"/>
            </a:srgb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D6913C-A9B5-4873-82BD-3303AFB6585C}"/>
              </a:ext>
            </a:extLst>
          </p:cNvPr>
          <p:cNvGrpSpPr/>
          <p:nvPr/>
        </p:nvGrpSpPr>
        <p:grpSpPr>
          <a:xfrm>
            <a:off x="6989068" y="2765926"/>
            <a:ext cx="2772900" cy="2715839"/>
            <a:chOff x="6989068" y="2765926"/>
            <a:chExt cx="2772900" cy="2715839"/>
          </a:xfrm>
        </p:grpSpPr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721E4C6C-EDF0-4117-862B-22F34ACEDB94}"/>
                </a:ext>
              </a:extLst>
            </p:cNvPr>
            <p:cNvSpPr/>
            <p:nvPr/>
          </p:nvSpPr>
          <p:spPr>
            <a:xfrm>
              <a:off x="7656056" y="4358602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0" name="矩形: 圆角 289">
              <a:extLst>
                <a:ext uri="{FF2B5EF4-FFF2-40B4-BE49-F238E27FC236}">
                  <a16:creationId xmlns:a16="http://schemas.microsoft.com/office/drawing/2014/main" id="{48ED5687-8ABA-40B7-8DFC-1B6D863338CD}"/>
                </a:ext>
              </a:extLst>
            </p:cNvPr>
            <p:cNvSpPr/>
            <p:nvPr/>
          </p:nvSpPr>
          <p:spPr>
            <a:xfrm>
              <a:off x="7985018" y="4355520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5CD97CD-90A2-45EC-957F-BA57FDB4B428}"/>
                </a:ext>
              </a:extLst>
            </p:cNvPr>
            <p:cNvSpPr/>
            <p:nvPr/>
          </p:nvSpPr>
          <p:spPr>
            <a:xfrm>
              <a:off x="7583113" y="2765926"/>
              <a:ext cx="2178855" cy="217885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E7A1A4C4-27BC-4467-A9E6-B8611143CF80}"/>
                </a:ext>
              </a:extLst>
            </p:cNvPr>
            <p:cNvSpPr txBox="1"/>
            <p:nvPr/>
          </p:nvSpPr>
          <p:spPr>
            <a:xfrm>
              <a:off x="7589937" y="5173988"/>
              <a:ext cx="2099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Regional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65011EB7-43FA-4856-8564-15A5D3E1CDE7}"/>
                </a:ext>
              </a:extLst>
            </p:cNvPr>
            <p:cNvSpPr txBox="1"/>
            <p:nvPr/>
          </p:nvSpPr>
          <p:spPr>
            <a:xfrm rot="16200000">
              <a:off x="6116408" y="3667813"/>
              <a:ext cx="20530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distinctiveness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F9795880-1DE7-47CD-885E-4F935EACFFFF}"/>
                </a:ext>
              </a:extLst>
            </p:cNvPr>
            <p:cNvSpPr txBox="1"/>
            <p:nvPr/>
          </p:nvSpPr>
          <p:spPr>
            <a:xfrm>
              <a:off x="7584591" y="4947824"/>
              <a:ext cx="5835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Low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E1B4E918-957A-4D8A-9195-1B2BFCAC5C84}"/>
                </a:ext>
              </a:extLst>
            </p:cNvPr>
            <p:cNvSpPr txBox="1"/>
            <p:nvPr/>
          </p:nvSpPr>
          <p:spPr>
            <a:xfrm>
              <a:off x="8238384" y="4956562"/>
              <a:ext cx="8149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Medium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3FE88406-B8A9-4713-B39D-0ACD03FC5E71}"/>
                </a:ext>
              </a:extLst>
            </p:cNvPr>
            <p:cNvSpPr txBox="1"/>
            <p:nvPr/>
          </p:nvSpPr>
          <p:spPr>
            <a:xfrm>
              <a:off x="9155262" y="4955255"/>
              <a:ext cx="5835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High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等腰三角形 197">
              <a:extLst>
                <a:ext uri="{FF2B5EF4-FFF2-40B4-BE49-F238E27FC236}">
                  <a16:creationId xmlns:a16="http://schemas.microsoft.com/office/drawing/2014/main" id="{1F50A034-79DD-4D08-8BB8-D09A8F85AFDF}"/>
                </a:ext>
              </a:extLst>
            </p:cNvPr>
            <p:cNvSpPr/>
            <p:nvPr/>
          </p:nvSpPr>
          <p:spPr>
            <a:xfrm>
              <a:off x="8056762" y="4642347"/>
              <a:ext cx="115200" cy="115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9" name="等腰三角形 198">
              <a:extLst>
                <a:ext uri="{FF2B5EF4-FFF2-40B4-BE49-F238E27FC236}">
                  <a16:creationId xmlns:a16="http://schemas.microsoft.com/office/drawing/2014/main" id="{73E9B357-B6F3-48F0-908E-7C0C9DC662E4}"/>
                </a:ext>
              </a:extLst>
            </p:cNvPr>
            <p:cNvSpPr/>
            <p:nvPr/>
          </p:nvSpPr>
          <p:spPr>
            <a:xfrm>
              <a:off x="8057200" y="4440345"/>
              <a:ext cx="115200" cy="115200"/>
            </a:xfrm>
            <a:prstGeom prst="triangle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等腰三角形 199">
              <a:extLst>
                <a:ext uri="{FF2B5EF4-FFF2-40B4-BE49-F238E27FC236}">
                  <a16:creationId xmlns:a16="http://schemas.microsoft.com/office/drawing/2014/main" id="{B06046A0-713A-4566-A764-A133D618CD35}"/>
                </a:ext>
              </a:extLst>
            </p:cNvPr>
            <p:cNvSpPr/>
            <p:nvPr/>
          </p:nvSpPr>
          <p:spPr>
            <a:xfrm>
              <a:off x="7724517" y="4642347"/>
              <a:ext cx="115200" cy="115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1" name="等腰三角形 200">
              <a:extLst>
                <a:ext uri="{FF2B5EF4-FFF2-40B4-BE49-F238E27FC236}">
                  <a16:creationId xmlns:a16="http://schemas.microsoft.com/office/drawing/2014/main" id="{6FE7FE28-C88C-4378-90D2-BB238E6D8951}"/>
                </a:ext>
              </a:extLst>
            </p:cNvPr>
            <p:cNvSpPr/>
            <p:nvPr/>
          </p:nvSpPr>
          <p:spPr>
            <a:xfrm>
              <a:off x="7724955" y="4440345"/>
              <a:ext cx="115200" cy="115200"/>
            </a:xfrm>
            <a:prstGeom prst="triangle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: 圆角 228">
              <a:extLst>
                <a:ext uri="{FF2B5EF4-FFF2-40B4-BE49-F238E27FC236}">
                  <a16:creationId xmlns:a16="http://schemas.microsoft.com/office/drawing/2014/main" id="{55A67340-7395-4761-9B21-EFBB767E3395}"/>
                </a:ext>
              </a:extLst>
            </p:cNvPr>
            <p:cNvSpPr/>
            <p:nvPr/>
          </p:nvSpPr>
          <p:spPr>
            <a:xfrm>
              <a:off x="7653220" y="3616886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1" name="矩形: 圆角 230">
              <a:extLst>
                <a:ext uri="{FF2B5EF4-FFF2-40B4-BE49-F238E27FC236}">
                  <a16:creationId xmlns:a16="http://schemas.microsoft.com/office/drawing/2014/main" id="{67C52F89-0E26-4D5B-9C71-0DCA103FD9F1}"/>
                </a:ext>
              </a:extLst>
            </p:cNvPr>
            <p:cNvSpPr/>
            <p:nvPr/>
          </p:nvSpPr>
          <p:spPr>
            <a:xfrm>
              <a:off x="7982182" y="3613804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6" name="矩形: 圆角 255">
              <a:extLst>
                <a:ext uri="{FF2B5EF4-FFF2-40B4-BE49-F238E27FC236}">
                  <a16:creationId xmlns:a16="http://schemas.microsoft.com/office/drawing/2014/main" id="{993C9D4C-3152-4989-AC13-2DA66DCE7E4F}"/>
                </a:ext>
              </a:extLst>
            </p:cNvPr>
            <p:cNvSpPr/>
            <p:nvPr/>
          </p:nvSpPr>
          <p:spPr>
            <a:xfrm>
              <a:off x="7652618" y="2902391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7" name="矩形: 圆角 256">
              <a:extLst>
                <a:ext uri="{FF2B5EF4-FFF2-40B4-BE49-F238E27FC236}">
                  <a16:creationId xmlns:a16="http://schemas.microsoft.com/office/drawing/2014/main" id="{F3CA234B-FE80-4FA6-A865-4F7CE9AF1A77}"/>
                </a:ext>
              </a:extLst>
            </p:cNvPr>
            <p:cNvSpPr/>
            <p:nvPr/>
          </p:nvSpPr>
          <p:spPr>
            <a:xfrm>
              <a:off x="7981580" y="2899309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4726D5A8-1C06-4ACB-9C21-DC1665D398D1}"/>
                </a:ext>
              </a:extLst>
            </p:cNvPr>
            <p:cNvSpPr/>
            <p:nvPr/>
          </p:nvSpPr>
          <p:spPr>
            <a:xfrm rot="5400000">
              <a:off x="7727103" y="3932188"/>
              <a:ext cx="113579" cy="113579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FB19E2DA-4934-4B37-9646-31A004EB0478}"/>
                </a:ext>
              </a:extLst>
            </p:cNvPr>
            <p:cNvSpPr/>
            <p:nvPr/>
          </p:nvSpPr>
          <p:spPr>
            <a:xfrm rot="5400000">
              <a:off x="7727103" y="3725828"/>
              <a:ext cx="113579" cy="113579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57028825-B873-4E63-96C4-28A46BC63BF5}"/>
                </a:ext>
              </a:extLst>
            </p:cNvPr>
            <p:cNvSpPr/>
            <p:nvPr/>
          </p:nvSpPr>
          <p:spPr>
            <a:xfrm rot="5400000">
              <a:off x="8056762" y="3926410"/>
              <a:ext cx="113579" cy="113579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6DFD1BA0-22E4-4508-8E39-560C6FEA8116}"/>
                </a:ext>
              </a:extLst>
            </p:cNvPr>
            <p:cNvSpPr/>
            <p:nvPr/>
          </p:nvSpPr>
          <p:spPr>
            <a:xfrm rot="5400000">
              <a:off x="8056762" y="3720050"/>
              <a:ext cx="113579" cy="113579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五边形 281">
              <a:extLst>
                <a:ext uri="{FF2B5EF4-FFF2-40B4-BE49-F238E27FC236}">
                  <a16:creationId xmlns:a16="http://schemas.microsoft.com/office/drawing/2014/main" id="{503E536D-BA1A-42DE-98A3-DFD3DDBB604E}"/>
                </a:ext>
              </a:extLst>
            </p:cNvPr>
            <p:cNvSpPr/>
            <p:nvPr/>
          </p:nvSpPr>
          <p:spPr>
            <a:xfrm>
              <a:off x="7725333" y="3190456"/>
              <a:ext cx="115200" cy="115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3" name="五边形 282">
              <a:extLst>
                <a:ext uri="{FF2B5EF4-FFF2-40B4-BE49-F238E27FC236}">
                  <a16:creationId xmlns:a16="http://schemas.microsoft.com/office/drawing/2014/main" id="{15C4524D-F6C3-4293-A05A-FE022297FCE0}"/>
                </a:ext>
              </a:extLst>
            </p:cNvPr>
            <p:cNvSpPr/>
            <p:nvPr/>
          </p:nvSpPr>
          <p:spPr>
            <a:xfrm>
              <a:off x="7721246" y="3000318"/>
              <a:ext cx="115200" cy="115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4" name="五边形 283">
              <a:extLst>
                <a:ext uri="{FF2B5EF4-FFF2-40B4-BE49-F238E27FC236}">
                  <a16:creationId xmlns:a16="http://schemas.microsoft.com/office/drawing/2014/main" id="{B060D037-E092-4901-B9E6-4C0892BA20FD}"/>
                </a:ext>
              </a:extLst>
            </p:cNvPr>
            <p:cNvSpPr/>
            <p:nvPr/>
          </p:nvSpPr>
          <p:spPr>
            <a:xfrm>
              <a:off x="8047481" y="3190456"/>
              <a:ext cx="115200" cy="115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5" name="五边形 284">
              <a:extLst>
                <a:ext uri="{FF2B5EF4-FFF2-40B4-BE49-F238E27FC236}">
                  <a16:creationId xmlns:a16="http://schemas.microsoft.com/office/drawing/2014/main" id="{AE8A0CC4-F5E2-4F00-964F-DE448DCDCCF4}"/>
                </a:ext>
              </a:extLst>
            </p:cNvPr>
            <p:cNvSpPr/>
            <p:nvPr/>
          </p:nvSpPr>
          <p:spPr>
            <a:xfrm>
              <a:off x="8043394" y="3000318"/>
              <a:ext cx="115200" cy="115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6" name="矩形: 圆角 285">
              <a:extLst>
                <a:ext uri="{FF2B5EF4-FFF2-40B4-BE49-F238E27FC236}">
                  <a16:creationId xmlns:a16="http://schemas.microsoft.com/office/drawing/2014/main" id="{DC046BE8-AD13-4D47-A539-0AE000780D76}"/>
                </a:ext>
              </a:extLst>
            </p:cNvPr>
            <p:cNvSpPr/>
            <p:nvPr/>
          </p:nvSpPr>
          <p:spPr>
            <a:xfrm>
              <a:off x="8374692" y="4352335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9" name="矩形: 圆角 298">
              <a:extLst>
                <a:ext uri="{FF2B5EF4-FFF2-40B4-BE49-F238E27FC236}">
                  <a16:creationId xmlns:a16="http://schemas.microsoft.com/office/drawing/2014/main" id="{14554413-37DA-4698-AADF-338FC5B9D9A2}"/>
                </a:ext>
              </a:extLst>
            </p:cNvPr>
            <p:cNvSpPr/>
            <p:nvPr/>
          </p:nvSpPr>
          <p:spPr>
            <a:xfrm>
              <a:off x="8703654" y="4349253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5" name="等腰三角形 304">
              <a:extLst>
                <a:ext uri="{FF2B5EF4-FFF2-40B4-BE49-F238E27FC236}">
                  <a16:creationId xmlns:a16="http://schemas.microsoft.com/office/drawing/2014/main" id="{BD7F078C-5C51-4B1A-9330-34DFC93A8F61}"/>
                </a:ext>
              </a:extLst>
            </p:cNvPr>
            <p:cNvSpPr/>
            <p:nvPr/>
          </p:nvSpPr>
          <p:spPr>
            <a:xfrm>
              <a:off x="8775398" y="4636080"/>
              <a:ext cx="115200" cy="115200"/>
            </a:xfrm>
            <a:prstGeom prst="triangle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7" name="等腰三角形 306">
              <a:extLst>
                <a:ext uri="{FF2B5EF4-FFF2-40B4-BE49-F238E27FC236}">
                  <a16:creationId xmlns:a16="http://schemas.microsoft.com/office/drawing/2014/main" id="{9F9C72A4-3D1D-47EA-981D-CD652D64132A}"/>
                </a:ext>
              </a:extLst>
            </p:cNvPr>
            <p:cNvSpPr/>
            <p:nvPr/>
          </p:nvSpPr>
          <p:spPr>
            <a:xfrm>
              <a:off x="8775836" y="4434078"/>
              <a:ext cx="115200" cy="115200"/>
            </a:xfrm>
            <a:prstGeom prst="triangle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等腰三角形 307">
              <a:extLst>
                <a:ext uri="{FF2B5EF4-FFF2-40B4-BE49-F238E27FC236}">
                  <a16:creationId xmlns:a16="http://schemas.microsoft.com/office/drawing/2014/main" id="{63A7E106-D437-46FD-88C4-9F0040927C78}"/>
                </a:ext>
              </a:extLst>
            </p:cNvPr>
            <p:cNvSpPr/>
            <p:nvPr/>
          </p:nvSpPr>
          <p:spPr>
            <a:xfrm>
              <a:off x="8443153" y="4636080"/>
              <a:ext cx="115200" cy="115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2" name="等腰三角形 311">
              <a:extLst>
                <a:ext uri="{FF2B5EF4-FFF2-40B4-BE49-F238E27FC236}">
                  <a16:creationId xmlns:a16="http://schemas.microsoft.com/office/drawing/2014/main" id="{B4D56C35-B32B-4FBC-9664-3074F6085782}"/>
                </a:ext>
              </a:extLst>
            </p:cNvPr>
            <p:cNvSpPr/>
            <p:nvPr/>
          </p:nvSpPr>
          <p:spPr>
            <a:xfrm>
              <a:off x="8443591" y="4434078"/>
              <a:ext cx="115200" cy="115200"/>
            </a:xfrm>
            <a:prstGeom prst="triangle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矩形: 圆角 312">
              <a:extLst>
                <a:ext uri="{FF2B5EF4-FFF2-40B4-BE49-F238E27FC236}">
                  <a16:creationId xmlns:a16="http://schemas.microsoft.com/office/drawing/2014/main" id="{0CCA7EBA-10A5-4064-BD90-4B176165940D}"/>
                </a:ext>
              </a:extLst>
            </p:cNvPr>
            <p:cNvSpPr/>
            <p:nvPr/>
          </p:nvSpPr>
          <p:spPr>
            <a:xfrm>
              <a:off x="8371856" y="3610619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4" name="矩形: 圆角 313">
              <a:extLst>
                <a:ext uri="{FF2B5EF4-FFF2-40B4-BE49-F238E27FC236}">
                  <a16:creationId xmlns:a16="http://schemas.microsoft.com/office/drawing/2014/main" id="{E98C5A46-C59A-40D5-AEAC-4DB34CAB9041}"/>
                </a:ext>
              </a:extLst>
            </p:cNvPr>
            <p:cNvSpPr/>
            <p:nvPr/>
          </p:nvSpPr>
          <p:spPr>
            <a:xfrm>
              <a:off x="8700818" y="3607537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5" name="矩形: 圆角 314">
              <a:extLst>
                <a:ext uri="{FF2B5EF4-FFF2-40B4-BE49-F238E27FC236}">
                  <a16:creationId xmlns:a16="http://schemas.microsoft.com/office/drawing/2014/main" id="{3A2E189F-7BDB-4049-8A86-5B0EB9A90215}"/>
                </a:ext>
              </a:extLst>
            </p:cNvPr>
            <p:cNvSpPr/>
            <p:nvPr/>
          </p:nvSpPr>
          <p:spPr>
            <a:xfrm>
              <a:off x="8371254" y="2896124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6" name="矩形: 圆角 315">
              <a:extLst>
                <a:ext uri="{FF2B5EF4-FFF2-40B4-BE49-F238E27FC236}">
                  <a16:creationId xmlns:a16="http://schemas.microsoft.com/office/drawing/2014/main" id="{3462A85B-F31B-4CD5-93AE-93C5079255D2}"/>
                </a:ext>
              </a:extLst>
            </p:cNvPr>
            <p:cNvSpPr/>
            <p:nvPr/>
          </p:nvSpPr>
          <p:spPr>
            <a:xfrm>
              <a:off x="8700216" y="2893042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EFD4C73A-D5EF-4841-85C6-CF2635F040D1}"/>
                </a:ext>
              </a:extLst>
            </p:cNvPr>
            <p:cNvSpPr/>
            <p:nvPr/>
          </p:nvSpPr>
          <p:spPr>
            <a:xfrm rot="5400000">
              <a:off x="8445739" y="3925921"/>
              <a:ext cx="113579" cy="113579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204D32DD-D081-45EA-8457-8C2DC5346429}"/>
                </a:ext>
              </a:extLst>
            </p:cNvPr>
            <p:cNvSpPr/>
            <p:nvPr/>
          </p:nvSpPr>
          <p:spPr>
            <a:xfrm rot="5400000">
              <a:off x="8445739" y="3719561"/>
              <a:ext cx="113579" cy="113579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91015F78-26B2-434F-AC00-A364529A8488}"/>
                </a:ext>
              </a:extLst>
            </p:cNvPr>
            <p:cNvSpPr/>
            <p:nvPr/>
          </p:nvSpPr>
          <p:spPr>
            <a:xfrm rot="5400000">
              <a:off x="8775398" y="3920143"/>
              <a:ext cx="113579" cy="113579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44DAEC36-E74D-4710-B1F9-9BBD625BBF8E}"/>
                </a:ext>
              </a:extLst>
            </p:cNvPr>
            <p:cNvSpPr/>
            <p:nvPr/>
          </p:nvSpPr>
          <p:spPr>
            <a:xfrm rot="5400000">
              <a:off x="8775398" y="3713783"/>
              <a:ext cx="113579" cy="113579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五边形 320">
              <a:extLst>
                <a:ext uri="{FF2B5EF4-FFF2-40B4-BE49-F238E27FC236}">
                  <a16:creationId xmlns:a16="http://schemas.microsoft.com/office/drawing/2014/main" id="{AE24EC1C-8775-429D-9B51-DF4B07C02CD5}"/>
                </a:ext>
              </a:extLst>
            </p:cNvPr>
            <p:cNvSpPr/>
            <p:nvPr/>
          </p:nvSpPr>
          <p:spPr>
            <a:xfrm>
              <a:off x="8443969" y="3184189"/>
              <a:ext cx="115200" cy="115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2" name="五边形 321">
              <a:extLst>
                <a:ext uri="{FF2B5EF4-FFF2-40B4-BE49-F238E27FC236}">
                  <a16:creationId xmlns:a16="http://schemas.microsoft.com/office/drawing/2014/main" id="{975FE55E-B7DC-4F6F-9A72-6A11F73D0A89}"/>
                </a:ext>
              </a:extLst>
            </p:cNvPr>
            <p:cNvSpPr/>
            <p:nvPr/>
          </p:nvSpPr>
          <p:spPr>
            <a:xfrm>
              <a:off x="8439882" y="2994051"/>
              <a:ext cx="115200" cy="115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3" name="五边形 322">
              <a:extLst>
                <a:ext uri="{FF2B5EF4-FFF2-40B4-BE49-F238E27FC236}">
                  <a16:creationId xmlns:a16="http://schemas.microsoft.com/office/drawing/2014/main" id="{5EA24FFD-E313-489F-9251-8AC60AEBDA4C}"/>
                </a:ext>
              </a:extLst>
            </p:cNvPr>
            <p:cNvSpPr/>
            <p:nvPr/>
          </p:nvSpPr>
          <p:spPr>
            <a:xfrm>
              <a:off x="8766117" y="3184189"/>
              <a:ext cx="115200" cy="115200"/>
            </a:xfrm>
            <a:prstGeom prst="pentagon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4" name="五边形 323">
              <a:extLst>
                <a:ext uri="{FF2B5EF4-FFF2-40B4-BE49-F238E27FC236}">
                  <a16:creationId xmlns:a16="http://schemas.microsoft.com/office/drawing/2014/main" id="{DC2C3CE2-336A-4612-8523-68CB2AF46781}"/>
                </a:ext>
              </a:extLst>
            </p:cNvPr>
            <p:cNvSpPr/>
            <p:nvPr/>
          </p:nvSpPr>
          <p:spPr>
            <a:xfrm>
              <a:off x="8762030" y="2994051"/>
              <a:ext cx="115200" cy="115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5" name="矩形: 圆角 324">
              <a:extLst>
                <a:ext uri="{FF2B5EF4-FFF2-40B4-BE49-F238E27FC236}">
                  <a16:creationId xmlns:a16="http://schemas.microsoft.com/office/drawing/2014/main" id="{4737715F-AB0C-493F-8178-5F4D582F285B}"/>
                </a:ext>
              </a:extLst>
            </p:cNvPr>
            <p:cNvSpPr/>
            <p:nvPr/>
          </p:nvSpPr>
          <p:spPr>
            <a:xfrm>
              <a:off x="9090072" y="4341075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6" name="矩形: 圆角 325">
              <a:extLst>
                <a:ext uri="{FF2B5EF4-FFF2-40B4-BE49-F238E27FC236}">
                  <a16:creationId xmlns:a16="http://schemas.microsoft.com/office/drawing/2014/main" id="{BA82FED6-762A-425B-8F8D-BC93CD237682}"/>
                </a:ext>
              </a:extLst>
            </p:cNvPr>
            <p:cNvSpPr/>
            <p:nvPr/>
          </p:nvSpPr>
          <p:spPr>
            <a:xfrm>
              <a:off x="9419034" y="4337993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C104EC17-7888-4E1E-B52F-58171C400838}"/>
                </a:ext>
              </a:extLst>
            </p:cNvPr>
            <p:cNvSpPr/>
            <p:nvPr/>
          </p:nvSpPr>
          <p:spPr>
            <a:xfrm>
              <a:off x="9490778" y="4624820"/>
              <a:ext cx="115200" cy="115200"/>
            </a:xfrm>
            <a:prstGeom prst="triangle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31AEE88A-2184-412E-881D-8FD3FC0F31DC}"/>
                </a:ext>
              </a:extLst>
            </p:cNvPr>
            <p:cNvSpPr/>
            <p:nvPr/>
          </p:nvSpPr>
          <p:spPr>
            <a:xfrm>
              <a:off x="9491216" y="4422818"/>
              <a:ext cx="115200" cy="115200"/>
            </a:xfrm>
            <a:prstGeom prst="triangle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C7B2853A-64C8-4E18-91A0-FBB6C1BB3CE4}"/>
                </a:ext>
              </a:extLst>
            </p:cNvPr>
            <p:cNvSpPr/>
            <p:nvPr/>
          </p:nvSpPr>
          <p:spPr>
            <a:xfrm>
              <a:off x="9158533" y="4624820"/>
              <a:ext cx="115200" cy="115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A19A640C-C61D-48AC-BB4A-868C43D72FF2}"/>
                </a:ext>
              </a:extLst>
            </p:cNvPr>
            <p:cNvSpPr/>
            <p:nvPr/>
          </p:nvSpPr>
          <p:spPr>
            <a:xfrm>
              <a:off x="9158971" y="4422818"/>
              <a:ext cx="115200" cy="115200"/>
            </a:xfrm>
            <a:prstGeom prst="triangle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矩形: 圆角 330">
              <a:extLst>
                <a:ext uri="{FF2B5EF4-FFF2-40B4-BE49-F238E27FC236}">
                  <a16:creationId xmlns:a16="http://schemas.microsoft.com/office/drawing/2014/main" id="{170FF2D1-F7CF-4E76-BF8A-EF2FD928508D}"/>
                </a:ext>
              </a:extLst>
            </p:cNvPr>
            <p:cNvSpPr/>
            <p:nvPr/>
          </p:nvSpPr>
          <p:spPr>
            <a:xfrm>
              <a:off x="9087236" y="3599359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2" name="矩形: 圆角 331">
              <a:extLst>
                <a:ext uri="{FF2B5EF4-FFF2-40B4-BE49-F238E27FC236}">
                  <a16:creationId xmlns:a16="http://schemas.microsoft.com/office/drawing/2014/main" id="{8B3E4898-B2C9-4D47-8D76-72611041E882}"/>
                </a:ext>
              </a:extLst>
            </p:cNvPr>
            <p:cNvSpPr/>
            <p:nvPr/>
          </p:nvSpPr>
          <p:spPr>
            <a:xfrm>
              <a:off x="9416198" y="3596277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3" name="矩形: 圆角 332">
              <a:extLst>
                <a:ext uri="{FF2B5EF4-FFF2-40B4-BE49-F238E27FC236}">
                  <a16:creationId xmlns:a16="http://schemas.microsoft.com/office/drawing/2014/main" id="{CBCB371F-7897-4890-A2A0-FAFAF76BF8BE}"/>
                </a:ext>
              </a:extLst>
            </p:cNvPr>
            <p:cNvSpPr/>
            <p:nvPr/>
          </p:nvSpPr>
          <p:spPr>
            <a:xfrm>
              <a:off x="9086634" y="2884864"/>
              <a:ext cx="253033" cy="504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4" name="矩形: 圆角 333">
              <a:extLst>
                <a:ext uri="{FF2B5EF4-FFF2-40B4-BE49-F238E27FC236}">
                  <a16:creationId xmlns:a16="http://schemas.microsoft.com/office/drawing/2014/main" id="{38A90978-AEAD-44B8-9263-CE66CC937832}"/>
                </a:ext>
              </a:extLst>
            </p:cNvPr>
            <p:cNvSpPr/>
            <p:nvPr/>
          </p:nvSpPr>
          <p:spPr>
            <a:xfrm>
              <a:off x="9415596" y="2881782"/>
              <a:ext cx="253033" cy="504000"/>
            </a:xfrm>
            <a:prstGeom prst="round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9BD38E21-BC65-4534-96B1-40DE616E19B6}"/>
                </a:ext>
              </a:extLst>
            </p:cNvPr>
            <p:cNvSpPr/>
            <p:nvPr/>
          </p:nvSpPr>
          <p:spPr>
            <a:xfrm rot="5400000">
              <a:off x="9161119" y="3914661"/>
              <a:ext cx="113579" cy="113579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矩形 335">
              <a:extLst>
                <a:ext uri="{FF2B5EF4-FFF2-40B4-BE49-F238E27FC236}">
                  <a16:creationId xmlns:a16="http://schemas.microsoft.com/office/drawing/2014/main" id="{65FF8690-E914-442F-8F32-75F821A0A8BA}"/>
                </a:ext>
              </a:extLst>
            </p:cNvPr>
            <p:cNvSpPr/>
            <p:nvPr/>
          </p:nvSpPr>
          <p:spPr>
            <a:xfrm rot="5400000">
              <a:off x="9161119" y="3708301"/>
              <a:ext cx="113579" cy="113579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矩形 336">
              <a:extLst>
                <a:ext uri="{FF2B5EF4-FFF2-40B4-BE49-F238E27FC236}">
                  <a16:creationId xmlns:a16="http://schemas.microsoft.com/office/drawing/2014/main" id="{B0BBDC44-11D0-4800-AAA6-C45E4F2A4494}"/>
                </a:ext>
              </a:extLst>
            </p:cNvPr>
            <p:cNvSpPr/>
            <p:nvPr/>
          </p:nvSpPr>
          <p:spPr>
            <a:xfrm rot="5400000">
              <a:off x="9490778" y="3908883"/>
              <a:ext cx="113579" cy="113579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 337">
              <a:extLst>
                <a:ext uri="{FF2B5EF4-FFF2-40B4-BE49-F238E27FC236}">
                  <a16:creationId xmlns:a16="http://schemas.microsoft.com/office/drawing/2014/main" id="{471E5307-4A77-47CB-95A7-63D494D49C05}"/>
                </a:ext>
              </a:extLst>
            </p:cNvPr>
            <p:cNvSpPr/>
            <p:nvPr/>
          </p:nvSpPr>
          <p:spPr>
            <a:xfrm rot="5400000">
              <a:off x="9490778" y="3702523"/>
              <a:ext cx="113579" cy="113579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五边形 341">
              <a:extLst>
                <a:ext uri="{FF2B5EF4-FFF2-40B4-BE49-F238E27FC236}">
                  <a16:creationId xmlns:a16="http://schemas.microsoft.com/office/drawing/2014/main" id="{0E582748-78F3-490F-9A30-9E45DA549CB4}"/>
                </a:ext>
              </a:extLst>
            </p:cNvPr>
            <p:cNvSpPr/>
            <p:nvPr/>
          </p:nvSpPr>
          <p:spPr>
            <a:xfrm>
              <a:off x="9159349" y="3172929"/>
              <a:ext cx="115200" cy="115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3" name="五边形 342">
              <a:extLst>
                <a:ext uri="{FF2B5EF4-FFF2-40B4-BE49-F238E27FC236}">
                  <a16:creationId xmlns:a16="http://schemas.microsoft.com/office/drawing/2014/main" id="{B023057A-1CD0-4544-A60D-83FB70BD6DC2}"/>
                </a:ext>
              </a:extLst>
            </p:cNvPr>
            <p:cNvSpPr/>
            <p:nvPr/>
          </p:nvSpPr>
          <p:spPr>
            <a:xfrm>
              <a:off x="9155262" y="2982791"/>
              <a:ext cx="115200" cy="115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4" name="五边形 343">
              <a:extLst>
                <a:ext uri="{FF2B5EF4-FFF2-40B4-BE49-F238E27FC236}">
                  <a16:creationId xmlns:a16="http://schemas.microsoft.com/office/drawing/2014/main" id="{661C01AF-E3F2-45BE-907A-F6A560DCA94B}"/>
                </a:ext>
              </a:extLst>
            </p:cNvPr>
            <p:cNvSpPr/>
            <p:nvPr/>
          </p:nvSpPr>
          <p:spPr>
            <a:xfrm>
              <a:off x="9481497" y="3172929"/>
              <a:ext cx="115200" cy="115200"/>
            </a:xfrm>
            <a:prstGeom prst="pentagon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5" name="五边形 344">
              <a:extLst>
                <a:ext uri="{FF2B5EF4-FFF2-40B4-BE49-F238E27FC236}">
                  <a16:creationId xmlns:a16="http://schemas.microsoft.com/office/drawing/2014/main" id="{01007883-764C-456A-9ABB-1A17EDD7C83A}"/>
                </a:ext>
              </a:extLst>
            </p:cNvPr>
            <p:cNvSpPr/>
            <p:nvPr/>
          </p:nvSpPr>
          <p:spPr>
            <a:xfrm>
              <a:off x="9477410" y="2982791"/>
              <a:ext cx="115200" cy="115200"/>
            </a:xfrm>
            <a:prstGeom prst="pentagon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FE0CBD4-D38C-4D8F-A068-4B6F23C20885}"/>
                </a:ext>
              </a:extLst>
            </p:cNvPr>
            <p:cNvCxnSpPr/>
            <p:nvPr/>
          </p:nvCxnSpPr>
          <p:spPr>
            <a:xfrm>
              <a:off x="7583113" y="3499595"/>
              <a:ext cx="2178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7D201624-A329-48CA-86DB-5DC6B6C54339}"/>
                </a:ext>
              </a:extLst>
            </p:cNvPr>
            <p:cNvCxnSpPr/>
            <p:nvPr/>
          </p:nvCxnSpPr>
          <p:spPr>
            <a:xfrm>
              <a:off x="7581496" y="4211553"/>
              <a:ext cx="2178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876E9B6B-05EE-4B3E-A821-9C32D4BFAD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2715" y="2772750"/>
              <a:ext cx="0" cy="217800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F6359664-58D9-4AA7-A4AC-829C0942F3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28057" y="2772231"/>
              <a:ext cx="0" cy="217800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文本框 349">
              <a:extLst>
                <a:ext uri="{FF2B5EF4-FFF2-40B4-BE49-F238E27FC236}">
                  <a16:creationId xmlns:a16="http://schemas.microsoft.com/office/drawing/2014/main" id="{06C11574-67E4-4D2C-87D5-0E428C5C21FE}"/>
                </a:ext>
              </a:extLst>
            </p:cNvPr>
            <p:cNvSpPr txBox="1"/>
            <p:nvPr/>
          </p:nvSpPr>
          <p:spPr>
            <a:xfrm rot="16200000">
              <a:off x="7121436" y="4390569"/>
              <a:ext cx="5835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Low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A32AC8FC-641B-412D-A09D-8E2AECBD58CD}"/>
                </a:ext>
              </a:extLst>
            </p:cNvPr>
            <p:cNvSpPr txBox="1"/>
            <p:nvPr/>
          </p:nvSpPr>
          <p:spPr>
            <a:xfrm rot="16200000">
              <a:off x="7004433" y="3702534"/>
              <a:ext cx="8149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Medium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F28E375D-11B9-46F8-AEE6-BAB476C06D27}"/>
                </a:ext>
              </a:extLst>
            </p:cNvPr>
            <p:cNvSpPr txBox="1"/>
            <p:nvPr/>
          </p:nvSpPr>
          <p:spPr>
            <a:xfrm rot="16200000">
              <a:off x="7115643" y="2964741"/>
              <a:ext cx="5835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High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4B119079-64F6-45F7-9BBA-F46C7FDD9826}"/>
              </a:ext>
            </a:extLst>
          </p:cNvPr>
          <p:cNvGrpSpPr/>
          <p:nvPr/>
        </p:nvGrpSpPr>
        <p:grpSpPr>
          <a:xfrm>
            <a:off x="9289726" y="-314188"/>
            <a:ext cx="3036385" cy="3084318"/>
            <a:chOff x="8773410" y="1311782"/>
            <a:chExt cx="3036385" cy="3084318"/>
          </a:xfrm>
        </p:grpSpPr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EACCD265-1C99-4B76-85CE-0E5F8901AF11}"/>
                </a:ext>
              </a:extLst>
            </p:cNvPr>
            <p:cNvGrpSpPr/>
            <p:nvPr/>
          </p:nvGrpSpPr>
          <p:grpSpPr>
            <a:xfrm>
              <a:off x="8773410" y="1311782"/>
              <a:ext cx="3036385" cy="3084318"/>
              <a:chOff x="7101229" y="2416860"/>
              <a:chExt cx="3036385" cy="3084318"/>
            </a:xfrm>
          </p:grpSpPr>
          <p:sp>
            <p:nvSpPr>
              <p:cNvPr id="210" name="矩形: 圆角 209">
                <a:extLst>
                  <a:ext uri="{FF2B5EF4-FFF2-40B4-BE49-F238E27FC236}">
                    <a16:creationId xmlns:a16="http://schemas.microsoft.com/office/drawing/2014/main" id="{BAE9CB09-236E-46CA-BD0E-3BEDEC8A3536}"/>
                  </a:ext>
                </a:extLst>
              </p:cNvPr>
              <p:cNvSpPr/>
              <p:nvPr/>
            </p:nvSpPr>
            <p:spPr>
              <a:xfrm>
                <a:off x="7656056" y="4358602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矩形: 圆角 210">
                <a:extLst>
                  <a:ext uri="{FF2B5EF4-FFF2-40B4-BE49-F238E27FC236}">
                    <a16:creationId xmlns:a16="http://schemas.microsoft.com/office/drawing/2014/main" id="{FB3DB98C-54C8-4863-BECE-DFD4DFE14107}"/>
                  </a:ext>
                </a:extLst>
              </p:cNvPr>
              <p:cNvSpPr/>
              <p:nvPr/>
            </p:nvSpPr>
            <p:spPr>
              <a:xfrm>
                <a:off x="7985018" y="4355520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4F53D9C-0729-4141-82AB-5DC3CDBB129E}"/>
                  </a:ext>
                </a:extLst>
              </p:cNvPr>
              <p:cNvSpPr/>
              <p:nvPr/>
            </p:nvSpPr>
            <p:spPr>
              <a:xfrm>
                <a:off x="7583113" y="2765926"/>
                <a:ext cx="2178855" cy="217885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文本框 218">
                <a:extLst>
                  <a:ext uri="{FF2B5EF4-FFF2-40B4-BE49-F238E27FC236}">
                    <a16:creationId xmlns:a16="http://schemas.microsoft.com/office/drawing/2014/main" id="{135BD118-8219-489E-BB9F-58D7E8157E5F}"/>
                  </a:ext>
                </a:extLst>
              </p:cNvPr>
              <p:cNvSpPr txBox="1"/>
              <p:nvPr/>
            </p:nvSpPr>
            <p:spPr>
              <a:xfrm>
                <a:off x="7409007" y="5193401"/>
                <a:ext cx="27286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Increasing regional </a:t>
                </a:r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evol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distinc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2E7FFEBC-65BA-4061-974E-99F703226BAE}"/>
                  </a:ext>
                </a:extLst>
              </p:cNvPr>
              <p:cNvSpPr txBox="1"/>
              <p:nvPr/>
            </p:nvSpPr>
            <p:spPr>
              <a:xfrm rot="16200000">
                <a:off x="5882122" y="3635967"/>
                <a:ext cx="27459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Increasing species </a:t>
                </a:r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evol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distinc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1" name="等腰三角形 220">
                <a:extLst>
                  <a:ext uri="{FF2B5EF4-FFF2-40B4-BE49-F238E27FC236}">
                    <a16:creationId xmlns:a16="http://schemas.microsoft.com/office/drawing/2014/main" id="{4193939B-2F86-4A18-BCAD-4A5F7862C352}"/>
                  </a:ext>
                </a:extLst>
              </p:cNvPr>
              <p:cNvSpPr/>
              <p:nvPr/>
            </p:nvSpPr>
            <p:spPr>
              <a:xfrm>
                <a:off x="8056762" y="4642347"/>
                <a:ext cx="115200" cy="115200"/>
              </a:xfrm>
              <a:prstGeom prst="triangle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5" name="等腰三角形 224">
                <a:extLst>
                  <a:ext uri="{FF2B5EF4-FFF2-40B4-BE49-F238E27FC236}">
                    <a16:creationId xmlns:a16="http://schemas.microsoft.com/office/drawing/2014/main" id="{8F0E887C-CFA3-4617-A28E-6CF0F8C06012}"/>
                  </a:ext>
                </a:extLst>
              </p:cNvPr>
              <p:cNvSpPr/>
              <p:nvPr/>
            </p:nvSpPr>
            <p:spPr>
              <a:xfrm>
                <a:off x="8057200" y="4440345"/>
                <a:ext cx="115200" cy="115200"/>
              </a:xfrm>
              <a:prstGeom prst="triangle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等腰三角形 226">
                <a:extLst>
                  <a:ext uri="{FF2B5EF4-FFF2-40B4-BE49-F238E27FC236}">
                    <a16:creationId xmlns:a16="http://schemas.microsoft.com/office/drawing/2014/main" id="{88D925CF-6761-4DAD-AFA8-D48DC375C22A}"/>
                  </a:ext>
                </a:extLst>
              </p:cNvPr>
              <p:cNvSpPr/>
              <p:nvPr/>
            </p:nvSpPr>
            <p:spPr>
              <a:xfrm>
                <a:off x="7724517" y="4642347"/>
                <a:ext cx="115200" cy="115200"/>
              </a:xfrm>
              <a:prstGeom prst="triangle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8" name="等腰三角形 227">
                <a:extLst>
                  <a:ext uri="{FF2B5EF4-FFF2-40B4-BE49-F238E27FC236}">
                    <a16:creationId xmlns:a16="http://schemas.microsoft.com/office/drawing/2014/main" id="{3D66DA99-E120-4636-AFC8-04EE1A400D99}"/>
                  </a:ext>
                </a:extLst>
              </p:cNvPr>
              <p:cNvSpPr/>
              <p:nvPr/>
            </p:nvSpPr>
            <p:spPr>
              <a:xfrm>
                <a:off x="7724955" y="4440345"/>
                <a:ext cx="115200" cy="115200"/>
              </a:xfrm>
              <a:prstGeom prst="triangle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矩形: 圆角 231">
                <a:extLst>
                  <a:ext uri="{FF2B5EF4-FFF2-40B4-BE49-F238E27FC236}">
                    <a16:creationId xmlns:a16="http://schemas.microsoft.com/office/drawing/2014/main" id="{60377648-C28C-4384-AB70-01F98B4909A1}"/>
                  </a:ext>
                </a:extLst>
              </p:cNvPr>
              <p:cNvSpPr/>
              <p:nvPr/>
            </p:nvSpPr>
            <p:spPr>
              <a:xfrm>
                <a:off x="7653220" y="3616886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3" name="矩形: 圆角 232">
                <a:extLst>
                  <a:ext uri="{FF2B5EF4-FFF2-40B4-BE49-F238E27FC236}">
                    <a16:creationId xmlns:a16="http://schemas.microsoft.com/office/drawing/2014/main" id="{15FA790D-B135-4341-B11C-78AD56F730AF}"/>
                  </a:ext>
                </a:extLst>
              </p:cNvPr>
              <p:cNvSpPr/>
              <p:nvPr/>
            </p:nvSpPr>
            <p:spPr>
              <a:xfrm>
                <a:off x="7982182" y="3613804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4" name="矩形: 圆角 233">
                <a:extLst>
                  <a:ext uri="{FF2B5EF4-FFF2-40B4-BE49-F238E27FC236}">
                    <a16:creationId xmlns:a16="http://schemas.microsoft.com/office/drawing/2014/main" id="{9ABF7B63-D15D-4DF4-B147-3A94298FAEDF}"/>
                  </a:ext>
                </a:extLst>
              </p:cNvPr>
              <p:cNvSpPr/>
              <p:nvPr/>
            </p:nvSpPr>
            <p:spPr>
              <a:xfrm>
                <a:off x="7652618" y="2902391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矩形: 圆角 234">
                <a:extLst>
                  <a:ext uri="{FF2B5EF4-FFF2-40B4-BE49-F238E27FC236}">
                    <a16:creationId xmlns:a16="http://schemas.microsoft.com/office/drawing/2014/main" id="{0ACED2A6-7D0C-4874-BBD0-990193B7E564}"/>
                  </a:ext>
                </a:extLst>
              </p:cNvPr>
              <p:cNvSpPr/>
              <p:nvPr/>
            </p:nvSpPr>
            <p:spPr>
              <a:xfrm>
                <a:off x="7981580" y="2899309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D808EF1A-DC8A-45C2-BA97-3DEBFE032DA4}"/>
                  </a:ext>
                </a:extLst>
              </p:cNvPr>
              <p:cNvSpPr/>
              <p:nvPr/>
            </p:nvSpPr>
            <p:spPr>
              <a:xfrm rot="5400000">
                <a:off x="7727103" y="3932188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7D6CA9EC-1152-43FF-81AA-54A553177230}"/>
                  </a:ext>
                </a:extLst>
              </p:cNvPr>
              <p:cNvSpPr/>
              <p:nvPr/>
            </p:nvSpPr>
            <p:spPr>
              <a:xfrm rot="5400000">
                <a:off x="7727103" y="3725828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584696A3-08FA-4988-BAAE-FDB9A19EEA21}"/>
                  </a:ext>
                </a:extLst>
              </p:cNvPr>
              <p:cNvSpPr/>
              <p:nvPr/>
            </p:nvSpPr>
            <p:spPr>
              <a:xfrm rot="5400000">
                <a:off x="8056762" y="3926410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1588C333-2827-4DAC-B193-BE99DB3C891A}"/>
                  </a:ext>
                </a:extLst>
              </p:cNvPr>
              <p:cNvSpPr/>
              <p:nvPr/>
            </p:nvSpPr>
            <p:spPr>
              <a:xfrm rot="5400000">
                <a:off x="8056762" y="3720050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五边形 246">
                <a:extLst>
                  <a:ext uri="{FF2B5EF4-FFF2-40B4-BE49-F238E27FC236}">
                    <a16:creationId xmlns:a16="http://schemas.microsoft.com/office/drawing/2014/main" id="{0974DD30-A6EB-48B5-A93A-8854FFD8C61C}"/>
                  </a:ext>
                </a:extLst>
              </p:cNvPr>
              <p:cNvSpPr/>
              <p:nvPr/>
            </p:nvSpPr>
            <p:spPr>
              <a:xfrm>
                <a:off x="7725333" y="3190456"/>
                <a:ext cx="115200" cy="115200"/>
              </a:xfrm>
              <a:prstGeom prst="pentagon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五边形 247">
                <a:extLst>
                  <a:ext uri="{FF2B5EF4-FFF2-40B4-BE49-F238E27FC236}">
                    <a16:creationId xmlns:a16="http://schemas.microsoft.com/office/drawing/2014/main" id="{C9B3CC68-0BD7-480D-8995-E9C5E6CB6A61}"/>
                  </a:ext>
                </a:extLst>
              </p:cNvPr>
              <p:cNvSpPr/>
              <p:nvPr/>
            </p:nvSpPr>
            <p:spPr>
              <a:xfrm>
                <a:off x="7721246" y="3000318"/>
                <a:ext cx="115200" cy="115200"/>
              </a:xfrm>
              <a:prstGeom prst="pentagon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9" name="五边形 248">
                <a:extLst>
                  <a:ext uri="{FF2B5EF4-FFF2-40B4-BE49-F238E27FC236}">
                    <a16:creationId xmlns:a16="http://schemas.microsoft.com/office/drawing/2014/main" id="{B3D0FE9F-D80B-4475-B8A8-024E97AAB0AF}"/>
                  </a:ext>
                </a:extLst>
              </p:cNvPr>
              <p:cNvSpPr/>
              <p:nvPr/>
            </p:nvSpPr>
            <p:spPr>
              <a:xfrm>
                <a:off x="8047481" y="3190456"/>
                <a:ext cx="115200" cy="115200"/>
              </a:xfrm>
              <a:prstGeom prst="pentagon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五边形 249">
                <a:extLst>
                  <a:ext uri="{FF2B5EF4-FFF2-40B4-BE49-F238E27FC236}">
                    <a16:creationId xmlns:a16="http://schemas.microsoft.com/office/drawing/2014/main" id="{BD11D1B0-9854-43BE-ABD0-70F140F372B5}"/>
                  </a:ext>
                </a:extLst>
              </p:cNvPr>
              <p:cNvSpPr/>
              <p:nvPr/>
            </p:nvSpPr>
            <p:spPr>
              <a:xfrm>
                <a:off x="8043394" y="3000318"/>
                <a:ext cx="115200" cy="115200"/>
              </a:xfrm>
              <a:prstGeom prst="pentagon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1" name="矩形: 圆角 250">
                <a:extLst>
                  <a:ext uri="{FF2B5EF4-FFF2-40B4-BE49-F238E27FC236}">
                    <a16:creationId xmlns:a16="http://schemas.microsoft.com/office/drawing/2014/main" id="{9CBF835F-8969-4515-8F4D-F3FC77C7976C}"/>
                  </a:ext>
                </a:extLst>
              </p:cNvPr>
              <p:cNvSpPr/>
              <p:nvPr/>
            </p:nvSpPr>
            <p:spPr>
              <a:xfrm>
                <a:off x="8374692" y="4352335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2" name="矩形: 圆角 251">
                <a:extLst>
                  <a:ext uri="{FF2B5EF4-FFF2-40B4-BE49-F238E27FC236}">
                    <a16:creationId xmlns:a16="http://schemas.microsoft.com/office/drawing/2014/main" id="{8444580C-3CFA-434A-A163-92D205B691F9}"/>
                  </a:ext>
                </a:extLst>
              </p:cNvPr>
              <p:cNvSpPr/>
              <p:nvPr/>
            </p:nvSpPr>
            <p:spPr>
              <a:xfrm>
                <a:off x="8703654" y="4349253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3" name="等腰三角形 252">
                <a:extLst>
                  <a:ext uri="{FF2B5EF4-FFF2-40B4-BE49-F238E27FC236}">
                    <a16:creationId xmlns:a16="http://schemas.microsoft.com/office/drawing/2014/main" id="{4DCA8A51-7C4F-48F5-998D-2C2A2873CFEB}"/>
                  </a:ext>
                </a:extLst>
              </p:cNvPr>
              <p:cNvSpPr/>
              <p:nvPr/>
            </p:nvSpPr>
            <p:spPr>
              <a:xfrm>
                <a:off x="8775398" y="4636080"/>
                <a:ext cx="115200" cy="115200"/>
              </a:xfrm>
              <a:prstGeom prst="triangle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4" name="等腰三角形 253">
                <a:extLst>
                  <a:ext uri="{FF2B5EF4-FFF2-40B4-BE49-F238E27FC236}">
                    <a16:creationId xmlns:a16="http://schemas.microsoft.com/office/drawing/2014/main" id="{80E80905-2A47-4534-A268-AEBB9B8D9FDC}"/>
                  </a:ext>
                </a:extLst>
              </p:cNvPr>
              <p:cNvSpPr/>
              <p:nvPr/>
            </p:nvSpPr>
            <p:spPr>
              <a:xfrm>
                <a:off x="8775836" y="4434078"/>
                <a:ext cx="115200" cy="115200"/>
              </a:xfrm>
              <a:prstGeom prst="triangle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等腰三角形 254">
                <a:extLst>
                  <a:ext uri="{FF2B5EF4-FFF2-40B4-BE49-F238E27FC236}">
                    <a16:creationId xmlns:a16="http://schemas.microsoft.com/office/drawing/2014/main" id="{FE38EAC4-3C57-440B-9183-2FA6C3D41993}"/>
                  </a:ext>
                </a:extLst>
              </p:cNvPr>
              <p:cNvSpPr/>
              <p:nvPr/>
            </p:nvSpPr>
            <p:spPr>
              <a:xfrm>
                <a:off x="8443153" y="4636080"/>
                <a:ext cx="115200" cy="115200"/>
              </a:xfrm>
              <a:prstGeom prst="triangle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8" name="等腰三角形 257">
                <a:extLst>
                  <a:ext uri="{FF2B5EF4-FFF2-40B4-BE49-F238E27FC236}">
                    <a16:creationId xmlns:a16="http://schemas.microsoft.com/office/drawing/2014/main" id="{5183D16B-D95B-4388-96B9-C27A672989FE}"/>
                  </a:ext>
                </a:extLst>
              </p:cNvPr>
              <p:cNvSpPr/>
              <p:nvPr/>
            </p:nvSpPr>
            <p:spPr>
              <a:xfrm>
                <a:off x="8443591" y="4434078"/>
                <a:ext cx="115200" cy="115200"/>
              </a:xfrm>
              <a:prstGeom prst="triangle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矩形: 圆角 258">
                <a:extLst>
                  <a:ext uri="{FF2B5EF4-FFF2-40B4-BE49-F238E27FC236}">
                    <a16:creationId xmlns:a16="http://schemas.microsoft.com/office/drawing/2014/main" id="{83FDDDF4-E1E5-4836-A5D7-622435137DCA}"/>
                  </a:ext>
                </a:extLst>
              </p:cNvPr>
              <p:cNvSpPr/>
              <p:nvPr/>
            </p:nvSpPr>
            <p:spPr>
              <a:xfrm>
                <a:off x="8371856" y="3610619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0" name="矩形: 圆角 259">
                <a:extLst>
                  <a:ext uri="{FF2B5EF4-FFF2-40B4-BE49-F238E27FC236}">
                    <a16:creationId xmlns:a16="http://schemas.microsoft.com/office/drawing/2014/main" id="{243E5593-5B40-4987-8A46-D58A0F7839AB}"/>
                  </a:ext>
                </a:extLst>
              </p:cNvPr>
              <p:cNvSpPr/>
              <p:nvPr/>
            </p:nvSpPr>
            <p:spPr>
              <a:xfrm>
                <a:off x="8700818" y="3607537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1" name="矩形: 圆角 260">
                <a:extLst>
                  <a:ext uri="{FF2B5EF4-FFF2-40B4-BE49-F238E27FC236}">
                    <a16:creationId xmlns:a16="http://schemas.microsoft.com/office/drawing/2014/main" id="{DE3EDD85-A078-4756-957E-3F3D6FB8F8CF}"/>
                  </a:ext>
                </a:extLst>
              </p:cNvPr>
              <p:cNvSpPr/>
              <p:nvPr/>
            </p:nvSpPr>
            <p:spPr>
              <a:xfrm>
                <a:off x="8371254" y="2896124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2" name="矩形: 圆角 261">
                <a:extLst>
                  <a:ext uri="{FF2B5EF4-FFF2-40B4-BE49-F238E27FC236}">
                    <a16:creationId xmlns:a16="http://schemas.microsoft.com/office/drawing/2014/main" id="{B42AD314-FD06-4EAD-A171-9ABA7DE77786}"/>
                  </a:ext>
                </a:extLst>
              </p:cNvPr>
              <p:cNvSpPr/>
              <p:nvPr/>
            </p:nvSpPr>
            <p:spPr>
              <a:xfrm>
                <a:off x="8700216" y="2893042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3" name="矩形 262">
                <a:extLst>
                  <a:ext uri="{FF2B5EF4-FFF2-40B4-BE49-F238E27FC236}">
                    <a16:creationId xmlns:a16="http://schemas.microsoft.com/office/drawing/2014/main" id="{5CF44F3C-2504-4BE2-8AC7-34CA78AC31CB}"/>
                  </a:ext>
                </a:extLst>
              </p:cNvPr>
              <p:cNvSpPr/>
              <p:nvPr/>
            </p:nvSpPr>
            <p:spPr>
              <a:xfrm rot="5400000">
                <a:off x="8445739" y="3925921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矩形 263">
                <a:extLst>
                  <a:ext uri="{FF2B5EF4-FFF2-40B4-BE49-F238E27FC236}">
                    <a16:creationId xmlns:a16="http://schemas.microsoft.com/office/drawing/2014/main" id="{3DE3CC4A-C876-4235-BC69-BC273F68C61F}"/>
                  </a:ext>
                </a:extLst>
              </p:cNvPr>
              <p:cNvSpPr/>
              <p:nvPr/>
            </p:nvSpPr>
            <p:spPr>
              <a:xfrm rot="5400000">
                <a:off x="8445739" y="3719561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C17A1FE3-B4A4-47F3-AAE4-2CAD92B2B3E4}"/>
                  </a:ext>
                </a:extLst>
              </p:cNvPr>
              <p:cNvSpPr/>
              <p:nvPr/>
            </p:nvSpPr>
            <p:spPr>
              <a:xfrm rot="5400000">
                <a:off x="8775398" y="3920143"/>
                <a:ext cx="113579" cy="113579"/>
              </a:xfrm>
              <a:prstGeom prst="rect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" name="矩形 265">
                <a:extLst>
                  <a:ext uri="{FF2B5EF4-FFF2-40B4-BE49-F238E27FC236}">
                    <a16:creationId xmlns:a16="http://schemas.microsoft.com/office/drawing/2014/main" id="{645E051A-E82D-4F76-B7B9-CA496539914C}"/>
                  </a:ext>
                </a:extLst>
              </p:cNvPr>
              <p:cNvSpPr/>
              <p:nvPr/>
            </p:nvSpPr>
            <p:spPr>
              <a:xfrm rot="5400000">
                <a:off x="8775398" y="3713783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五边形 266">
                <a:extLst>
                  <a:ext uri="{FF2B5EF4-FFF2-40B4-BE49-F238E27FC236}">
                    <a16:creationId xmlns:a16="http://schemas.microsoft.com/office/drawing/2014/main" id="{DBBAD73C-C622-447D-8069-5F7A8830C8E7}"/>
                  </a:ext>
                </a:extLst>
              </p:cNvPr>
              <p:cNvSpPr/>
              <p:nvPr/>
            </p:nvSpPr>
            <p:spPr>
              <a:xfrm>
                <a:off x="8443969" y="3184189"/>
                <a:ext cx="115200" cy="115200"/>
              </a:xfrm>
              <a:prstGeom prst="pentagon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8" name="五边形 267">
                <a:extLst>
                  <a:ext uri="{FF2B5EF4-FFF2-40B4-BE49-F238E27FC236}">
                    <a16:creationId xmlns:a16="http://schemas.microsoft.com/office/drawing/2014/main" id="{F07E810A-58F5-4606-80C7-AA33127174AD}"/>
                  </a:ext>
                </a:extLst>
              </p:cNvPr>
              <p:cNvSpPr/>
              <p:nvPr/>
            </p:nvSpPr>
            <p:spPr>
              <a:xfrm>
                <a:off x="8439882" y="2994051"/>
                <a:ext cx="115200" cy="115200"/>
              </a:xfrm>
              <a:prstGeom prst="pentagon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9" name="五边形 268">
                <a:extLst>
                  <a:ext uri="{FF2B5EF4-FFF2-40B4-BE49-F238E27FC236}">
                    <a16:creationId xmlns:a16="http://schemas.microsoft.com/office/drawing/2014/main" id="{289F290B-2165-4E41-9D28-C386D2BE3F3D}"/>
                  </a:ext>
                </a:extLst>
              </p:cNvPr>
              <p:cNvSpPr/>
              <p:nvPr/>
            </p:nvSpPr>
            <p:spPr>
              <a:xfrm>
                <a:off x="8766117" y="3184189"/>
                <a:ext cx="115200" cy="115200"/>
              </a:xfrm>
              <a:prstGeom prst="pentagon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0" name="五边形 269">
                <a:extLst>
                  <a:ext uri="{FF2B5EF4-FFF2-40B4-BE49-F238E27FC236}">
                    <a16:creationId xmlns:a16="http://schemas.microsoft.com/office/drawing/2014/main" id="{A1FFBFCB-F502-479F-9223-B91F68A27FD3}"/>
                  </a:ext>
                </a:extLst>
              </p:cNvPr>
              <p:cNvSpPr/>
              <p:nvPr/>
            </p:nvSpPr>
            <p:spPr>
              <a:xfrm>
                <a:off x="8762030" y="2994051"/>
                <a:ext cx="115200" cy="115200"/>
              </a:xfrm>
              <a:prstGeom prst="pentagon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1" name="矩形: 圆角 270">
                <a:extLst>
                  <a:ext uri="{FF2B5EF4-FFF2-40B4-BE49-F238E27FC236}">
                    <a16:creationId xmlns:a16="http://schemas.microsoft.com/office/drawing/2014/main" id="{BE0E895C-2EC2-47C1-A4CB-A273630B4614}"/>
                  </a:ext>
                </a:extLst>
              </p:cNvPr>
              <p:cNvSpPr/>
              <p:nvPr/>
            </p:nvSpPr>
            <p:spPr>
              <a:xfrm>
                <a:off x="9090072" y="4341075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2" name="矩形: 圆角 271">
                <a:extLst>
                  <a:ext uri="{FF2B5EF4-FFF2-40B4-BE49-F238E27FC236}">
                    <a16:creationId xmlns:a16="http://schemas.microsoft.com/office/drawing/2014/main" id="{60EA12B4-CB69-44AD-9381-8DE3080566B7}"/>
                  </a:ext>
                </a:extLst>
              </p:cNvPr>
              <p:cNvSpPr/>
              <p:nvPr/>
            </p:nvSpPr>
            <p:spPr>
              <a:xfrm>
                <a:off x="9419034" y="4337993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3" name="等腰三角形 272">
                <a:extLst>
                  <a:ext uri="{FF2B5EF4-FFF2-40B4-BE49-F238E27FC236}">
                    <a16:creationId xmlns:a16="http://schemas.microsoft.com/office/drawing/2014/main" id="{C3625AEC-4298-465D-BDE3-1B31311BCE9D}"/>
                  </a:ext>
                </a:extLst>
              </p:cNvPr>
              <p:cNvSpPr/>
              <p:nvPr/>
            </p:nvSpPr>
            <p:spPr>
              <a:xfrm>
                <a:off x="9490778" y="4624820"/>
                <a:ext cx="115200" cy="115200"/>
              </a:xfrm>
              <a:prstGeom prst="triangle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4" name="等腰三角形 273">
                <a:extLst>
                  <a:ext uri="{FF2B5EF4-FFF2-40B4-BE49-F238E27FC236}">
                    <a16:creationId xmlns:a16="http://schemas.microsoft.com/office/drawing/2014/main" id="{4252CF13-8E3D-40E8-B6B0-2D5AE5C871DD}"/>
                  </a:ext>
                </a:extLst>
              </p:cNvPr>
              <p:cNvSpPr/>
              <p:nvPr/>
            </p:nvSpPr>
            <p:spPr>
              <a:xfrm>
                <a:off x="9491216" y="4422818"/>
                <a:ext cx="115200" cy="115200"/>
              </a:xfrm>
              <a:prstGeom prst="triangle">
                <a:avLst/>
              </a:prstGeom>
              <a:solidFill>
                <a:srgbClr val="FFAD49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等腰三角形 278">
                <a:extLst>
                  <a:ext uri="{FF2B5EF4-FFF2-40B4-BE49-F238E27FC236}">
                    <a16:creationId xmlns:a16="http://schemas.microsoft.com/office/drawing/2014/main" id="{7AE3FEBA-EEB4-417B-AEF3-D81D2577D1B8}"/>
                  </a:ext>
                </a:extLst>
              </p:cNvPr>
              <p:cNvSpPr/>
              <p:nvPr/>
            </p:nvSpPr>
            <p:spPr>
              <a:xfrm>
                <a:off x="9158533" y="4624820"/>
                <a:ext cx="115200" cy="115200"/>
              </a:xfrm>
              <a:prstGeom prst="triangle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0" name="等腰三角形 279">
                <a:extLst>
                  <a:ext uri="{FF2B5EF4-FFF2-40B4-BE49-F238E27FC236}">
                    <a16:creationId xmlns:a16="http://schemas.microsoft.com/office/drawing/2014/main" id="{FFA1CDB1-FCAC-4FAD-9863-0C95ACF1FB5B}"/>
                  </a:ext>
                </a:extLst>
              </p:cNvPr>
              <p:cNvSpPr/>
              <p:nvPr/>
            </p:nvSpPr>
            <p:spPr>
              <a:xfrm>
                <a:off x="9158971" y="4422818"/>
                <a:ext cx="115200" cy="115200"/>
              </a:xfrm>
              <a:prstGeom prst="triangle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矩形: 圆角 280">
                <a:extLst>
                  <a:ext uri="{FF2B5EF4-FFF2-40B4-BE49-F238E27FC236}">
                    <a16:creationId xmlns:a16="http://schemas.microsoft.com/office/drawing/2014/main" id="{0943B549-6B43-47A5-87F9-EFAC6B89C986}"/>
                  </a:ext>
                </a:extLst>
              </p:cNvPr>
              <p:cNvSpPr/>
              <p:nvPr/>
            </p:nvSpPr>
            <p:spPr>
              <a:xfrm>
                <a:off x="9087236" y="3599359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7" name="矩形: 圆角 286">
                <a:extLst>
                  <a:ext uri="{FF2B5EF4-FFF2-40B4-BE49-F238E27FC236}">
                    <a16:creationId xmlns:a16="http://schemas.microsoft.com/office/drawing/2014/main" id="{9113890A-207F-4F1D-9B9D-24D5E019A3E6}"/>
                  </a:ext>
                </a:extLst>
              </p:cNvPr>
              <p:cNvSpPr/>
              <p:nvPr/>
            </p:nvSpPr>
            <p:spPr>
              <a:xfrm>
                <a:off x="9416198" y="3596277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8" name="矩形: 圆角 287">
                <a:extLst>
                  <a:ext uri="{FF2B5EF4-FFF2-40B4-BE49-F238E27FC236}">
                    <a16:creationId xmlns:a16="http://schemas.microsoft.com/office/drawing/2014/main" id="{E5DE3BFD-650E-428A-BC90-663C69DF830F}"/>
                  </a:ext>
                </a:extLst>
              </p:cNvPr>
              <p:cNvSpPr/>
              <p:nvPr/>
            </p:nvSpPr>
            <p:spPr>
              <a:xfrm>
                <a:off x="9086634" y="2884864"/>
                <a:ext cx="253033" cy="504000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9" name="矩形: 圆角 288">
                <a:extLst>
                  <a:ext uri="{FF2B5EF4-FFF2-40B4-BE49-F238E27FC236}">
                    <a16:creationId xmlns:a16="http://schemas.microsoft.com/office/drawing/2014/main" id="{B2515153-BB81-4C61-9E56-A36A655F0E96}"/>
                  </a:ext>
                </a:extLst>
              </p:cNvPr>
              <p:cNvSpPr/>
              <p:nvPr/>
            </p:nvSpPr>
            <p:spPr>
              <a:xfrm>
                <a:off x="9415596" y="2881782"/>
                <a:ext cx="253033" cy="504000"/>
              </a:xfrm>
              <a:prstGeom prst="roundRect">
                <a:avLst/>
              </a:prstGeom>
              <a:solidFill>
                <a:srgbClr val="E7E6E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1" name="矩形 290">
                <a:extLst>
                  <a:ext uri="{FF2B5EF4-FFF2-40B4-BE49-F238E27FC236}">
                    <a16:creationId xmlns:a16="http://schemas.microsoft.com/office/drawing/2014/main" id="{EBA22A05-5561-4C90-BCAA-BB32E7E048C5}"/>
                  </a:ext>
                </a:extLst>
              </p:cNvPr>
              <p:cNvSpPr/>
              <p:nvPr/>
            </p:nvSpPr>
            <p:spPr>
              <a:xfrm rot="5400000">
                <a:off x="9161119" y="3914661"/>
                <a:ext cx="113579" cy="113579"/>
              </a:xfrm>
              <a:prstGeom prst="rect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2674C4B8-09D2-4FE8-A862-E02EB35AB8F7}"/>
                  </a:ext>
                </a:extLst>
              </p:cNvPr>
              <p:cNvSpPr/>
              <p:nvPr/>
            </p:nvSpPr>
            <p:spPr>
              <a:xfrm rot="5400000">
                <a:off x="9161119" y="3708301"/>
                <a:ext cx="113579" cy="113579"/>
              </a:xfrm>
              <a:prstGeom prst="rect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C11A5E67-FF05-4289-A914-29069ADD577B}"/>
                  </a:ext>
                </a:extLst>
              </p:cNvPr>
              <p:cNvSpPr/>
              <p:nvPr/>
            </p:nvSpPr>
            <p:spPr>
              <a:xfrm rot="5400000">
                <a:off x="9490778" y="3908883"/>
                <a:ext cx="113579" cy="113579"/>
              </a:xfrm>
              <a:prstGeom prst="rect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矩形 293">
                <a:extLst>
                  <a:ext uri="{FF2B5EF4-FFF2-40B4-BE49-F238E27FC236}">
                    <a16:creationId xmlns:a16="http://schemas.microsoft.com/office/drawing/2014/main" id="{5CE66B62-4535-41E7-8811-36B11EE47CE4}"/>
                  </a:ext>
                </a:extLst>
              </p:cNvPr>
              <p:cNvSpPr/>
              <p:nvPr/>
            </p:nvSpPr>
            <p:spPr>
              <a:xfrm rot="5400000">
                <a:off x="9490778" y="3702523"/>
                <a:ext cx="113579" cy="113579"/>
              </a:xfrm>
              <a:prstGeom prst="rect">
                <a:avLst/>
              </a:prstGeom>
              <a:solidFill>
                <a:srgbClr val="FFAD49"/>
              </a:solidFill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" name="五边形 294">
                <a:extLst>
                  <a:ext uri="{FF2B5EF4-FFF2-40B4-BE49-F238E27FC236}">
                    <a16:creationId xmlns:a16="http://schemas.microsoft.com/office/drawing/2014/main" id="{9D51B6D3-028A-4DE1-A1A0-0A3BB86C2CCE}"/>
                  </a:ext>
                </a:extLst>
              </p:cNvPr>
              <p:cNvSpPr/>
              <p:nvPr/>
            </p:nvSpPr>
            <p:spPr>
              <a:xfrm>
                <a:off x="9159349" y="3172929"/>
                <a:ext cx="115200" cy="115200"/>
              </a:xfrm>
              <a:prstGeom prst="pentagon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五边形 295">
                <a:extLst>
                  <a:ext uri="{FF2B5EF4-FFF2-40B4-BE49-F238E27FC236}">
                    <a16:creationId xmlns:a16="http://schemas.microsoft.com/office/drawing/2014/main" id="{EC460D60-E0BA-4D1A-8343-7DC1885BAD24}"/>
                  </a:ext>
                </a:extLst>
              </p:cNvPr>
              <p:cNvSpPr/>
              <p:nvPr/>
            </p:nvSpPr>
            <p:spPr>
              <a:xfrm>
                <a:off x="9155262" y="2982791"/>
                <a:ext cx="115200" cy="115200"/>
              </a:xfrm>
              <a:prstGeom prst="pentagon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7" name="五边形 296">
                <a:extLst>
                  <a:ext uri="{FF2B5EF4-FFF2-40B4-BE49-F238E27FC236}">
                    <a16:creationId xmlns:a16="http://schemas.microsoft.com/office/drawing/2014/main" id="{BCC7AC53-7805-42F7-9AE0-645B9304E76A}"/>
                  </a:ext>
                </a:extLst>
              </p:cNvPr>
              <p:cNvSpPr/>
              <p:nvPr/>
            </p:nvSpPr>
            <p:spPr>
              <a:xfrm>
                <a:off x="9481497" y="3172929"/>
                <a:ext cx="115200" cy="115200"/>
              </a:xfrm>
              <a:prstGeom prst="pentagon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8" name="五边形 297">
                <a:extLst>
                  <a:ext uri="{FF2B5EF4-FFF2-40B4-BE49-F238E27FC236}">
                    <a16:creationId xmlns:a16="http://schemas.microsoft.com/office/drawing/2014/main" id="{25E6958E-2946-4936-B69F-496E002B8C9D}"/>
                  </a:ext>
                </a:extLst>
              </p:cNvPr>
              <p:cNvSpPr/>
              <p:nvPr/>
            </p:nvSpPr>
            <p:spPr>
              <a:xfrm>
                <a:off x="9477410" y="2982791"/>
                <a:ext cx="115200" cy="115200"/>
              </a:xfrm>
              <a:prstGeom prst="pentagon">
                <a:avLst/>
              </a:prstGeom>
              <a:solidFill>
                <a:srgbClr val="FFAD49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00" name="直接连接符 299">
                <a:extLst>
                  <a:ext uri="{FF2B5EF4-FFF2-40B4-BE49-F238E27FC236}">
                    <a16:creationId xmlns:a16="http://schemas.microsoft.com/office/drawing/2014/main" id="{662518E3-C989-4F3A-B027-B75D84CC6751}"/>
                  </a:ext>
                </a:extLst>
              </p:cNvPr>
              <p:cNvCxnSpPr/>
              <p:nvPr/>
            </p:nvCxnSpPr>
            <p:spPr>
              <a:xfrm>
                <a:off x="7583113" y="3499595"/>
                <a:ext cx="217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866267A9-F8AF-4A93-829B-7800AEF0346E}"/>
                  </a:ext>
                </a:extLst>
              </p:cNvPr>
              <p:cNvCxnSpPr/>
              <p:nvPr/>
            </p:nvCxnSpPr>
            <p:spPr>
              <a:xfrm>
                <a:off x="7581496" y="4211553"/>
                <a:ext cx="217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>
                <a:extLst>
                  <a:ext uri="{FF2B5EF4-FFF2-40B4-BE49-F238E27FC236}">
                    <a16:creationId xmlns:a16="http://schemas.microsoft.com/office/drawing/2014/main" id="{C034F80B-2776-4ADE-873B-B9EE5AC509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02715" y="2772750"/>
                <a:ext cx="0" cy="2178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>
                <a:extLst>
                  <a:ext uri="{FF2B5EF4-FFF2-40B4-BE49-F238E27FC236}">
                    <a16:creationId xmlns:a16="http://schemas.microsoft.com/office/drawing/2014/main" id="{48140BC9-3E86-4BC6-A45D-5C27C040D9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28057" y="2772231"/>
                <a:ext cx="0" cy="2178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98A6DEC4-A37F-4562-8344-85381E8B28AC}"/>
                </a:ext>
              </a:extLst>
            </p:cNvPr>
            <p:cNvCxnSpPr/>
            <p:nvPr/>
          </p:nvCxnSpPr>
          <p:spPr>
            <a:xfrm flipV="1">
              <a:off x="9140182" y="1638743"/>
              <a:ext cx="0" cy="21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B4AAEA00-1304-448D-B576-2538318EE928}"/>
                </a:ext>
              </a:extLst>
            </p:cNvPr>
            <p:cNvCxnSpPr>
              <a:cxnSpLocks/>
            </p:cNvCxnSpPr>
            <p:nvPr/>
          </p:nvCxnSpPr>
          <p:spPr>
            <a:xfrm>
              <a:off x="9280726" y="3978231"/>
              <a:ext cx="216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642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F2B2E703-4E9B-42FD-8DB7-8D3EF21C7B9D}"/>
              </a:ext>
            </a:extLst>
          </p:cNvPr>
          <p:cNvGrpSpPr/>
          <p:nvPr/>
        </p:nvGrpSpPr>
        <p:grpSpPr>
          <a:xfrm>
            <a:off x="806103" y="698172"/>
            <a:ext cx="10101685" cy="5461656"/>
            <a:chOff x="1491903" y="726159"/>
            <a:chExt cx="10101685" cy="5461656"/>
          </a:xfrm>
        </p:grpSpPr>
        <p:sp>
          <p:nvSpPr>
            <p:cNvPr id="313" name="矩形: 圆角 312">
              <a:extLst>
                <a:ext uri="{FF2B5EF4-FFF2-40B4-BE49-F238E27FC236}">
                  <a16:creationId xmlns:a16="http://schemas.microsoft.com/office/drawing/2014/main" id="{A1607E52-2A95-455B-86F9-5D974EBC22D0}"/>
                </a:ext>
              </a:extLst>
            </p:cNvPr>
            <p:cNvSpPr/>
            <p:nvPr/>
          </p:nvSpPr>
          <p:spPr>
            <a:xfrm>
              <a:off x="6935137" y="1141720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8CB41872-6E8B-4EC5-8D44-55D81F2BF2B9}"/>
                </a:ext>
              </a:extLst>
            </p:cNvPr>
            <p:cNvSpPr/>
            <p:nvPr/>
          </p:nvSpPr>
          <p:spPr>
            <a:xfrm>
              <a:off x="5113608" y="3767716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B6635CDB-7A07-4632-852B-B964E1F49474}"/>
                </a:ext>
              </a:extLst>
            </p:cNvPr>
            <p:cNvSpPr/>
            <p:nvPr/>
          </p:nvSpPr>
          <p:spPr>
            <a:xfrm>
              <a:off x="5098645" y="1148289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2D9C9F-3FF4-44B0-B1D9-BAD4BE9530C6}"/>
                </a:ext>
              </a:extLst>
            </p:cNvPr>
            <p:cNvSpPr txBox="1"/>
            <p:nvPr/>
          </p:nvSpPr>
          <p:spPr>
            <a:xfrm>
              <a:off x="4189550" y="780927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29131F5-6896-475B-B0EF-1A192A8C8040}"/>
                </a:ext>
              </a:extLst>
            </p:cNvPr>
            <p:cNvSpPr/>
            <p:nvPr/>
          </p:nvSpPr>
          <p:spPr>
            <a:xfrm rot="13574978">
              <a:off x="5012246" y="4150455"/>
              <a:ext cx="106372" cy="360000"/>
            </a:xfrm>
            <a:prstGeom prst="downArrow">
              <a:avLst/>
            </a:prstGeom>
            <a:solidFill>
              <a:srgbClr val="42B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015469A-838C-47B2-94AF-C3ECBAF15117}"/>
                </a:ext>
              </a:extLst>
            </p:cNvPr>
            <p:cNvSpPr txBox="1"/>
            <p:nvPr/>
          </p:nvSpPr>
          <p:spPr>
            <a:xfrm>
              <a:off x="4885667" y="4029857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42B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6316E68-A0D5-4137-843A-353E9510ED5B}"/>
                </a:ext>
              </a:extLst>
            </p:cNvPr>
            <p:cNvSpPr txBox="1"/>
            <p:nvPr/>
          </p:nvSpPr>
          <p:spPr>
            <a:xfrm>
              <a:off x="4203291" y="3188923"/>
              <a:ext cx="179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B4728E10-CE11-4AA4-BCFE-48010FD801BC}"/>
                </a:ext>
              </a:extLst>
            </p:cNvPr>
            <p:cNvSpPr/>
            <p:nvPr/>
          </p:nvSpPr>
          <p:spPr>
            <a:xfrm rot="13321836">
              <a:off x="5028032" y="1543254"/>
              <a:ext cx="106372" cy="360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6B6B5054-8DC4-405C-96F3-FA7CE2D6FCE5}"/>
                </a:ext>
              </a:extLst>
            </p:cNvPr>
            <p:cNvSpPr txBox="1"/>
            <p:nvPr/>
          </p:nvSpPr>
          <p:spPr>
            <a:xfrm>
              <a:off x="5841888" y="735250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676E54F-CAAE-4C34-AC20-31CF160F83D4}"/>
                </a:ext>
              </a:extLst>
            </p:cNvPr>
            <p:cNvSpPr txBox="1"/>
            <p:nvPr/>
          </p:nvSpPr>
          <p:spPr>
            <a:xfrm>
              <a:off x="5939126" y="3171417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4C266C8-F768-408C-B498-9D367827A08C}"/>
                </a:ext>
              </a:extLst>
            </p:cNvPr>
            <p:cNvSpPr txBox="1"/>
            <p:nvPr/>
          </p:nvSpPr>
          <p:spPr>
            <a:xfrm>
              <a:off x="9724962" y="3064486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C87AF0E5-37E1-46E9-8505-1BF7B79A180F}"/>
                </a:ext>
              </a:extLst>
            </p:cNvPr>
            <p:cNvSpPr/>
            <p:nvPr/>
          </p:nvSpPr>
          <p:spPr>
            <a:xfrm>
              <a:off x="6305595" y="1158814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2" name="箭头: 下 191">
              <a:extLst>
                <a:ext uri="{FF2B5EF4-FFF2-40B4-BE49-F238E27FC236}">
                  <a16:creationId xmlns:a16="http://schemas.microsoft.com/office/drawing/2014/main" id="{383B6B05-A50A-4B7F-B863-2526AF90D115}"/>
                </a:ext>
              </a:extLst>
            </p:cNvPr>
            <p:cNvSpPr/>
            <p:nvPr/>
          </p:nvSpPr>
          <p:spPr>
            <a:xfrm rot="16200000">
              <a:off x="6841701" y="1378100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9BAE5B0-5514-4A5D-9903-74F1215A9C1A}"/>
                </a:ext>
              </a:extLst>
            </p:cNvPr>
            <p:cNvSpPr txBox="1"/>
            <p:nvPr/>
          </p:nvSpPr>
          <p:spPr>
            <a:xfrm>
              <a:off x="6750632" y="1195802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14F1CC4-A70D-485B-8777-5417BCAFA3C8}"/>
                </a:ext>
              </a:extLst>
            </p:cNvPr>
            <p:cNvSpPr txBox="1"/>
            <p:nvPr/>
          </p:nvSpPr>
          <p:spPr>
            <a:xfrm rot="7407277">
              <a:off x="6528835" y="3399908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4D8276B2-42FB-4F92-8BBF-A16768993CC7}"/>
                </a:ext>
              </a:extLst>
            </p:cNvPr>
            <p:cNvSpPr/>
            <p:nvPr/>
          </p:nvSpPr>
          <p:spPr>
            <a:xfrm rot="19388721">
              <a:off x="10866071" y="3611233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1307C3-21D9-484A-8D1B-DAF6E4F6BD7D}"/>
                </a:ext>
              </a:extLst>
            </p:cNvPr>
            <p:cNvSpPr txBox="1"/>
            <p:nvPr/>
          </p:nvSpPr>
          <p:spPr>
            <a:xfrm rot="3220518">
              <a:off x="10854373" y="3445310"/>
              <a:ext cx="3183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9CF08A63-46A9-4401-ACD5-BE7AE0D68463}"/>
                </a:ext>
              </a:extLst>
            </p:cNvPr>
            <p:cNvSpPr txBox="1"/>
            <p:nvPr/>
          </p:nvSpPr>
          <p:spPr>
            <a:xfrm>
              <a:off x="4860473" y="1439247"/>
              <a:ext cx="318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2786AD-3FF8-46DA-BF98-45761DB1641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048327" y="5032112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136D17E-F821-4629-A072-E2CA258AC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9109" y="5842112"/>
              <a:ext cx="5266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4BD567-CEEB-459C-9D38-33904737CC1E}"/>
                </a:ext>
              </a:extLst>
            </p:cNvPr>
            <p:cNvSpPr txBox="1"/>
            <p:nvPr/>
          </p:nvSpPr>
          <p:spPr>
            <a:xfrm>
              <a:off x="4163887" y="5880038"/>
              <a:ext cx="1834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709862F-B2CD-409D-932F-E01DB20B5F20}"/>
                </a:ext>
              </a:extLst>
            </p:cNvPr>
            <p:cNvSpPr txBox="1"/>
            <p:nvPr/>
          </p:nvSpPr>
          <p:spPr>
            <a:xfrm>
              <a:off x="7477225" y="5879120"/>
              <a:ext cx="189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108E66CC-AEFA-44E9-9CBA-A34B7C199BC6}"/>
                </a:ext>
              </a:extLst>
            </p:cNvPr>
            <p:cNvGrpSpPr/>
            <p:nvPr/>
          </p:nvGrpSpPr>
          <p:grpSpPr>
            <a:xfrm>
              <a:off x="1491903" y="784566"/>
              <a:ext cx="2584131" cy="4869978"/>
              <a:chOff x="1088370" y="791028"/>
              <a:chExt cx="2584131" cy="4869978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ED0596-52BA-4E2E-B8C9-11F9D2D2FD86}"/>
                  </a:ext>
                </a:extLst>
              </p:cNvPr>
              <p:cNvSpPr txBox="1"/>
              <p:nvPr/>
            </p:nvSpPr>
            <p:spPr>
              <a:xfrm>
                <a:off x="1088370" y="791028"/>
                <a:ext cx="3407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zh-CN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等腰三角形 67">
                <a:extLst>
                  <a:ext uri="{FF2B5EF4-FFF2-40B4-BE49-F238E27FC236}">
                    <a16:creationId xmlns:a16="http://schemas.microsoft.com/office/drawing/2014/main" id="{566F4E8E-276B-4204-966C-14BBDD6D34A0}"/>
                  </a:ext>
                </a:extLst>
              </p:cNvPr>
              <p:cNvSpPr/>
              <p:nvPr/>
            </p:nvSpPr>
            <p:spPr>
              <a:xfrm>
                <a:off x="3393454" y="4015832"/>
                <a:ext cx="279047" cy="279047"/>
              </a:xfrm>
              <a:prstGeom prst="triangle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等腰三角形 72">
                <a:extLst>
                  <a:ext uri="{FF2B5EF4-FFF2-40B4-BE49-F238E27FC236}">
                    <a16:creationId xmlns:a16="http://schemas.microsoft.com/office/drawing/2014/main" id="{BCAB281C-FA65-4ACB-B1E4-82488A887911}"/>
                  </a:ext>
                </a:extLst>
              </p:cNvPr>
              <p:cNvSpPr/>
              <p:nvPr/>
            </p:nvSpPr>
            <p:spPr>
              <a:xfrm>
                <a:off x="3392986" y="4492771"/>
                <a:ext cx="279047" cy="279047"/>
              </a:xfrm>
              <a:prstGeom prst="triangle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等腰三角形 73">
                <a:extLst>
                  <a:ext uri="{FF2B5EF4-FFF2-40B4-BE49-F238E27FC236}">
                    <a16:creationId xmlns:a16="http://schemas.microsoft.com/office/drawing/2014/main" id="{DA192DBC-4B49-4A38-9BAA-8B6E07C4FCF8}"/>
                  </a:ext>
                </a:extLst>
              </p:cNvPr>
              <p:cNvSpPr/>
              <p:nvPr/>
            </p:nvSpPr>
            <p:spPr>
              <a:xfrm>
                <a:off x="3392986" y="4924123"/>
                <a:ext cx="279047" cy="279047"/>
              </a:xfrm>
              <a:prstGeom prst="triangle">
                <a:avLst/>
              </a:prstGeom>
              <a:solidFill>
                <a:srgbClr val="FFAD49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等腰三角形 74">
                <a:extLst>
                  <a:ext uri="{FF2B5EF4-FFF2-40B4-BE49-F238E27FC236}">
                    <a16:creationId xmlns:a16="http://schemas.microsoft.com/office/drawing/2014/main" id="{2A1371B5-CF6B-49BF-BEF9-DD559FA7BA20}"/>
                  </a:ext>
                </a:extLst>
              </p:cNvPr>
              <p:cNvSpPr/>
              <p:nvPr/>
            </p:nvSpPr>
            <p:spPr>
              <a:xfrm>
                <a:off x="3392986" y="5381959"/>
                <a:ext cx="279047" cy="279047"/>
              </a:xfrm>
              <a:prstGeom prst="triangle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78CD41D6-23AE-4A32-9000-44EDBDD71C07}"/>
                  </a:ext>
                </a:extLst>
              </p:cNvPr>
              <p:cNvSpPr/>
              <p:nvPr/>
            </p:nvSpPr>
            <p:spPr>
              <a:xfrm rot="5400000">
                <a:off x="3374506" y="1481020"/>
                <a:ext cx="279047" cy="279047"/>
              </a:xfrm>
              <a:prstGeom prst="rect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96C32B74-D9B9-4ECF-A9B8-DD4921B5CBF2}"/>
                  </a:ext>
                </a:extLst>
              </p:cNvPr>
              <p:cNvSpPr/>
              <p:nvPr/>
            </p:nvSpPr>
            <p:spPr>
              <a:xfrm rot="5400000">
                <a:off x="3374975" y="1898950"/>
                <a:ext cx="279047" cy="279047"/>
              </a:xfrm>
              <a:prstGeom prst="rect">
                <a:avLst/>
              </a:prstGeom>
              <a:solidFill>
                <a:srgbClr val="FFAD49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五边形 207">
                <a:extLst>
                  <a:ext uri="{FF2B5EF4-FFF2-40B4-BE49-F238E27FC236}">
                    <a16:creationId xmlns:a16="http://schemas.microsoft.com/office/drawing/2014/main" id="{29958954-EDFF-4BA9-805E-51DED13677A0}"/>
                  </a:ext>
                </a:extLst>
              </p:cNvPr>
              <p:cNvSpPr/>
              <p:nvPr/>
            </p:nvSpPr>
            <p:spPr>
              <a:xfrm>
                <a:off x="3374975" y="1100118"/>
                <a:ext cx="279047" cy="279047"/>
              </a:xfrm>
              <a:prstGeom prst="pentagon">
                <a:avLst/>
              </a:prstGeom>
              <a:solidFill>
                <a:srgbClr val="76BFA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五边形 209">
                <a:extLst>
                  <a:ext uri="{FF2B5EF4-FFF2-40B4-BE49-F238E27FC236}">
                    <a16:creationId xmlns:a16="http://schemas.microsoft.com/office/drawing/2014/main" id="{995863DE-2C5D-43EC-8924-C4039DC1B48D}"/>
                  </a:ext>
                </a:extLst>
              </p:cNvPr>
              <p:cNvSpPr/>
              <p:nvPr/>
            </p:nvSpPr>
            <p:spPr>
              <a:xfrm>
                <a:off x="3382516" y="3526048"/>
                <a:ext cx="279047" cy="279047"/>
              </a:xfrm>
              <a:prstGeom prst="pentagon">
                <a:avLst/>
              </a:prstGeom>
              <a:solidFill>
                <a:srgbClr val="FFAD49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7C73A934-6EC8-41FD-BE29-CB2F1291C5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48971" y="3177111"/>
                <a:ext cx="16021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739B34BD-73C4-48B3-82FE-1F6A1EA05893}"/>
                  </a:ext>
                </a:extLst>
              </p:cNvPr>
              <p:cNvSpPr/>
              <p:nvPr/>
            </p:nvSpPr>
            <p:spPr>
              <a:xfrm rot="5400000">
                <a:off x="3383416" y="2287275"/>
                <a:ext cx="279047" cy="279047"/>
              </a:xfrm>
              <a:prstGeom prst="rect">
                <a:avLst/>
              </a:prstGeom>
              <a:solidFill>
                <a:srgbClr val="103293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8C0A21C8-C424-4DB2-BB33-2FF9D6C99E05}"/>
                  </a:ext>
                </a:extLst>
              </p:cNvPr>
              <p:cNvSpPr/>
              <p:nvPr/>
            </p:nvSpPr>
            <p:spPr>
              <a:xfrm rot="5400000">
                <a:off x="3383259" y="2701102"/>
                <a:ext cx="279047" cy="279047"/>
              </a:xfrm>
              <a:prstGeom prst="rect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五边形 248">
                <a:extLst>
                  <a:ext uri="{FF2B5EF4-FFF2-40B4-BE49-F238E27FC236}">
                    <a16:creationId xmlns:a16="http://schemas.microsoft.com/office/drawing/2014/main" id="{5891E8FF-A2E2-4C13-AB4D-DD0F24807B4B}"/>
                  </a:ext>
                </a:extLst>
              </p:cNvPr>
              <p:cNvSpPr/>
              <p:nvPr/>
            </p:nvSpPr>
            <p:spPr>
              <a:xfrm>
                <a:off x="3383259" y="3066758"/>
                <a:ext cx="279047" cy="267678"/>
              </a:xfrm>
              <a:prstGeom prst="pentagon">
                <a:avLst/>
              </a:prstGeom>
              <a:solidFill>
                <a:srgbClr val="42B9E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034DC0F3-A225-4F84-A519-4A2E5DE398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55872" y="1843829"/>
                <a:ext cx="360854" cy="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C48BBC2-9F6E-40B5-8EB2-942E167004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8081" y="1590027"/>
                <a:ext cx="5487" cy="457305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6949607-1FFB-42A8-B2E4-F06F74DB2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22027" y="1587062"/>
                <a:ext cx="525500" cy="3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6BD5C26-51BC-41AA-9E83-85BAB8F1A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28481" y="2041339"/>
                <a:ext cx="525500" cy="3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A185AAA-B6F0-424B-ABFD-78ADE0C726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46557" y="4806779"/>
                <a:ext cx="36085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3AB4138-92A4-44EA-8731-B88D66572F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2578" y="4394148"/>
                <a:ext cx="2" cy="9320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A9125B2-E3BD-4550-BD2A-8EDD5A6C70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7387" y="4400010"/>
                <a:ext cx="203542" cy="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5D1806C-AA9A-4E59-97A0-E91AFD6B85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11591" y="5313153"/>
                <a:ext cx="204437" cy="50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000341E-5F34-493D-B78D-C8FD2D377A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6122" y="4167217"/>
                <a:ext cx="2" cy="4724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66B8D6A9-594B-470E-8EC9-93AA1D173B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6122" y="4167218"/>
                <a:ext cx="32195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243E6584-D573-4C6D-9C2F-035736690D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7272" y="4635588"/>
                <a:ext cx="322143" cy="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E696694-98D4-4BE1-90B1-3D9362296F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5458" y="5060057"/>
                <a:ext cx="2" cy="4724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F22EF9E3-625E-481B-B7D7-AAED364B8D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5460" y="5065968"/>
                <a:ext cx="32195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3DB6C746-33B5-47B0-9799-25E439F7DE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14798" y="5524754"/>
                <a:ext cx="322143" cy="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1CEA7EF2-DE47-4667-9157-1B17AD096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468" y="2150801"/>
                <a:ext cx="377759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>
                <a:extLst>
                  <a:ext uri="{FF2B5EF4-FFF2-40B4-BE49-F238E27FC236}">
                    <a16:creationId xmlns:a16="http://schemas.microsoft.com/office/drawing/2014/main" id="{B887DE39-2C39-4B06-A8A4-E5463FE893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96402" y="1503501"/>
                <a:ext cx="554226" cy="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>
                <a:extLst>
                  <a:ext uri="{FF2B5EF4-FFF2-40B4-BE49-F238E27FC236}">
                    <a16:creationId xmlns:a16="http://schemas.microsoft.com/office/drawing/2014/main" id="{CA2A93DC-FA1B-432A-9E3F-150BFFBDFD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58794" y="1266736"/>
                <a:ext cx="900000" cy="2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>
                <a:extLst>
                  <a:ext uri="{FF2B5EF4-FFF2-40B4-BE49-F238E27FC236}">
                    <a16:creationId xmlns:a16="http://schemas.microsoft.com/office/drawing/2014/main" id="{446CEC46-0BBA-461D-A7F2-D691B24766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56121" y="3669825"/>
                <a:ext cx="897317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>
                <a:extLst>
                  <a:ext uri="{FF2B5EF4-FFF2-40B4-BE49-F238E27FC236}">
                    <a16:creationId xmlns:a16="http://schemas.microsoft.com/office/drawing/2014/main" id="{94D4EA2E-1224-4974-B7C8-ED6507B4A9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82855" y="2923082"/>
                <a:ext cx="553503" cy="90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78263F03-7651-47FB-95FA-91800B5752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0618" y="1264269"/>
                <a:ext cx="3122" cy="586933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98627939-5706-4C3E-829C-FA4CD5FBA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2072" y="3665572"/>
                <a:ext cx="0" cy="1145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>
                <a:extLst>
                  <a:ext uri="{FF2B5EF4-FFF2-40B4-BE49-F238E27FC236}">
                    <a16:creationId xmlns:a16="http://schemas.microsoft.com/office/drawing/2014/main" id="{0CF6A25D-DA0F-4959-8A34-9E75BF9D3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2861" y="1494689"/>
                <a:ext cx="2318" cy="14311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>
                <a:extLst>
                  <a:ext uri="{FF2B5EF4-FFF2-40B4-BE49-F238E27FC236}">
                    <a16:creationId xmlns:a16="http://schemas.microsoft.com/office/drawing/2014/main" id="{5887B54F-F4C3-47F1-976E-1F7B60DD1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8506" y="2141966"/>
                <a:ext cx="18848" cy="180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9F5AA61A-A636-415B-A81F-513C40D96A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20044" y="3934384"/>
                <a:ext cx="9279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A3B0F171-516A-45D3-B5CE-FF811ACC62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8338" y="2626764"/>
                <a:ext cx="36085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5EEAC8B8-04AC-44D5-A1DC-5A0E849F62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3567" y="2418705"/>
                <a:ext cx="5487" cy="45730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2FA9C159-BD11-4469-BDC3-A4B13AD711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0139" y="2415739"/>
                <a:ext cx="525500" cy="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97CCFFF3-5097-47D1-B074-A70C686C55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220" y="2870016"/>
                <a:ext cx="525500" cy="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FB61016C-9C39-4FFC-8F7E-FE3A2128C4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7695" y="3214640"/>
                <a:ext cx="897317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2E6BCD7A-38A2-4EE1-B8A7-09D885034F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36682" y="2617513"/>
                <a:ext cx="3122" cy="5869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1BFBCA18-1EEA-4795-AF07-35DEC8C21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7258" y="975694"/>
              <a:ext cx="2036330" cy="2101493"/>
            </a:xfrm>
            <a:prstGeom prst="rect">
              <a:avLst/>
            </a:prstGeom>
          </p:spPr>
        </p:pic>
        <p:sp>
          <p:nvSpPr>
            <p:cNvPr id="302" name="矩形 301">
              <a:extLst>
                <a:ext uri="{FF2B5EF4-FFF2-40B4-BE49-F238E27FC236}">
                  <a16:creationId xmlns:a16="http://schemas.microsoft.com/office/drawing/2014/main" id="{B7BED044-D21E-4C43-9DD2-0E7BD44BBD5B}"/>
                </a:ext>
              </a:extLst>
            </p:cNvPr>
            <p:cNvSpPr/>
            <p:nvPr/>
          </p:nvSpPr>
          <p:spPr>
            <a:xfrm>
              <a:off x="5266987" y="2002448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id="{8D05B72E-30A5-4931-986F-20420E358D87}"/>
                </a:ext>
              </a:extLst>
            </p:cNvPr>
            <p:cNvSpPr/>
            <p:nvPr/>
          </p:nvSpPr>
          <p:spPr>
            <a:xfrm>
              <a:off x="5266987" y="2622540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五边形 303">
              <a:extLst>
                <a:ext uri="{FF2B5EF4-FFF2-40B4-BE49-F238E27FC236}">
                  <a16:creationId xmlns:a16="http://schemas.microsoft.com/office/drawing/2014/main" id="{3C7CCE5B-60AD-4F9A-BE88-ECFB143C1DB5}"/>
                </a:ext>
              </a:extLst>
            </p:cNvPr>
            <p:cNvSpPr/>
            <p:nvPr/>
          </p:nvSpPr>
          <p:spPr>
            <a:xfrm rot="17219720">
              <a:off x="5257638" y="1393046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五边形 310">
              <a:extLst>
                <a:ext uri="{FF2B5EF4-FFF2-40B4-BE49-F238E27FC236}">
                  <a16:creationId xmlns:a16="http://schemas.microsoft.com/office/drawing/2014/main" id="{F376BF17-1DEC-4E57-BD7D-265ACCF09AA1}"/>
                </a:ext>
              </a:extLst>
            </p:cNvPr>
            <p:cNvSpPr/>
            <p:nvPr/>
          </p:nvSpPr>
          <p:spPr>
            <a:xfrm rot="17233841">
              <a:off x="4679997" y="1814530"/>
              <a:ext cx="241200" cy="241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2" name="等腰三角形 311">
              <a:extLst>
                <a:ext uri="{FF2B5EF4-FFF2-40B4-BE49-F238E27FC236}">
                  <a16:creationId xmlns:a16="http://schemas.microsoft.com/office/drawing/2014/main" id="{3C9FCAC2-7E68-44E9-82A2-9FDBF6E25554}"/>
                </a:ext>
              </a:extLst>
            </p:cNvPr>
            <p:cNvSpPr/>
            <p:nvPr/>
          </p:nvSpPr>
          <p:spPr>
            <a:xfrm>
              <a:off x="4703302" y="4417840"/>
              <a:ext cx="241200" cy="241200"/>
            </a:xfrm>
            <a:prstGeom prst="triangle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5F1827DF-7893-481A-865B-D7C8C957DC7E}"/>
                </a:ext>
              </a:extLst>
            </p:cNvPr>
            <p:cNvSpPr/>
            <p:nvPr/>
          </p:nvSpPr>
          <p:spPr>
            <a:xfrm>
              <a:off x="6464622" y="1400927"/>
              <a:ext cx="241200" cy="24120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C98772AF-7B5F-4F0E-970D-518A40B8AC92}"/>
                </a:ext>
              </a:extLst>
            </p:cNvPr>
            <p:cNvSpPr/>
            <p:nvPr/>
          </p:nvSpPr>
          <p:spPr>
            <a:xfrm>
              <a:off x="6464622" y="2018160"/>
              <a:ext cx="241200" cy="241200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: 圆角 324">
              <a:extLst>
                <a:ext uri="{FF2B5EF4-FFF2-40B4-BE49-F238E27FC236}">
                  <a16:creationId xmlns:a16="http://schemas.microsoft.com/office/drawing/2014/main" id="{D0B95E32-71C9-4FB6-9FE1-1AAC38D33FE5}"/>
                </a:ext>
              </a:extLst>
            </p:cNvPr>
            <p:cNvSpPr/>
            <p:nvPr/>
          </p:nvSpPr>
          <p:spPr>
            <a:xfrm>
              <a:off x="8747470" y="1112213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矩形: 圆角 328">
              <a:extLst>
                <a:ext uri="{FF2B5EF4-FFF2-40B4-BE49-F238E27FC236}">
                  <a16:creationId xmlns:a16="http://schemas.microsoft.com/office/drawing/2014/main" id="{71FB0DE5-0229-4B54-AC56-419B6DF3A57D}"/>
                </a:ext>
              </a:extLst>
            </p:cNvPr>
            <p:cNvSpPr/>
            <p:nvPr/>
          </p:nvSpPr>
          <p:spPr>
            <a:xfrm>
              <a:off x="8117928" y="1129307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0" name="箭头: 下 329">
              <a:extLst>
                <a:ext uri="{FF2B5EF4-FFF2-40B4-BE49-F238E27FC236}">
                  <a16:creationId xmlns:a16="http://schemas.microsoft.com/office/drawing/2014/main" id="{A4543428-EF2D-49A1-B15D-BB022CBB58EC}"/>
                </a:ext>
              </a:extLst>
            </p:cNvPr>
            <p:cNvSpPr/>
            <p:nvPr/>
          </p:nvSpPr>
          <p:spPr>
            <a:xfrm rot="16200000">
              <a:off x="8635010" y="2528949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7DD24100-8CD1-4046-9AE2-220F32BFAE32}"/>
                </a:ext>
              </a:extLst>
            </p:cNvPr>
            <p:cNvSpPr txBox="1"/>
            <p:nvPr/>
          </p:nvSpPr>
          <p:spPr>
            <a:xfrm>
              <a:off x="8535567" y="2241215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矩形: 圆角 334">
              <a:extLst>
                <a:ext uri="{FF2B5EF4-FFF2-40B4-BE49-F238E27FC236}">
                  <a16:creationId xmlns:a16="http://schemas.microsoft.com/office/drawing/2014/main" id="{6A13F349-F23B-4672-9339-E4902931975F}"/>
                </a:ext>
              </a:extLst>
            </p:cNvPr>
            <p:cNvSpPr/>
            <p:nvPr/>
          </p:nvSpPr>
          <p:spPr>
            <a:xfrm>
              <a:off x="6933668" y="3746544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: 圆角 338">
              <a:extLst>
                <a:ext uri="{FF2B5EF4-FFF2-40B4-BE49-F238E27FC236}">
                  <a16:creationId xmlns:a16="http://schemas.microsoft.com/office/drawing/2014/main" id="{ABCAA6F0-EA63-4D0D-A5BC-1F892D51E09D}"/>
                </a:ext>
              </a:extLst>
            </p:cNvPr>
            <p:cNvSpPr/>
            <p:nvPr/>
          </p:nvSpPr>
          <p:spPr>
            <a:xfrm>
              <a:off x="6304126" y="3763638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0B73D186-967E-4C0D-A8BE-079BC7365007}"/>
                </a:ext>
              </a:extLst>
            </p:cNvPr>
            <p:cNvSpPr/>
            <p:nvPr/>
          </p:nvSpPr>
          <p:spPr>
            <a:xfrm>
              <a:off x="6900101" y="3373589"/>
              <a:ext cx="241200" cy="241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54CC2BFA-9BA3-43A9-9E18-3E51881DC617}"/>
                </a:ext>
              </a:extLst>
            </p:cNvPr>
            <p:cNvSpPr/>
            <p:nvPr/>
          </p:nvSpPr>
          <p:spPr>
            <a:xfrm>
              <a:off x="6619956" y="3374900"/>
              <a:ext cx="241200" cy="241200"/>
            </a:xfrm>
            <a:prstGeom prst="triangle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箭头: 下 346">
              <a:extLst>
                <a:ext uri="{FF2B5EF4-FFF2-40B4-BE49-F238E27FC236}">
                  <a16:creationId xmlns:a16="http://schemas.microsoft.com/office/drawing/2014/main" id="{D3CA22B4-0829-4FEE-A5B1-7AFB215D3EAB}"/>
                </a:ext>
              </a:extLst>
            </p:cNvPr>
            <p:cNvSpPr/>
            <p:nvPr/>
          </p:nvSpPr>
          <p:spPr>
            <a:xfrm rot="2051270">
              <a:off x="8461466" y="3652151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75674935-D201-4532-B89F-95D10A01934A}"/>
                </a:ext>
              </a:extLst>
            </p:cNvPr>
            <p:cNvSpPr txBox="1"/>
            <p:nvPr/>
          </p:nvSpPr>
          <p:spPr>
            <a:xfrm rot="7407277">
              <a:off x="8390222" y="3493624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箭头: 下 348">
              <a:extLst>
                <a:ext uri="{FF2B5EF4-FFF2-40B4-BE49-F238E27FC236}">
                  <a16:creationId xmlns:a16="http://schemas.microsoft.com/office/drawing/2014/main" id="{6848220A-43A5-4D3A-A201-89F49D738B93}"/>
                </a:ext>
              </a:extLst>
            </p:cNvPr>
            <p:cNvSpPr/>
            <p:nvPr/>
          </p:nvSpPr>
          <p:spPr>
            <a:xfrm rot="19137243">
              <a:off x="8890435" y="3651163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文本框 349">
              <a:extLst>
                <a:ext uri="{FF2B5EF4-FFF2-40B4-BE49-F238E27FC236}">
                  <a16:creationId xmlns:a16="http://schemas.microsoft.com/office/drawing/2014/main" id="{A97DFAB4-0CC5-4AD0-B25D-48B2040C870F}"/>
                </a:ext>
              </a:extLst>
            </p:cNvPr>
            <p:cNvSpPr txBox="1"/>
            <p:nvPr/>
          </p:nvSpPr>
          <p:spPr>
            <a:xfrm rot="3085918">
              <a:off x="8903293" y="3456260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矩形: 圆角 350">
              <a:extLst>
                <a:ext uri="{FF2B5EF4-FFF2-40B4-BE49-F238E27FC236}">
                  <a16:creationId xmlns:a16="http://schemas.microsoft.com/office/drawing/2014/main" id="{CF6F0C35-B302-4282-AFE0-9DA9A9124DC5}"/>
                </a:ext>
              </a:extLst>
            </p:cNvPr>
            <p:cNvSpPr/>
            <p:nvPr/>
          </p:nvSpPr>
          <p:spPr>
            <a:xfrm>
              <a:off x="8764598" y="3733205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9A3BBDDD-442E-4DE2-BBD8-27CE9CF5EA3B}"/>
                </a:ext>
              </a:extLst>
            </p:cNvPr>
            <p:cNvSpPr/>
            <p:nvPr/>
          </p:nvSpPr>
          <p:spPr>
            <a:xfrm>
              <a:off x="8135056" y="3750299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9" name="等腰三角形 358">
              <a:extLst>
                <a:ext uri="{FF2B5EF4-FFF2-40B4-BE49-F238E27FC236}">
                  <a16:creationId xmlns:a16="http://schemas.microsoft.com/office/drawing/2014/main" id="{D9AE71F2-C5E7-4B51-8C16-47D4D395A4FA}"/>
                </a:ext>
              </a:extLst>
            </p:cNvPr>
            <p:cNvSpPr/>
            <p:nvPr/>
          </p:nvSpPr>
          <p:spPr>
            <a:xfrm>
              <a:off x="8731031" y="3360250"/>
              <a:ext cx="241200" cy="241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1" name="五边形 360">
              <a:extLst>
                <a:ext uri="{FF2B5EF4-FFF2-40B4-BE49-F238E27FC236}">
                  <a16:creationId xmlns:a16="http://schemas.microsoft.com/office/drawing/2014/main" id="{695BAD7C-BCE3-4FF4-9953-B69D60F0F2C2}"/>
                </a:ext>
              </a:extLst>
            </p:cNvPr>
            <p:cNvSpPr/>
            <p:nvPr/>
          </p:nvSpPr>
          <p:spPr>
            <a:xfrm rot="17234989">
              <a:off x="8437184" y="3370470"/>
              <a:ext cx="241200" cy="241200"/>
            </a:xfrm>
            <a:prstGeom prst="pentagon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id="{D20F75E5-541D-4527-B487-8F454C774588}"/>
                </a:ext>
              </a:extLst>
            </p:cNvPr>
            <p:cNvSpPr/>
            <p:nvPr/>
          </p:nvSpPr>
          <p:spPr>
            <a:xfrm>
              <a:off x="5264689" y="4618204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矩形 362">
              <a:extLst>
                <a:ext uri="{FF2B5EF4-FFF2-40B4-BE49-F238E27FC236}">
                  <a16:creationId xmlns:a16="http://schemas.microsoft.com/office/drawing/2014/main" id="{0078ADF8-D215-45F0-8144-4E7BF10B65D6}"/>
                </a:ext>
              </a:extLst>
            </p:cNvPr>
            <p:cNvSpPr/>
            <p:nvPr/>
          </p:nvSpPr>
          <p:spPr>
            <a:xfrm>
              <a:off x="5264689" y="5238296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五边形 363">
              <a:extLst>
                <a:ext uri="{FF2B5EF4-FFF2-40B4-BE49-F238E27FC236}">
                  <a16:creationId xmlns:a16="http://schemas.microsoft.com/office/drawing/2014/main" id="{612BECEA-C07A-465C-BDF9-BBCD989B3EDD}"/>
                </a:ext>
              </a:extLst>
            </p:cNvPr>
            <p:cNvSpPr/>
            <p:nvPr/>
          </p:nvSpPr>
          <p:spPr>
            <a:xfrm rot="17219720">
              <a:off x="5255340" y="4008802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矩形 369">
              <a:extLst>
                <a:ext uri="{FF2B5EF4-FFF2-40B4-BE49-F238E27FC236}">
                  <a16:creationId xmlns:a16="http://schemas.microsoft.com/office/drawing/2014/main" id="{30BF1EE3-00FF-4CC3-90B4-2EC450BD3302}"/>
                </a:ext>
              </a:extLst>
            </p:cNvPr>
            <p:cNvSpPr/>
            <p:nvPr/>
          </p:nvSpPr>
          <p:spPr>
            <a:xfrm>
              <a:off x="7087030" y="1991206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id="{6A6374C7-4820-4E8C-9470-34FAF6BB62F0}"/>
                </a:ext>
              </a:extLst>
            </p:cNvPr>
            <p:cNvSpPr/>
            <p:nvPr/>
          </p:nvSpPr>
          <p:spPr>
            <a:xfrm>
              <a:off x="7087030" y="2611298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五边形 371">
              <a:extLst>
                <a:ext uri="{FF2B5EF4-FFF2-40B4-BE49-F238E27FC236}">
                  <a16:creationId xmlns:a16="http://schemas.microsoft.com/office/drawing/2014/main" id="{CDC77298-0BED-4C8A-A6E3-4CB070AAD5DE}"/>
                </a:ext>
              </a:extLst>
            </p:cNvPr>
            <p:cNvSpPr/>
            <p:nvPr/>
          </p:nvSpPr>
          <p:spPr>
            <a:xfrm rot="17219720">
              <a:off x="7077681" y="1381804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9D9F17F3-48AF-4E4B-84C0-02660CE5A779}"/>
                </a:ext>
              </a:extLst>
            </p:cNvPr>
            <p:cNvSpPr/>
            <p:nvPr/>
          </p:nvSpPr>
          <p:spPr>
            <a:xfrm>
              <a:off x="7093154" y="4583947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id="{3F785D02-7923-4ACE-99E2-3A91814C18A0}"/>
                </a:ext>
              </a:extLst>
            </p:cNvPr>
            <p:cNvSpPr/>
            <p:nvPr/>
          </p:nvSpPr>
          <p:spPr>
            <a:xfrm>
              <a:off x="7093154" y="5204039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五边形 374">
              <a:extLst>
                <a:ext uri="{FF2B5EF4-FFF2-40B4-BE49-F238E27FC236}">
                  <a16:creationId xmlns:a16="http://schemas.microsoft.com/office/drawing/2014/main" id="{4C3D03A0-2365-4CC4-9C7E-F358B0AB69EF}"/>
                </a:ext>
              </a:extLst>
            </p:cNvPr>
            <p:cNvSpPr/>
            <p:nvPr/>
          </p:nvSpPr>
          <p:spPr>
            <a:xfrm rot="17219720">
              <a:off x="7083805" y="3974545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id="{4A586017-CD89-461E-BD45-E993D668AF74}"/>
                </a:ext>
              </a:extLst>
            </p:cNvPr>
            <p:cNvSpPr/>
            <p:nvPr/>
          </p:nvSpPr>
          <p:spPr>
            <a:xfrm>
              <a:off x="8913742" y="1954958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矩形 376">
              <a:extLst>
                <a:ext uri="{FF2B5EF4-FFF2-40B4-BE49-F238E27FC236}">
                  <a16:creationId xmlns:a16="http://schemas.microsoft.com/office/drawing/2014/main" id="{6AE45981-D5EC-47C9-A75E-9065E0B15753}"/>
                </a:ext>
              </a:extLst>
            </p:cNvPr>
            <p:cNvSpPr/>
            <p:nvPr/>
          </p:nvSpPr>
          <p:spPr>
            <a:xfrm>
              <a:off x="8913742" y="2575050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五边形 377">
              <a:extLst>
                <a:ext uri="{FF2B5EF4-FFF2-40B4-BE49-F238E27FC236}">
                  <a16:creationId xmlns:a16="http://schemas.microsoft.com/office/drawing/2014/main" id="{D731F605-95CA-43C1-9183-C8DE946D2364}"/>
                </a:ext>
              </a:extLst>
            </p:cNvPr>
            <p:cNvSpPr/>
            <p:nvPr/>
          </p:nvSpPr>
          <p:spPr>
            <a:xfrm rot="17219720">
              <a:off x="8904393" y="1345556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EC349D28-C1FE-4236-A787-968DD976765D}"/>
                </a:ext>
              </a:extLst>
            </p:cNvPr>
            <p:cNvSpPr/>
            <p:nvPr/>
          </p:nvSpPr>
          <p:spPr>
            <a:xfrm>
              <a:off x="8926470" y="4577842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id="{EE890592-E873-4262-9AE8-99445914CBD3}"/>
                </a:ext>
              </a:extLst>
            </p:cNvPr>
            <p:cNvSpPr/>
            <p:nvPr/>
          </p:nvSpPr>
          <p:spPr>
            <a:xfrm>
              <a:off x="8926470" y="5197934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五边形 380">
              <a:extLst>
                <a:ext uri="{FF2B5EF4-FFF2-40B4-BE49-F238E27FC236}">
                  <a16:creationId xmlns:a16="http://schemas.microsoft.com/office/drawing/2014/main" id="{79F529C8-3106-484A-A6FC-5E369906EC7A}"/>
                </a:ext>
              </a:extLst>
            </p:cNvPr>
            <p:cNvSpPr/>
            <p:nvPr/>
          </p:nvSpPr>
          <p:spPr>
            <a:xfrm rot="17219720">
              <a:off x="8917121" y="3968440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矩形: 圆角 399">
              <a:extLst>
                <a:ext uri="{FF2B5EF4-FFF2-40B4-BE49-F238E27FC236}">
                  <a16:creationId xmlns:a16="http://schemas.microsoft.com/office/drawing/2014/main" id="{B809698A-9AE1-45D8-8266-512BBDA4C180}"/>
                </a:ext>
              </a:extLst>
            </p:cNvPr>
            <p:cNvSpPr/>
            <p:nvPr/>
          </p:nvSpPr>
          <p:spPr>
            <a:xfrm>
              <a:off x="10785002" y="3692442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矩形: 圆角 400">
              <a:extLst>
                <a:ext uri="{FF2B5EF4-FFF2-40B4-BE49-F238E27FC236}">
                  <a16:creationId xmlns:a16="http://schemas.microsoft.com/office/drawing/2014/main" id="{5C82A29F-A4AA-4AA4-8822-F893CB0A10EC}"/>
                </a:ext>
              </a:extLst>
            </p:cNvPr>
            <p:cNvSpPr/>
            <p:nvPr/>
          </p:nvSpPr>
          <p:spPr>
            <a:xfrm>
              <a:off x="10155460" y="3709536"/>
              <a:ext cx="540000" cy="1908000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5" name="等腰三角形 404">
              <a:extLst>
                <a:ext uri="{FF2B5EF4-FFF2-40B4-BE49-F238E27FC236}">
                  <a16:creationId xmlns:a16="http://schemas.microsoft.com/office/drawing/2014/main" id="{6C52B28E-4E78-49F5-B93B-C992B14E210D}"/>
                </a:ext>
              </a:extLst>
            </p:cNvPr>
            <p:cNvSpPr/>
            <p:nvPr/>
          </p:nvSpPr>
          <p:spPr>
            <a:xfrm>
              <a:off x="10624740" y="3334550"/>
              <a:ext cx="241200" cy="241200"/>
            </a:xfrm>
            <a:prstGeom prst="triangle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7" name="矩形 406">
              <a:extLst>
                <a:ext uri="{FF2B5EF4-FFF2-40B4-BE49-F238E27FC236}">
                  <a16:creationId xmlns:a16="http://schemas.microsoft.com/office/drawing/2014/main" id="{B0103EEE-DD0B-4738-A92E-CEE4A05528CA}"/>
                </a:ext>
              </a:extLst>
            </p:cNvPr>
            <p:cNvSpPr/>
            <p:nvPr/>
          </p:nvSpPr>
          <p:spPr>
            <a:xfrm>
              <a:off x="10946874" y="4537079"/>
              <a:ext cx="241200" cy="241200"/>
            </a:xfrm>
            <a:prstGeom prst="rect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矩形 407">
              <a:extLst>
                <a:ext uri="{FF2B5EF4-FFF2-40B4-BE49-F238E27FC236}">
                  <a16:creationId xmlns:a16="http://schemas.microsoft.com/office/drawing/2014/main" id="{69655DAC-E80B-47FF-B88D-1E9BEE0442AD}"/>
                </a:ext>
              </a:extLst>
            </p:cNvPr>
            <p:cNvSpPr/>
            <p:nvPr/>
          </p:nvSpPr>
          <p:spPr>
            <a:xfrm>
              <a:off x="10946874" y="5157171"/>
              <a:ext cx="241200" cy="241200"/>
            </a:xfrm>
            <a:prstGeom prst="rect">
              <a:avLst/>
            </a:prstGeom>
            <a:solidFill>
              <a:srgbClr val="FFAD4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五边形 408">
              <a:extLst>
                <a:ext uri="{FF2B5EF4-FFF2-40B4-BE49-F238E27FC236}">
                  <a16:creationId xmlns:a16="http://schemas.microsoft.com/office/drawing/2014/main" id="{F748D93A-214E-4717-BD81-D508DFD47525}"/>
                </a:ext>
              </a:extLst>
            </p:cNvPr>
            <p:cNvSpPr/>
            <p:nvPr/>
          </p:nvSpPr>
          <p:spPr>
            <a:xfrm rot="17219720">
              <a:off x="10937525" y="3927677"/>
              <a:ext cx="241200" cy="241200"/>
            </a:xfrm>
            <a:prstGeom prst="pentagon">
              <a:avLst/>
            </a:prstGeom>
            <a:solidFill>
              <a:srgbClr val="76BFA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0" name="五边形 409">
              <a:extLst>
                <a:ext uri="{FF2B5EF4-FFF2-40B4-BE49-F238E27FC236}">
                  <a16:creationId xmlns:a16="http://schemas.microsoft.com/office/drawing/2014/main" id="{9DA1BD8E-160F-43A4-A44F-D79046C6B2A1}"/>
                </a:ext>
              </a:extLst>
            </p:cNvPr>
            <p:cNvSpPr/>
            <p:nvPr/>
          </p:nvSpPr>
          <p:spPr>
            <a:xfrm rot="17233841">
              <a:off x="6466300" y="2619667"/>
              <a:ext cx="241200" cy="241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1" name="矩形 410">
              <a:extLst>
                <a:ext uri="{FF2B5EF4-FFF2-40B4-BE49-F238E27FC236}">
                  <a16:creationId xmlns:a16="http://schemas.microsoft.com/office/drawing/2014/main" id="{CB60B064-9569-4941-B33F-1CBC2204B04B}"/>
                </a:ext>
              </a:extLst>
            </p:cNvPr>
            <p:cNvSpPr/>
            <p:nvPr/>
          </p:nvSpPr>
          <p:spPr>
            <a:xfrm>
              <a:off x="8282057" y="1369230"/>
              <a:ext cx="241200" cy="24120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2" name="矩形 411">
              <a:extLst>
                <a:ext uri="{FF2B5EF4-FFF2-40B4-BE49-F238E27FC236}">
                  <a16:creationId xmlns:a16="http://schemas.microsoft.com/office/drawing/2014/main" id="{1954086B-3D1A-4D43-816B-69904DB85A71}"/>
                </a:ext>
              </a:extLst>
            </p:cNvPr>
            <p:cNvSpPr/>
            <p:nvPr/>
          </p:nvSpPr>
          <p:spPr>
            <a:xfrm>
              <a:off x="8282057" y="1986463"/>
              <a:ext cx="241200" cy="241200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3" name="五边形 412">
              <a:extLst>
                <a:ext uri="{FF2B5EF4-FFF2-40B4-BE49-F238E27FC236}">
                  <a16:creationId xmlns:a16="http://schemas.microsoft.com/office/drawing/2014/main" id="{FD87AF7C-59A6-486C-9A83-52BAD7C48181}"/>
                </a:ext>
              </a:extLst>
            </p:cNvPr>
            <p:cNvSpPr/>
            <p:nvPr/>
          </p:nvSpPr>
          <p:spPr>
            <a:xfrm rot="17233841">
              <a:off x="8283735" y="2587970"/>
              <a:ext cx="241200" cy="241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4" name="矩形 413">
              <a:extLst>
                <a:ext uri="{FF2B5EF4-FFF2-40B4-BE49-F238E27FC236}">
                  <a16:creationId xmlns:a16="http://schemas.microsoft.com/office/drawing/2014/main" id="{6142311F-F716-4369-AAB9-69F9A38129B2}"/>
                </a:ext>
              </a:extLst>
            </p:cNvPr>
            <p:cNvSpPr/>
            <p:nvPr/>
          </p:nvSpPr>
          <p:spPr>
            <a:xfrm>
              <a:off x="6462118" y="3990051"/>
              <a:ext cx="241200" cy="24120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矩形 414">
              <a:extLst>
                <a:ext uri="{FF2B5EF4-FFF2-40B4-BE49-F238E27FC236}">
                  <a16:creationId xmlns:a16="http://schemas.microsoft.com/office/drawing/2014/main" id="{1BC61393-106F-47C5-A210-A9C61FEBDAC6}"/>
                </a:ext>
              </a:extLst>
            </p:cNvPr>
            <p:cNvSpPr/>
            <p:nvPr/>
          </p:nvSpPr>
          <p:spPr>
            <a:xfrm>
              <a:off x="6462118" y="4607284"/>
              <a:ext cx="241200" cy="241200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6" name="五边形 415">
              <a:extLst>
                <a:ext uri="{FF2B5EF4-FFF2-40B4-BE49-F238E27FC236}">
                  <a16:creationId xmlns:a16="http://schemas.microsoft.com/office/drawing/2014/main" id="{1303FCAC-EEB8-4061-9E1F-9329F61AC347}"/>
                </a:ext>
              </a:extLst>
            </p:cNvPr>
            <p:cNvSpPr/>
            <p:nvPr/>
          </p:nvSpPr>
          <p:spPr>
            <a:xfrm rot="17233841">
              <a:off x="6463796" y="5208791"/>
              <a:ext cx="241200" cy="241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7" name="矩形 416">
              <a:extLst>
                <a:ext uri="{FF2B5EF4-FFF2-40B4-BE49-F238E27FC236}">
                  <a16:creationId xmlns:a16="http://schemas.microsoft.com/office/drawing/2014/main" id="{D680F609-846E-4A8F-B8F3-C2140F6ECD8D}"/>
                </a:ext>
              </a:extLst>
            </p:cNvPr>
            <p:cNvSpPr/>
            <p:nvPr/>
          </p:nvSpPr>
          <p:spPr>
            <a:xfrm>
              <a:off x="8282057" y="3973713"/>
              <a:ext cx="241200" cy="24120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C7B4EA4F-EB6B-4A5D-B224-8C769A45316D}"/>
                </a:ext>
              </a:extLst>
            </p:cNvPr>
            <p:cNvSpPr/>
            <p:nvPr/>
          </p:nvSpPr>
          <p:spPr>
            <a:xfrm>
              <a:off x="8282057" y="4590946"/>
              <a:ext cx="241200" cy="241200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9" name="五边形 418">
              <a:extLst>
                <a:ext uri="{FF2B5EF4-FFF2-40B4-BE49-F238E27FC236}">
                  <a16:creationId xmlns:a16="http://schemas.microsoft.com/office/drawing/2014/main" id="{3D8B329E-4B78-4F40-977E-1968A2BB1A15}"/>
                </a:ext>
              </a:extLst>
            </p:cNvPr>
            <p:cNvSpPr/>
            <p:nvPr/>
          </p:nvSpPr>
          <p:spPr>
            <a:xfrm rot="17233841">
              <a:off x="8283735" y="5192453"/>
              <a:ext cx="241200" cy="241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 419">
              <a:extLst>
                <a:ext uri="{FF2B5EF4-FFF2-40B4-BE49-F238E27FC236}">
                  <a16:creationId xmlns:a16="http://schemas.microsoft.com/office/drawing/2014/main" id="{299A42D3-D162-4521-A177-9681C3533E2C}"/>
                </a:ext>
              </a:extLst>
            </p:cNvPr>
            <p:cNvSpPr/>
            <p:nvPr/>
          </p:nvSpPr>
          <p:spPr>
            <a:xfrm>
              <a:off x="10305414" y="3951591"/>
              <a:ext cx="241200" cy="241200"/>
            </a:xfrm>
            <a:prstGeom prst="rect">
              <a:avLst/>
            </a:prstGeom>
            <a:solidFill>
              <a:srgbClr val="10329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矩形 420">
              <a:extLst>
                <a:ext uri="{FF2B5EF4-FFF2-40B4-BE49-F238E27FC236}">
                  <a16:creationId xmlns:a16="http://schemas.microsoft.com/office/drawing/2014/main" id="{BE48A4BF-3156-4517-8C88-8492DAC6BDC1}"/>
                </a:ext>
              </a:extLst>
            </p:cNvPr>
            <p:cNvSpPr/>
            <p:nvPr/>
          </p:nvSpPr>
          <p:spPr>
            <a:xfrm>
              <a:off x="10305414" y="4568824"/>
              <a:ext cx="241200" cy="241200"/>
            </a:xfrm>
            <a:prstGeom prst="rect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2" name="五边形 421">
              <a:extLst>
                <a:ext uri="{FF2B5EF4-FFF2-40B4-BE49-F238E27FC236}">
                  <a16:creationId xmlns:a16="http://schemas.microsoft.com/office/drawing/2014/main" id="{B4817C43-F87C-459E-BE38-3D1E601495E7}"/>
                </a:ext>
              </a:extLst>
            </p:cNvPr>
            <p:cNvSpPr/>
            <p:nvPr/>
          </p:nvSpPr>
          <p:spPr>
            <a:xfrm rot="17233841">
              <a:off x="10307092" y="5170331"/>
              <a:ext cx="241200" cy="241200"/>
            </a:xfrm>
            <a:prstGeom prst="pentagon">
              <a:avLst/>
            </a:prstGeom>
            <a:solidFill>
              <a:srgbClr val="42B9E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327DFCAB-99EE-45D1-9D7F-E9DE82AEB35E}"/>
                </a:ext>
              </a:extLst>
            </p:cNvPr>
            <p:cNvSpPr txBox="1"/>
            <p:nvPr/>
          </p:nvSpPr>
          <p:spPr>
            <a:xfrm>
              <a:off x="7783761" y="726159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文本框 423">
              <a:extLst>
                <a:ext uri="{FF2B5EF4-FFF2-40B4-BE49-F238E27FC236}">
                  <a16:creationId xmlns:a16="http://schemas.microsoft.com/office/drawing/2014/main" id="{F4F3DA36-4C1F-4F6E-B7F7-554518FBFAD3}"/>
                </a:ext>
              </a:extLst>
            </p:cNvPr>
            <p:cNvSpPr txBox="1"/>
            <p:nvPr/>
          </p:nvSpPr>
          <p:spPr>
            <a:xfrm>
              <a:off x="7808734" y="3121738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箭头: 下 424">
              <a:extLst>
                <a:ext uri="{FF2B5EF4-FFF2-40B4-BE49-F238E27FC236}">
                  <a16:creationId xmlns:a16="http://schemas.microsoft.com/office/drawing/2014/main" id="{0B48193B-3B63-4E70-9D44-4655EE5FDA6D}"/>
                </a:ext>
              </a:extLst>
            </p:cNvPr>
            <p:cNvSpPr/>
            <p:nvPr/>
          </p:nvSpPr>
          <p:spPr>
            <a:xfrm rot="2190454">
              <a:off x="6549760" y="3624356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箭头: 下 425">
              <a:extLst>
                <a:ext uri="{FF2B5EF4-FFF2-40B4-BE49-F238E27FC236}">
                  <a16:creationId xmlns:a16="http://schemas.microsoft.com/office/drawing/2014/main" id="{116F8154-7FBF-4A6D-96A0-889265660BE1}"/>
                </a:ext>
              </a:extLst>
            </p:cNvPr>
            <p:cNvSpPr/>
            <p:nvPr/>
          </p:nvSpPr>
          <p:spPr>
            <a:xfrm rot="18855457">
              <a:off x="7012340" y="3615210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B6CC4B8F-695A-4F31-B878-8EE9D0F68E5B}"/>
                </a:ext>
              </a:extLst>
            </p:cNvPr>
            <p:cNvSpPr txBox="1"/>
            <p:nvPr/>
          </p:nvSpPr>
          <p:spPr>
            <a:xfrm rot="2813487">
              <a:off x="7078745" y="3343162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95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06C6E2DB-6100-4A1B-9BBC-B86949BBE513}"/>
              </a:ext>
            </a:extLst>
          </p:cNvPr>
          <p:cNvGrpSpPr/>
          <p:nvPr/>
        </p:nvGrpSpPr>
        <p:grpSpPr>
          <a:xfrm>
            <a:off x="827731" y="698172"/>
            <a:ext cx="10080057" cy="5461656"/>
            <a:chOff x="827731" y="698172"/>
            <a:chExt cx="10080057" cy="5461656"/>
          </a:xfrm>
        </p:grpSpPr>
        <p:sp>
          <p:nvSpPr>
            <p:cNvPr id="313" name="矩形: 圆角 312">
              <a:extLst>
                <a:ext uri="{FF2B5EF4-FFF2-40B4-BE49-F238E27FC236}">
                  <a16:creationId xmlns:a16="http://schemas.microsoft.com/office/drawing/2014/main" id="{A1607E52-2A95-455B-86F9-5D974EBC22D0}"/>
                </a:ext>
              </a:extLst>
            </p:cNvPr>
            <p:cNvSpPr/>
            <p:nvPr/>
          </p:nvSpPr>
          <p:spPr>
            <a:xfrm>
              <a:off x="6249337" y="1113733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8CB41872-6E8B-4EC5-8D44-55D81F2BF2B9}"/>
                </a:ext>
              </a:extLst>
            </p:cNvPr>
            <p:cNvSpPr/>
            <p:nvPr/>
          </p:nvSpPr>
          <p:spPr>
            <a:xfrm>
              <a:off x="4427808" y="3739729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B6635CDB-7A07-4632-852B-B964E1F49474}"/>
                </a:ext>
              </a:extLst>
            </p:cNvPr>
            <p:cNvSpPr/>
            <p:nvPr/>
          </p:nvSpPr>
          <p:spPr>
            <a:xfrm>
              <a:off x="4412845" y="1120302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2D9C9F-3FF4-44B0-B1D9-BAD4BE9530C6}"/>
                </a:ext>
              </a:extLst>
            </p:cNvPr>
            <p:cNvSpPr txBox="1"/>
            <p:nvPr/>
          </p:nvSpPr>
          <p:spPr>
            <a:xfrm>
              <a:off x="3503750" y="752940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29131F5-6896-475B-B0EF-1A192A8C8040}"/>
                </a:ext>
              </a:extLst>
            </p:cNvPr>
            <p:cNvSpPr/>
            <p:nvPr/>
          </p:nvSpPr>
          <p:spPr>
            <a:xfrm rot="13574978">
              <a:off x="4326446" y="4122468"/>
              <a:ext cx="106372" cy="360000"/>
            </a:xfrm>
            <a:prstGeom prst="downArrow">
              <a:avLst/>
            </a:prstGeom>
            <a:solidFill>
              <a:srgbClr val="42B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015469A-838C-47B2-94AF-C3ECBAF15117}"/>
                </a:ext>
              </a:extLst>
            </p:cNvPr>
            <p:cNvSpPr txBox="1"/>
            <p:nvPr/>
          </p:nvSpPr>
          <p:spPr>
            <a:xfrm>
              <a:off x="4199867" y="4001870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42B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6316E68-A0D5-4137-843A-353E9510ED5B}"/>
                </a:ext>
              </a:extLst>
            </p:cNvPr>
            <p:cNvSpPr txBox="1"/>
            <p:nvPr/>
          </p:nvSpPr>
          <p:spPr>
            <a:xfrm>
              <a:off x="3517491" y="3160936"/>
              <a:ext cx="179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B4728E10-CE11-4AA4-BCFE-48010FD801BC}"/>
                </a:ext>
              </a:extLst>
            </p:cNvPr>
            <p:cNvSpPr/>
            <p:nvPr/>
          </p:nvSpPr>
          <p:spPr>
            <a:xfrm rot="13321836">
              <a:off x="4342232" y="1515267"/>
              <a:ext cx="106372" cy="360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6B6B5054-8DC4-405C-96F3-FA7CE2D6FCE5}"/>
                </a:ext>
              </a:extLst>
            </p:cNvPr>
            <p:cNvSpPr txBox="1"/>
            <p:nvPr/>
          </p:nvSpPr>
          <p:spPr>
            <a:xfrm>
              <a:off x="5156088" y="707263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676E54F-CAAE-4C34-AC20-31CF160F83D4}"/>
                </a:ext>
              </a:extLst>
            </p:cNvPr>
            <p:cNvSpPr txBox="1"/>
            <p:nvPr/>
          </p:nvSpPr>
          <p:spPr>
            <a:xfrm>
              <a:off x="5253326" y="3143430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4C266C8-F768-408C-B498-9D367827A08C}"/>
                </a:ext>
              </a:extLst>
            </p:cNvPr>
            <p:cNvSpPr txBox="1"/>
            <p:nvPr/>
          </p:nvSpPr>
          <p:spPr>
            <a:xfrm>
              <a:off x="8811379" y="3076213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C87AF0E5-37E1-46E9-8505-1BF7B79A180F}"/>
                </a:ext>
              </a:extLst>
            </p:cNvPr>
            <p:cNvSpPr/>
            <p:nvPr/>
          </p:nvSpPr>
          <p:spPr>
            <a:xfrm>
              <a:off x="5619795" y="1130827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2" name="箭头: 下 191">
              <a:extLst>
                <a:ext uri="{FF2B5EF4-FFF2-40B4-BE49-F238E27FC236}">
                  <a16:creationId xmlns:a16="http://schemas.microsoft.com/office/drawing/2014/main" id="{383B6B05-A50A-4B7F-B863-2526AF90D115}"/>
                </a:ext>
              </a:extLst>
            </p:cNvPr>
            <p:cNvSpPr/>
            <p:nvPr/>
          </p:nvSpPr>
          <p:spPr>
            <a:xfrm rot="16200000">
              <a:off x="6155901" y="1350113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9BAE5B0-5514-4A5D-9903-74F1215A9C1A}"/>
                </a:ext>
              </a:extLst>
            </p:cNvPr>
            <p:cNvSpPr txBox="1"/>
            <p:nvPr/>
          </p:nvSpPr>
          <p:spPr>
            <a:xfrm>
              <a:off x="6064832" y="1167815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14F1CC4-A70D-485B-8777-5417BCAFA3C8}"/>
                </a:ext>
              </a:extLst>
            </p:cNvPr>
            <p:cNvSpPr txBox="1"/>
            <p:nvPr/>
          </p:nvSpPr>
          <p:spPr>
            <a:xfrm rot="7407277">
              <a:off x="5843035" y="3371921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4D8276B2-42FB-4F92-8BBF-A16768993CC7}"/>
                </a:ext>
              </a:extLst>
            </p:cNvPr>
            <p:cNvSpPr/>
            <p:nvPr/>
          </p:nvSpPr>
          <p:spPr>
            <a:xfrm rot="19388721">
              <a:off x="9951675" y="3583246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1307C3-21D9-484A-8D1B-DAF6E4F6BD7D}"/>
                </a:ext>
              </a:extLst>
            </p:cNvPr>
            <p:cNvSpPr txBox="1"/>
            <p:nvPr/>
          </p:nvSpPr>
          <p:spPr>
            <a:xfrm rot="3220518">
              <a:off x="9939977" y="3417323"/>
              <a:ext cx="3183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9CF08A63-46A9-4401-ACD5-BE7AE0D68463}"/>
                </a:ext>
              </a:extLst>
            </p:cNvPr>
            <p:cNvSpPr txBox="1"/>
            <p:nvPr/>
          </p:nvSpPr>
          <p:spPr>
            <a:xfrm>
              <a:off x="4174673" y="1411260"/>
              <a:ext cx="318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2786AD-3FF8-46DA-BF98-45761DB1641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362527" y="5004125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136D17E-F821-4629-A072-E2CA258AC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3309" y="5814125"/>
              <a:ext cx="5266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4BD567-CEEB-459C-9D38-33904737CC1E}"/>
                </a:ext>
              </a:extLst>
            </p:cNvPr>
            <p:cNvSpPr txBox="1"/>
            <p:nvPr/>
          </p:nvSpPr>
          <p:spPr>
            <a:xfrm>
              <a:off x="3478087" y="5852051"/>
              <a:ext cx="1834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709862F-B2CD-409D-932F-E01DB20B5F20}"/>
                </a:ext>
              </a:extLst>
            </p:cNvPr>
            <p:cNvSpPr txBox="1"/>
            <p:nvPr/>
          </p:nvSpPr>
          <p:spPr>
            <a:xfrm>
              <a:off x="6791425" y="5851133"/>
              <a:ext cx="189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EED0596-52BA-4E2E-B8C9-11F9D2D2FD86}"/>
                </a:ext>
              </a:extLst>
            </p:cNvPr>
            <p:cNvSpPr txBox="1"/>
            <p:nvPr/>
          </p:nvSpPr>
          <p:spPr>
            <a:xfrm>
              <a:off x="827731" y="713987"/>
              <a:ext cx="340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1BFBCA18-1EEA-4795-AF07-35DEC8C21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58" y="947707"/>
              <a:ext cx="2036330" cy="2101493"/>
            </a:xfrm>
            <a:prstGeom prst="rect">
              <a:avLst/>
            </a:prstGeom>
          </p:spPr>
        </p:pic>
        <p:sp>
          <p:nvSpPr>
            <p:cNvPr id="325" name="矩形: 圆角 324">
              <a:extLst>
                <a:ext uri="{FF2B5EF4-FFF2-40B4-BE49-F238E27FC236}">
                  <a16:creationId xmlns:a16="http://schemas.microsoft.com/office/drawing/2014/main" id="{D0B95E32-71C9-4FB6-9FE1-1AAC38D33FE5}"/>
                </a:ext>
              </a:extLst>
            </p:cNvPr>
            <p:cNvSpPr/>
            <p:nvPr/>
          </p:nvSpPr>
          <p:spPr>
            <a:xfrm>
              <a:off x="8061670" y="1084226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矩形: 圆角 328">
              <a:extLst>
                <a:ext uri="{FF2B5EF4-FFF2-40B4-BE49-F238E27FC236}">
                  <a16:creationId xmlns:a16="http://schemas.microsoft.com/office/drawing/2014/main" id="{71FB0DE5-0229-4B54-AC56-419B6DF3A57D}"/>
                </a:ext>
              </a:extLst>
            </p:cNvPr>
            <p:cNvSpPr/>
            <p:nvPr/>
          </p:nvSpPr>
          <p:spPr>
            <a:xfrm>
              <a:off x="7432128" y="1101320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0" name="箭头: 下 329">
              <a:extLst>
                <a:ext uri="{FF2B5EF4-FFF2-40B4-BE49-F238E27FC236}">
                  <a16:creationId xmlns:a16="http://schemas.microsoft.com/office/drawing/2014/main" id="{A4543428-EF2D-49A1-B15D-BB022CBB58EC}"/>
                </a:ext>
              </a:extLst>
            </p:cNvPr>
            <p:cNvSpPr/>
            <p:nvPr/>
          </p:nvSpPr>
          <p:spPr>
            <a:xfrm rot="16200000">
              <a:off x="7949210" y="2500962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7DD24100-8CD1-4046-9AE2-220F32BFAE32}"/>
                </a:ext>
              </a:extLst>
            </p:cNvPr>
            <p:cNvSpPr txBox="1"/>
            <p:nvPr/>
          </p:nvSpPr>
          <p:spPr>
            <a:xfrm>
              <a:off x="7849767" y="2213228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矩形: 圆角 334">
              <a:extLst>
                <a:ext uri="{FF2B5EF4-FFF2-40B4-BE49-F238E27FC236}">
                  <a16:creationId xmlns:a16="http://schemas.microsoft.com/office/drawing/2014/main" id="{6A13F349-F23B-4672-9339-E4902931975F}"/>
                </a:ext>
              </a:extLst>
            </p:cNvPr>
            <p:cNvSpPr/>
            <p:nvPr/>
          </p:nvSpPr>
          <p:spPr>
            <a:xfrm>
              <a:off x="6247868" y="3718557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: 圆角 338">
              <a:extLst>
                <a:ext uri="{FF2B5EF4-FFF2-40B4-BE49-F238E27FC236}">
                  <a16:creationId xmlns:a16="http://schemas.microsoft.com/office/drawing/2014/main" id="{ABCAA6F0-EA63-4D0D-A5BC-1F892D51E09D}"/>
                </a:ext>
              </a:extLst>
            </p:cNvPr>
            <p:cNvSpPr/>
            <p:nvPr/>
          </p:nvSpPr>
          <p:spPr>
            <a:xfrm>
              <a:off x="5618326" y="3735651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0B73D186-967E-4C0D-A8BE-079BC7365007}"/>
                </a:ext>
              </a:extLst>
            </p:cNvPr>
            <p:cNvSpPr/>
            <p:nvPr/>
          </p:nvSpPr>
          <p:spPr>
            <a:xfrm>
              <a:off x="6214301" y="3345602"/>
              <a:ext cx="241200" cy="241200"/>
            </a:xfrm>
            <a:prstGeom prst="triangle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54CC2BFA-9BA3-43A9-9E18-3E51881DC617}"/>
                </a:ext>
              </a:extLst>
            </p:cNvPr>
            <p:cNvSpPr/>
            <p:nvPr/>
          </p:nvSpPr>
          <p:spPr>
            <a:xfrm>
              <a:off x="5934156" y="3346913"/>
              <a:ext cx="241200" cy="241200"/>
            </a:xfrm>
            <a:prstGeom prst="triangle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箭头: 下 346">
              <a:extLst>
                <a:ext uri="{FF2B5EF4-FFF2-40B4-BE49-F238E27FC236}">
                  <a16:creationId xmlns:a16="http://schemas.microsoft.com/office/drawing/2014/main" id="{D3CA22B4-0829-4FEE-A5B1-7AFB215D3EAB}"/>
                </a:ext>
              </a:extLst>
            </p:cNvPr>
            <p:cNvSpPr/>
            <p:nvPr/>
          </p:nvSpPr>
          <p:spPr>
            <a:xfrm rot="2051270">
              <a:off x="7775666" y="3624164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75674935-D201-4532-B89F-95D10A01934A}"/>
                </a:ext>
              </a:extLst>
            </p:cNvPr>
            <p:cNvSpPr txBox="1"/>
            <p:nvPr/>
          </p:nvSpPr>
          <p:spPr>
            <a:xfrm rot="7407277">
              <a:off x="7704422" y="3465637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箭头: 下 348">
              <a:extLst>
                <a:ext uri="{FF2B5EF4-FFF2-40B4-BE49-F238E27FC236}">
                  <a16:creationId xmlns:a16="http://schemas.microsoft.com/office/drawing/2014/main" id="{6848220A-43A5-4D3A-A201-89F49D738B93}"/>
                </a:ext>
              </a:extLst>
            </p:cNvPr>
            <p:cNvSpPr/>
            <p:nvPr/>
          </p:nvSpPr>
          <p:spPr>
            <a:xfrm rot="19137243">
              <a:off x="8204635" y="3623176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文本框 349">
              <a:extLst>
                <a:ext uri="{FF2B5EF4-FFF2-40B4-BE49-F238E27FC236}">
                  <a16:creationId xmlns:a16="http://schemas.microsoft.com/office/drawing/2014/main" id="{A97DFAB4-0CC5-4AD0-B25D-48B2040C870F}"/>
                </a:ext>
              </a:extLst>
            </p:cNvPr>
            <p:cNvSpPr txBox="1"/>
            <p:nvPr/>
          </p:nvSpPr>
          <p:spPr>
            <a:xfrm rot="3085918">
              <a:off x="8217493" y="3428273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矩形: 圆角 350">
              <a:extLst>
                <a:ext uri="{FF2B5EF4-FFF2-40B4-BE49-F238E27FC236}">
                  <a16:creationId xmlns:a16="http://schemas.microsoft.com/office/drawing/2014/main" id="{CF6F0C35-B302-4282-AFE0-9DA9A9124DC5}"/>
                </a:ext>
              </a:extLst>
            </p:cNvPr>
            <p:cNvSpPr/>
            <p:nvPr/>
          </p:nvSpPr>
          <p:spPr>
            <a:xfrm>
              <a:off x="8078798" y="3705218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9A3BBDDD-442E-4DE2-BBD8-27CE9CF5EA3B}"/>
                </a:ext>
              </a:extLst>
            </p:cNvPr>
            <p:cNvSpPr/>
            <p:nvPr/>
          </p:nvSpPr>
          <p:spPr>
            <a:xfrm>
              <a:off x="7449256" y="3722312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9" name="等腰三角形 358">
              <a:extLst>
                <a:ext uri="{FF2B5EF4-FFF2-40B4-BE49-F238E27FC236}">
                  <a16:creationId xmlns:a16="http://schemas.microsoft.com/office/drawing/2014/main" id="{D9AE71F2-C5E7-4B51-8C16-47D4D395A4FA}"/>
                </a:ext>
              </a:extLst>
            </p:cNvPr>
            <p:cNvSpPr/>
            <p:nvPr/>
          </p:nvSpPr>
          <p:spPr>
            <a:xfrm>
              <a:off x="8045231" y="3332263"/>
              <a:ext cx="241200" cy="241200"/>
            </a:xfrm>
            <a:prstGeom prst="triangle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0" name="矩形: 圆角 399">
              <a:extLst>
                <a:ext uri="{FF2B5EF4-FFF2-40B4-BE49-F238E27FC236}">
                  <a16:creationId xmlns:a16="http://schemas.microsoft.com/office/drawing/2014/main" id="{B809698A-9AE1-45D8-8266-512BBDA4C180}"/>
                </a:ext>
              </a:extLst>
            </p:cNvPr>
            <p:cNvSpPr/>
            <p:nvPr/>
          </p:nvSpPr>
          <p:spPr>
            <a:xfrm>
              <a:off x="9870606" y="3664455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矩形: 圆角 400">
              <a:extLst>
                <a:ext uri="{FF2B5EF4-FFF2-40B4-BE49-F238E27FC236}">
                  <a16:creationId xmlns:a16="http://schemas.microsoft.com/office/drawing/2014/main" id="{5C82A29F-A4AA-4AA4-8822-F893CB0A10EC}"/>
                </a:ext>
              </a:extLst>
            </p:cNvPr>
            <p:cNvSpPr/>
            <p:nvPr/>
          </p:nvSpPr>
          <p:spPr>
            <a:xfrm>
              <a:off x="9241064" y="3681549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5" name="等腰三角形 404">
              <a:extLst>
                <a:ext uri="{FF2B5EF4-FFF2-40B4-BE49-F238E27FC236}">
                  <a16:creationId xmlns:a16="http://schemas.microsoft.com/office/drawing/2014/main" id="{6C52B28E-4E78-49F5-B93B-C992B14E210D}"/>
                </a:ext>
              </a:extLst>
            </p:cNvPr>
            <p:cNvSpPr/>
            <p:nvPr/>
          </p:nvSpPr>
          <p:spPr>
            <a:xfrm>
              <a:off x="9710344" y="3306563"/>
              <a:ext cx="241200" cy="241200"/>
            </a:xfrm>
            <a:prstGeom prst="triangle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327DFCAB-99EE-45D1-9D7F-E9DE82AEB35E}"/>
                </a:ext>
              </a:extLst>
            </p:cNvPr>
            <p:cNvSpPr txBox="1"/>
            <p:nvPr/>
          </p:nvSpPr>
          <p:spPr>
            <a:xfrm>
              <a:off x="7097961" y="698172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文本框 423">
              <a:extLst>
                <a:ext uri="{FF2B5EF4-FFF2-40B4-BE49-F238E27FC236}">
                  <a16:creationId xmlns:a16="http://schemas.microsoft.com/office/drawing/2014/main" id="{F4F3DA36-4C1F-4F6E-B7F7-554518FBFAD3}"/>
                </a:ext>
              </a:extLst>
            </p:cNvPr>
            <p:cNvSpPr txBox="1"/>
            <p:nvPr/>
          </p:nvSpPr>
          <p:spPr>
            <a:xfrm>
              <a:off x="7122934" y="3093751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箭头: 下 424">
              <a:extLst>
                <a:ext uri="{FF2B5EF4-FFF2-40B4-BE49-F238E27FC236}">
                  <a16:creationId xmlns:a16="http://schemas.microsoft.com/office/drawing/2014/main" id="{0B48193B-3B63-4E70-9D44-4655EE5FDA6D}"/>
                </a:ext>
              </a:extLst>
            </p:cNvPr>
            <p:cNvSpPr/>
            <p:nvPr/>
          </p:nvSpPr>
          <p:spPr>
            <a:xfrm rot="2190454">
              <a:off x="5863960" y="3596369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箭头: 下 425">
              <a:extLst>
                <a:ext uri="{FF2B5EF4-FFF2-40B4-BE49-F238E27FC236}">
                  <a16:creationId xmlns:a16="http://schemas.microsoft.com/office/drawing/2014/main" id="{116F8154-7FBF-4A6D-96A0-889265660BE1}"/>
                </a:ext>
              </a:extLst>
            </p:cNvPr>
            <p:cNvSpPr/>
            <p:nvPr/>
          </p:nvSpPr>
          <p:spPr>
            <a:xfrm rot="18855457">
              <a:off x="6326540" y="3587223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B6CC4B8F-695A-4F31-B878-8EE9D0F68E5B}"/>
                </a:ext>
              </a:extLst>
            </p:cNvPr>
            <p:cNvSpPr txBox="1"/>
            <p:nvPr/>
          </p:nvSpPr>
          <p:spPr>
            <a:xfrm rot="2813487">
              <a:off x="6392945" y="3315175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5B4C2C66-E34B-4D3C-BDC9-AA4B2B1AA021}"/>
                </a:ext>
              </a:extLst>
            </p:cNvPr>
            <p:cNvGrpSpPr/>
            <p:nvPr/>
          </p:nvGrpSpPr>
          <p:grpSpPr>
            <a:xfrm>
              <a:off x="1094250" y="1172886"/>
              <a:ext cx="2317612" cy="4507662"/>
              <a:chOff x="1094250" y="1172886"/>
              <a:chExt cx="2317612" cy="4507662"/>
            </a:xfrm>
          </p:grpSpPr>
          <p:sp>
            <p:nvSpPr>
              <p:cNvPr id="68" name="等腰三角形 67">
                <a:extLst>
                  <a:ext uri="{FF2B5EF4-FFF2-40B4-BE49-F238E27FC236}">
                    <a16:creationId xmlns:a16="http://schemas.microsoft.com/office/drawing/2014/main" id="{566F4E8E-276B-4204-966C-14BBDD6D34A0}"/>
                  </a:ext>
                </a:extLst>
              </p:cNvPr>
              <p:cNvSpPr/>
              <p:nvPr/>
            </p:nvSpPr>
            <p:spPr>
              <a:xfrm>
                <a:off x="3132815" y="4525643"/>
                <a:ext cx="279047" cy="279047"/>
              </a:xfrm>
              <a:prstGeom prst="triangle">
                <a:avLst/>
              </a:prstGeom>
              <a:solidFill>
                <a:srgbClr val="42B9E7"/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等腰三角形 72">
                <a:extLst>
                  <a:ext uri="{FF2B5EF4-FFF2-40B4-BE49-F238E27FC236}">
                    <a16:creationId xmlns:a16="http://schemas.microsoft.com/office/drawing/2014/main" id="{BCAB281C-FA65-4ACB-B1E4-82488A887911}"/>
                  </a:ext>
                </a:extLst>
              </p:cNvPr>
              <p:cNvSpPr/>
              <p:nvPr/>
            </p:nvSpPr>
            <p:spPr>
              <a:xfrm>
                <a:off x="3132347" y="4935345"/>
                <a:ext cx="279047" cy="279047"/>
              </a:xfrm>
              <a:prstGeom prst="triangle">
                <a:avLst/>
              </a:prstGeom>
              <a:solidFill>
                <a:srgbClr val="103293"/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等腰三角形 73">
                <a:extLst>
                  <a:ext uri="{FF2B5EF4-FFF2-40B4-BE49-F238E27FC236}">
                    <a16:creationId xmlns:a16="http://schemas.microsoft.com/office/drawing/2014/main" id="{DA192DBC-4B49-4A38-9BAA-8B6E07C4FCF8}"/>
                  </a:ext>
                </a:extLst>
              </p:cNvPr>
              <p:cNvSpPr/>
              <p:nvPr/>
            </p:nvSpPr>
            <p:spPr>
              <a:xfrm>
                <a:off x="3122569" y="1923970"/>
                <a:ext cx="279047" cy="279047"/>
              </a:xfrm>
              <a:prstGeom prst="triangle">
                <a:avLst/>
              </a:prstGeom>
              <a:solidFill>
                <a:srgbClr val="FFAD49"/>
              </a:solidFill>
              <a:ln w="1270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等腰三角形 74">
                <a:extLst>
                  <a:ext uri="{FF2B5EF4-FFF2-40B4-BE49-F238E27FC236}">
                    <a16:creationId xmlns:a16="http://schemas.microsoft.com/office/drawing/2014/main" id="{2A1371B5-CF6B-49BF-BEF9-DD559FA7BA20}"/>
                  </a:ext>
                </a:extLst>
              </p:cNvPr>
              <p:cNvSpPr/>
              <p:nvPr/>
            </p:nvSpPr>
            <p:spPr>
              <a:xfrm>
                <a:off x="3124398" y="2333919"/>
                <a:ext cx="279047" cy="279047"/>
              </a:xfrm>
              <a:prstGeom prst="triangle">
                <a:avLst/>
              </a:prstGeom>
              <a:solidFill>
                <a:srgbClr val="76BFA0"/>
              </a:solidFill>
              <a:ln w="1270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78CD41D6-23AE-4A32-9000-44EDBDD71C07}"/>
                  </a:ext>
                </a:extLst>
              </p:cNvPr>
              <p:cNvSpPr/>
              <p:nvPr/>
            </p:nvSpPr>
            <p:spPr>
              <a:xfrm rot="5400000">
                <a:off x="3113867" y="1553788"/>
                <a:ext cx="279047" cy="279047"/>
              </a:xfrm>
              <a:prstGeom prst="rect">
                <a:avLst/>
              </a:prstGeom>
              <a:solidFill>
                <a:srgbClr val="76BFA0"/>
              </a:solidFill>
              <a:ln w="1270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96C32B74-D9B9-4ECF-A9B8-DD4921B5CBF2}"/>
                  </a:ext>
                </a:extLst>
              </p:cNvPr>
              <p:cNvSpPr/>
              <p:nvPr/>
            </p:nvSpPr>
            <p:spPr>
              <a:xfrm rot="5400000">
                <a:off x="3130027" y="5401501"/>
                <a:ext cx="279047" cy="279047"/>
              </a:xfrm>
              <a:prstGeom prst="rect">
                <a:avLst/>
              </a:prstGeom>
              <a:solidFill>
                <a:srgbClr val="FFAD49"/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8" name="五边形 207">
                <a:extLst>
                  <a:ext uri="{FF2B5EF4-FFF2-40B4-BE49-F238E27FC236}">
                    <a16:creationId xmlns:a16="http://schemas.microsoft.com/office/drawing/2014/main" id="{29958954-EDFF-4BA9-805E-51DED13677A0}"/>
                  </a:ext>
                </a:extLst>
              </p:cNvPr>
              <p:cNvSpPr/>
              <p:nvPr/>
            </p:nvSpPr>
            <p:spPr>
              <a:xfrm>
                <a:off x="3114336" y="1172886"/>
                <a:ext cx="279047" cy="279047"/>
              </a:xfrm>
              <a:prstGeom prst="pentagon">
                <a:avLst/>
              </a:prstGeom>
              <a:solidFill>
                <a:srgbClr val="76BFA0"/>
              </a:solidFill>
              <a:ln w="1270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五边形 209">
                <a:extLst>
                  <a:ext uri="{FF2B5EF4-FFF2-40B4-BE49-F238E27FC236}">
                    <a16:creationId xmlns:a16="http://schemas.microsoft.com/office/drawing/2014/main" id="{995863DE-2C5D-43EC-8924-C4039DC1B48D}"/>
                  </a:ext>
                </a:extLst>
              </p:cNvPr>
              <p:cNvSpPr/>
              <p:nvPr/>
            </p:nvSpPr>
            <p:spPr>
              <a:xfrm>
                <a:off x="3121877" y="4022411"/>
                <a:ext cx="279047" cy="279047"/>
              </a:xfrm>
              <a:prstGeom prst="pentagon">
                <a:avLst/>
              </a:prstGeom>
              <a:solidFill>
                <a:srgbClr val="FFAD4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5" name="直接连接符 234">
                <a:extLst>
                  <a:ext uri="{FF2B5EF4-FFF2-40B4-BE49-F238E27FC236}">
                    <a16:creationId xmlns:a16="http://schemas.microsoft.com/office/drawing/2014/main" id="{7C73A934-6EC8-41FD-BE29-CB2F1291C5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4250" y="3660026"/>
                <a:ext cx="16021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739B34BD-73C4-48B3-82FE-1F6A1EA05893}"/>
                  </a:ext>
                </a:extLst>
              </p:cNvPr>
              <p:cNvSpPr/>
              <p:nvPr/>
            </p:nvSpPr>
            <p:spPr>
              <a:xfrm rot="5400000">
                <a:off x="3122777" y="2850878"/>
                <a:ext cx="279047" cy="279047"/>
              </a:xfrm>
              <a:prstGeom prst="rect">
                <a:avLst/>
              </a:prstGeom>
              <a:solidFill>
                <a:srgbClr val="103293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8C0A21C8-C424-4DB2-BB33-2FF9D6C99E05}"/>
                  </a:ext>
                </a:extLst>
              </p:cNvPr>
              <p:cNvSpPr/>
              <p:nvPr/>
            </p:nvSpPr>
            <p:spPr>
              <a:xfrm rot="5400000">
                <a:off x="3122620" y="3264705"/>
                <a:ext cx="279047" cy="279047"/>
              </a:xfrm>
              <a:prstGeom prst="rect">
                <a:avLst/>
              </a:prstGeom>
              <a:solidFill>
                <a:srgbClr val="42B9E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五边形 248">
                <a:extLst>
                  <a:ext uri="{FF2B5EF4-FFF2-40B4-BE49-F238E27FC236}">
                    <a16:creationId xmlns:a16="http://schemas.microsoft.com/office/drawing/2014/main" id="{5891E8FF-A2E2-4C13-AB4D-DD0F24807B4B}"/>
                  </a:ext>
                </a:extLst>
              </p:cNvPr>
              <p:cNvSpPr/>
              <p:nvPr/>
            </p:nvSpPr>
            <p:spPr>
              <a:xfrm>
                <a:off x="3122620" y="3637085"/>
                <a:ext cx="279047" cy="267678"/>
              </a:xfrm>
              <a:prstGeom prst="pentagon">
                <a:avLst/>
              </a:prstGeom>
              <a:solidFill>
                <a:srgbClr val="42B9E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034DC0F3-A225-4F84-A519-4A2E5DE398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5233" y="1916597"/>
                <a:ext cx="360854" cy="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BC48BBC2-9F6E-40B5-8EB2-942E167004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1765" y="1651114"/>
                <a:ext cx="0" cy="64800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6949607-1FFB-42A8-B2E4-F06F74DB2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1388" y="1659830"/>
                <a:ext cx="525500" cy="3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6BD5C26-51BC-41AA-9E83-85BAB8F1A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52410" y="5546072"/>
                <a:ext cx="540000" cy="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7A185AAA-B6F0-424B-ABFD-78ADE0C726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918" y="5289694"/>
                <a:ext cx="36085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23AB4138-92A4-44EA-8731-B88D66572F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51939" y="4883783"/>
                <a:ext cx="2" cy="666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1A9125B2-E3BD-4550-BD2A-8EDD5A6C70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46748" y="4889644"/>
                <a:ext cx="203542" cy="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F5D1806C-AA9A-4E59-97A0-E91AFD6B85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4415" y="2290110"/>
                <a:ext cx="187200" cy="501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5000341E-5F34-493D-B78D-C8FD2D377A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5483" y="4677028"/>
                <a:ext cx="2" cy="396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66B8D6A9-594B-470E-8EC9-93AA1D173B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483" y="4677029"/>
                <a:ext cx="32195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243E6584-D573-4C6D-9C2F-035736690D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6633" y="5084883"/>
                <a:ext cx="322143" cy="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E696694-98D4-4BE1-90B1-3D9362296F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60630" y="2065607"/>
                <a:ext cx="2" cy="45000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F22EF9E3-625E-481B-B7D7-AAED364B8D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5483" y="2067959"/>
                <a:ext cx="321958" cy="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3DB6C746-33B5-47B0-9799-25E439F7DE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9970" y="2510132"/>
                <a:ext cx="322143" cy="3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1CEA7EF2-DE47-4667-9157-1B17AD096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49829" y="2626992"/>
                <a:ext cx="377759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>
                <a:extLst>
                  <a:ext uri="{FF2B5EF4-FFF2-40B4-BE49-F238E27FC236}">
                    <a16:creationId xmlns:a16="http://schemas.microsoft.com/office/drawing/2014/main" id="{B887DE39-2C39-4B06-A8A4-E5463FE893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5763" y="1573310"/>
                <a:ext cx="554226" cy="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>
                <a:extLst>
                  <a:ext uri="{FF2B5EF4-FFF2-40B4-BE49-F238E27FC236}">
                    <a16:creationId xmlns:a16="http://schemas.microsoft.com/office/drawing/2014/main" id="{CA2A93DC-FA1B-432A-9E3F-150BFFBDFD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8155" y="1339504"/>
                <a:ext cx="900000" cy="2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>
                <a:extLst>
                  <a:ext uri="{FF2B5EF4-FFF2-40B4-BE49-F238E27FC236}">
                    <a16:creationId xmlns:a16="http://schemas.microsoft.com/office/drawing/2014/main" id="{446CEC46-0BBA-461D-A7F2-D691B24766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5482" y="4146016"/>
                <a:ext cx="897317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>
                <a:extLst>
                  <a:ext uri="{FF2B5EF4-FFF2-40B4-BE49-F238E27FC236}">
                    <a16:creationId xmlns:a16="http://schemas.microsoft.com/office/drawing/2014/main" id="{94D4EA2E-1224-4974-B7C8-ED6507B4A9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1093" y="3408956"/>
                <a:ext cx="540000" cy="908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>
                <a:extLst>
                  <a:ext uri="{FF2B5EF4-FFF2-40B4-BE49-F238E27FC236}">
                    <a16:creationId xmlns:a16="http://schemas.microsoft.com/office/drawing/2014/main" id="{78263F03-7651-47FB-95FA-91800B5752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9979" y="1337037"/>
                <a:ext cx="3122" cy="586933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98627939-5706-4C3E-829C-FA4CD5FBA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1433" y="4141763"/>
                <a:ext cx="0" cy="1152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>
                <a:extLst>
                  <a:ext uri="{FF2B5EF4-FFF2-40B4-BE49-F238E27FC236}">
                    <a16:creationId xmlns:a16="http://schemas.microsoft.com/office/drawing/2014/main" id="{0CF6A25D-DA0F-4959-8A34-9E75BF9D3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4090" y="1568625"/>
                <a:ext cx="2318" cy="185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>
                <a:extLst>
                  <a:ext uri="{FF2B5EF4-FFF2-40B4-BE49-F238E27FC236}">
                    <a16:creationId xmlns:a16="http://schemas.microsoft.com/office/drawing/2014/main" id="{5887B54F-F4C3-47F1-976E-1F7B60DD1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7867" y="2624881"/>
                <a:ext cx="18848" cy="180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>
                <a:extLst>
                  <a:ext uri="{FF2B5EF4-FFF2-40B4-BE49-F238E27FC236}">
                    <a16:creationId xmlns:a16="http://schemas.microsoft.com/office/drawing/2014/main" id="{9F5AA61A-A636-415B-A81F-513C40D96A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9405" y="4417299"/>
                <a:ext cx="92798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A3B0F171-516A-45D3-B5CE-FF811ACC62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70658" y="3183643"/>
                <a:ext cx="37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>
                <a:extLst>
                  <a:ext uri="{FF2B5EF4-FFF2-40B4-BE49-F238E27FC236}">
                    <a16:creationId xmlns:a16="http://schemas.microsoft.com/office/drawing/2014/main" id="{5EEAC8B8-04AC-44D5-A1DC-5A0E849F62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42928" y="2982308"/>
                <a:ext cx="5487" cy="45730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>
                <a:extLst>
                  <a:ext uri="{FF2B5EF4-FFF2-40B4-BE49-F238E27FC236}">
                    <a16:creationId xmlns:a16="http://schemas.microsoft.com/office/drawing/2014/main" id="{2FA9C159-BD11-4469-BDC3-A4B13AD711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46224" y="2979342"/>
                <a:ext cx="525500" cy="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>
                <a:extLst>
                  <a:ext uri="{FF2B5EF4-FFF2-40B4-BE49-F238E27FC236}">
                    <a16:creationId xmlns:a16="http://schemas.microsoft.com/office/drawing/2014/main" id="{97CCFFF3-5097-47D1-B074-A70C686C55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8581" y="3433619"/>
                <a:ext cx="525500" cy="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FB61016C-9C39-4FFC-8F7E-FE3A2128C4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70015" y="3766407"/>
                <a:ext cx="897317" cy="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>
                <a:extLst>
                  <a:ext uri="{FF2B5EF4-FFF2-40B4-BE49-F238E27FC236}">
                    <a16:creationId xmlns:a16="http://schemas.microsoft.com/office/drawing/2014/main" id="{2E6BCD7A-38A2-4EE1-B8A7-09D885034F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73084" y="3181116"/>
                <a:ext cx="3122" cy="5869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3BB82BEB-C7D0-4C8C-9BF7-5B0E3E91FA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3053" y="4139522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74589ABD-0838-48C5-87AD-0544386B54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4701" y="1571252"/>
                <a:ext cx="2318" cy="1044000"/>
              </a:xfrm>
              <a:prstGeom prst="line">
                <a:avLst/>
              </a:prstGeom>
              <a:ln w="1270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9" name="等腰三角形 148">
              <a:extLst>
                <a:ext uri="{FF2B5EF4-FFF2-40B4-BE49-F238E27FC236}">
                  <a16:creationId xmlns:a16="http://schemas.microsoft.com/office/drawing/2014/main" id="{A4D2E533-466A-408E-906D-0838608E294E}"/>
                </a:ext>
              </a:extLst>
            </p:cNvPr>
            <p:cNvSpPr/>
            <p:nvPr/>
          </p:nvSpPr>
          <p:spPr>
            <a:xfrm>
              <a:off x="4551410" y="2102541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0" name="等腰三角形 149">
              <a:extLst>
                <a:ext uri="{FF2B5EF4-FFF2-40B4-BE49-F238E27FC236}">
                  <a16:creationId xmlns:a16="http://schemas.microsoft.com/office/drawing/2014/main" id="{F207BB15-29C3-4E83-A6DF-292F86CC433B}"/>
                </a:ext>
              </a:extLst>
            </p:cNvPr>
            <p:cNvSpPr/>
            <p:nvPr/>
          </p:nvSpPr>
          <p:spPr>
            <a:xfrm>
              <a:off x="4553239" y="2512490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B2A164E8-E5FC-4078-9665-4DEF53EBC86D}"/>
                </a:ext>
              </a:extLst>
            </p:cNvPr>
            <p:cNvSpPr/>
            <p:nvPr/>
          </p:nvSpPr>
          <p:spPr>
            <a:xfrm rot="5400000">
              <a:off x="4542708" y="1732359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五边形 151">
              <a:extLst>
                <a:ext uri="{FF2B5EF4-FFF2-40B4-BE49-F238E27FC236}">
                  <a16:creationId xmlns:a16="http://schemas.microsoft.com/office/drawing/2014/main" id="{F9258552-951D-4A9B-A545-3CC310287174}"/>
                </a:ext>
              </a:extLst>
            </p:cNvPr>
            <p:cNvSpPr/>
            <p:nvPr/>
          </p:nvSpPr>
          <p:spPr>
            <a:xfrm>
              <a:off x="4543177" y="1351457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等腰三角形 152">
              <a:extLst>
                <a:ext uri="{FF2B5EF4-FFF2-40B4-BE49-F238E27FC236}">
                  <a16:creationId xmlns:a16="http://schemas.microsoft.com/office/drawing/2014/main" id="{A9881C65-4ADE-479E-A4E8-D4FC587AD92D}"/>
                </a:ext>
              </a:extLst>
            </p:cNvPr>
            <p:cNvSpPr/>
            <p:nvPr/>
          </p:nvSpPr>
          <p:spPr>
            <a:xfrm>
              <a:off x="6385311" y="2104426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4" name="等腰三角形 153">
              <a:extLst>
                <a:ext uri="{FF2B5EF4-FFF2-40B4-BE49-F238E27FC236}">
                  <a16:creationId xmlns:a16="http://schemas.microsoft.com/office/drawing/2014/main" id="{1E3385F7-6265-4AE7-9FED-33658CF075E3}"/>
                </a:ext>
              </a:extLst>
            </p:cNvPr>
            <p:cNvSpPr/>
            <p:nvPr/>
          </p:nvSpPr>
          <p:spPr>
            <a:xfrm>
              <a:off x="6387140" y="2514375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C02078E1-A45D-4B76-B274-48F2D0D67A97}"/>
                </a:ext>
              </a:extLst>
            </p:cNvPr>
            <p:cNvSpPr/>
            <p:nvPr/>
          </p:nvSpPr>
          <p:spPr>
            <a:xfrm rot="5400000">
              <a:off x="6376609" y="1734244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五边形 155">
              <a:extLst>
                <a:ext uri="{FF2B5EF4-FFF2-40B4-BE49-F238E27FC236}">
                  <a16:creationId xmlns:a16="http://schemas.microsoft.com/office/drawing/2014/main" id="{5F22CA92-9225-4920-AE6E-30B85885DDB8}"/>
                </a:ext>
              </a:extLst>
            </p:cNvPr>
            <p:cNvSpPr/>
            <p:nvPr/>
          </p:nvSpPr>
          <p:spPr>
            <a:xfrm>
              <a:off x="6377078" y="1353342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等腰三角形 159">
              <a:extLst>
                <a:ext uri="{FF2B5EF4-FFF2-40B4-BE49-F238E27FC236}">
                  <a16:creationId xmlns:a16="http://schemas.microsoft.com/office/drawing/2014/main" id="{FEBE868F-A786-4088-8F41-C75D26F73695}"/>
                </a:ext>
              </a:extLst>
            </p:cNvPr>
            <p:cNvSpPr/>
            <p:nvPr/>
          </p:nvSpPr>
          <p:spPr>
            <a:xfrm>
              <a:off x="8213010" y="2102541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" name="等腰三角形 160">
              <a:extLst>
                <a:ext uri="{FF2B5EF4-FFF2-40B4-BE49-F238E27FC236}">
                  <a16:creationId xmlns:a16="http://schemas.microsoft.com/office/drawing/2014/main" id="{D4E716ED-D2DB-4F31-8E92-C92F0D53442A}"/>
                </a:ext>
              </a:extLst>
            </p:cNvPr>
            <p:cNvSpPr/>
            <p:nvPr/>
          </p:nvSpPr>
          <p:spPr>
            <a:xfrm>
              <a:off x="8214839" y="2512490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DBE2211E-748A-459A-A907-E0931102D985}"/>
                </a:ext>
              </a:extLst>
            </p:cNvPr>
            <p:cNvSpPr/>
            <p:nvPr/>
          </p:nvSpPr>
          <p:spPr>
            <a:xfrm rot="5400000">
              <a:off x="8204308" y="1732359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五边形 162">
              <a:extLst>
                <a:ext uri="{FF2B5EF4-FFF2-40B4-BE49-F238E27FC236}">
                  <a16:creationId xmlns:a16="http://schemas.microsoft.com/office/drawing/2014/main" id="{50BD1F37-0F95-4283-A1DB-2B9330EFA6BA}"/>
                </a:ext>
              </a:extLst>
            </p:cNvPr>
            <p:cNvSpPr/>
            <p:nvPr/>
          </p:nvSpPr>
          <p:spPr>
            <a:xfrm>
              <a:off x="8204777" y="1351457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等腰三角形 163">
              <a:extLst>
                <a:ext uri="{FF2B5EF4-FFF2-40B4-BE49-F238E27FC236}">
                  <a16:creationId xmlns:a16="http://schemas.microsoft.com/office/drawing/2014/main" id="{B8DDB000-A782-459A-9578-B017537CAD61}"/>
                </a:ext>
              </a:extLst>
            </p:cNvPr>
            <p:cNvSpPr/>
            <p:nvPr/>
          </p:nvSpPr>
          <p:spPr>
            <a:xfrm>
              <a:off x="4560374" y="4713539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5" name="等腰三角形 164">
              <a:extLst>
                <a:ext uri="{FF2B5EF4-FFF2-40B4-BE49-F238E27FC236}">
                  <a16:creationId xmlns:a16="http://schemas.microsoft.com/office/drawing/2014/main" id="{7895E1EC-BC38-44B8-AA8B-92B5695AA79B}"/>
                </a:ext>
              </a:extLst>
            </p:cNvPr>
            <p:cNvSpPr/>
            <p:nvPr/>
          </p:nvSpPr>
          <p:spPr>
            <a:xfrm>
              <a:off x="4562203" y="5123488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53666C51-0B3B-4EBD-BCCB-50BEEA720A4E}"/>
                </a:ext>
              </a:extLst>
            </p:cNvPr>
            <p:cNvSpPr/>
            <p:nvPr/>
          </p:nvSpPr>
          <p:spPr>
            <a:xfrm rot="5400000">
              <a:off x="4551672" y="4343357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五边形 166">
              <a:extLst>
                <a:ext uri="{FF2B5EF4-FFF2-40B4-BE49-F238E27FC236}">
                  <a16:creationId xmlns:a16="http://schemas.microsoft.com/office/drawing/2014/main" id="{ADC525A6-6874-4957-8D6C-0629210329EC}"/>
                </a:ext>
              </a:extLst>
            </p:cNvPr>
            <p:cNvSpPr/>
            <p:nvPr/>
          </p:nvSpPr>
          <p:spPr>
            <a:xfrm>
              <a:off x="4552141" y="3962455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等腰三角形 167">
              <a:extLst>
                <a:ext uri="{FF2B5EF4-FFF2-40B4-BE49-F238E27FC236}">
                  <a16:creationId xmlns:a16="http://schemas.microsoft.com/office/drawing/2014/main" id="{FFEF53C0-0C5F-4094-A246-95253FB67EFD}"/>
                </a:ext>
              </a:extLst>
            </p:cNvPr>
            <p:cNvSpPr/>
            <p:nvPr/>
          </p:nvSpPr>
          <p:spPr>
            <a:xfrm>
              <a:off x="6375824" y="4707611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9" name="等腰三角形 168">
              <a:extLst>
                <a:ext uri="{FF2B5EF4-FFF2-40B4-BE49-F238E27FC236}">
                  <a16:creationId xmlns:a16="http://schemas.microsoft.com/office/drawing/2014/main" id="{82116B5F-CA9A-4F36-858E-5E9B6CA93488}"/>
                </a:ext>
              </a:extLst>
            </p:cNvPr>
            <p:cNvSpPr/>
            <p:nvPr/>
          </p:nvSpPr>
          <p:spPr>
            <a:xfrm>
              <a:off x="6377653" y="5117560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126E6461-B3DF-425B-91ED-8E570DA0D2F9}"/>
                </a:ext>
              </a:extLst>
            </p:cNvPr>
            <p:cNvSpPr/>
            <p:nvPr/>
          </p:nvSpPr>
          <p:spPr>
            <a:xfrm rot="5400000">
              <a:off x="6367122" y="4337429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五边形 170">
              <a:extLst>
                <a:ext uri="{FF2B5EF4-FFF2-40B4-BE49-F238E27FC236}">
                  <a16:creationId xmlns:a16="http://schemas.microsoft.com/office/drawing/2014/main" id="{4598BA9B-46E5-45C2-80AE-BADF96B734EE}"/>
                </a:ext>
              </a:extLst>
            </p:cNvPr>
            <p:cNvSpPr/>
            <p:nvPr/>
          </p:nvSpPr>
          <p:spPr>
            <a:xfrm>
              <a:off x="6367591" y="3956527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等腰三角形 171">
              <a:extLst>
                <a:ext uri="{FF2B5EF4-FFF2-40B4-BE49-F238E27FC236}">
                  <a16:creationId xmlns:a16="http://schemas.microsoft.com/office/drawing/2014/main" id="{A9E86D4B-7801-4125-8C9E-301215373C1D}"/>
                </a:ext>
              </a:extLst>
            </p:cNvPr>
            <p:cNvSpPr/>
            <p:nvPr/>
          </p:nvSpPr>
          <p:spPr>
            <a:xfrm>
              <a:off x="8227012" y="4713539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3" name="等腰三角形 172">
              <a:extLst>
                <a:ext uri="{FF2B5EF4-FFF2-40B4-BE49-F238E27FC236}">
                  <a16:creationId xmlns:a16="http://schemas.microsoft.com/office/drawing/2014/main" id="{AB29A93D-0BED-4BC9-81C2-07796E5952F5}"/>
                </a:ext>
              </a:extLst>
            </p:cNvPr>
            <p:cNvSpPr/>
            <p:nvPr/>
          </p:nvSpPr>
          <p:spPr>
            <a:xfrm>
              <a:off x="8228841" y="5123488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21CBD150-6717-4FDB-8978-F704029B170E}"/>
                </a:ext>
              </a:extLst>
            </p:cNvPr>
            <p:cNvSpPr/>
            <p:nvPr/>
          </p:nvSpPr>
          <p:spPr>
            <a:xfrm rot="5400000">
              <a:off x="8218310" y="4343357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五边形 175">
              <a:extLst>
                <a:ext uri="{FF2B5EF4-FFF2-40B4-BE49-F238E27FC236}">
                  <a16:creationId xmlns:a16="http://schemas.microsoft.com/office/drawing/2014/main" id="{B1699044-7093-491F-A00E-AAF547C940BA}"/>
                </a:ext>
              </a:extLst>
            </p:cNvPr>
            <p:cNvSpPr/>
            <p:nvPr/>
          </p:nvSpPr>
          <p:spPr>
            <a:xfrm>
              <a:off x="8218779" y="3962455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等腰三角形 176">
              <a:extLst>
                <a:ext uri="{FF2B5EF4-FFF2-40B4-BE49-F238E27FC236}">
                  <a16:creationId xmlns:a16="http://schemas.microsoft.com/office/drawing/2014/main" id="{CD891A6D-EAFA-4B52-83C8-6E95A2259856}"/>
                </a:ext>
              </a:extLst>
            </p:cNvPr>
            <p:cNvSpPr/>
            <p:nvPr/>
          </p:nvSpPr>
          <p:spPr>
            <a:xfrm>
              <a:off x="10030579" y="4707611"/>
              <a:ext cx="279047" cy="279047"/>
            </a:xfrm>
            <a:prstGeom prst="triangle">
              <a:avLst/>
            </a:prstGeom>
            <a:solidFill>
              <a:srgbClr val="FFAD49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8" name="等腰三角形 177">
              <a:extLst>
                <a:ext uri="{FF2B5EF4-FFF2-40B4-BE49-F238E27FC236}">
                  <a16:creationId xmlns:a16="http://schemas.microsoft.com/office/drawing/2014/main" id="{423B32F8-0DCD-4C37-A7BD-FE55854ABE32}"/>
                </a:ext>
              </a:extLst>
            </p:cNvPr>
            <p:cNvSpPr/>
            <p:nvPr/>
          </p:nvSpPr>
          <p:spPr>
            <a:xfrm>
              <a:off x="10032408" y="5117560"/>
              <a:ext cx="279047" cy="279047"/>
            </a:xfrm>
            <a:prstGeom prst="triangle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22AD6A5D-3C2F-474E-B7D3-F6028FEE0256}"/>
                </a:ext>
              </a:extLst>
            </p:cNvPr>
            <p:cNvSpPr/>
            <p:nvPr/>
          </p:nvSpPr>
          <p:spPr>
            <a:xfrm rot="5400000">
              <a:off x="10021877" y="4337429"/>
              <a:ext cx="279047" cy="279047"/>
            </a:xfrm>
            <a:prstGeom prst="rect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五边形 181">
              <a:extLst>
                <a:ext uri="{FF2B5EF4-FFF2-40B4-BE49-F238E27FC236}">
                  <a16:creationId xmlns:a16="http://schemas.microsoft.com/office/drawing/2014/main" id="{8D2B4D71-F8A6-4C44-BE56-58EA34AFB292}"/>
                </a:ext>
              </a:extLst>
            </p:cNvPr>
            <p:cNvSpPr/>
            <p:nvPr/>
          </p:nvSpPr>
          <p:spPr>
            <a:xfrm>
              <a:off x="10022346" y="3956527"/>
              <a:ext cx="279047" cy="279047"/>
            </a:xfrm>
            <a:prstGeom prst="pentagon">
              <a:avLst/>
            </a:prstGeom>
            <a:solidFill>
              <a:srgbClr val="76BFA0"/>
            </a:solidFill>
            <a:ln w="1270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五边形 183">
              <a:extLst>
                <a:ext uri="{FF2B5EF4-FFF2-40B4-BE49-F238E27FC236}">
                  <a16:creationId xmlns:a16="http://schemas.microsoft.com/office/drawing/2014/main" id="{73C94BEF-5D8E-49A2-B1A7-B0D6DF3815E0}"/>
                </a:ext>
              </a:extLst>
            </p:cNvPr>
            <p:cNvSpPr/>
            <p:nvPr/>
          </p:nvSpPr>
          <p:spPr>
            <a:xfrm>
              <a:off x="3998578" y="1822381"/>
              <a:ext cx="279047" cy="279047"/>
            </a:xfrm>
            <a:prstGeom prst="pentagon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73DDB70F-5130-4FE9-8B25-3885FEB086B3}"/>
                </a:ext>
              </a:extLst>
            </p:cNvPr>
            <p:cNvSpPr/>
            <p:nvPr/>
          </p:nvSpPr>
          <p:spPr>
            <a:xfrm>
              <a:off x="4028425" y="4380171"/>
              <a:ext cx="279047" cy="279047"/>
            </a:xfrm>
            <a:prstGeom prst="triangle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五边形 189">
              <a:extLst>
                <a:ext uri="{FF2B5EF4-FFF2-40B4-BE49-F238E27FC236}">
                  <a16:creationId xmlns:a16="http://schemas.microsoft.com/office/drawing/2014/main" id="{DCE9063A-5262-4FD5-A80E-D7A33476A8FC}"/>
                </a:ext>
              </a:extLst>
            </p:cNvPr>
            <p:cNvSpPr/>
            <p:nvPr/>
          </p:nvSpPr>
          <p:spPr>
            <a:xfrm>
              <a:off x="5774817" y="2516415"/>
              <a:ext cx="279047" cy="279047"/>
            </a:xfrm>
            <a:prstGeom prst="pentagon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95016B09-D1EE-4911-BE07-E794CCEBA6C6}"/>
                </a:ext>
              </a:extLst>
            </p:cNvPr>
            <p:cNvSpPr/>
            <p:nvPr/>
          </p:nvSpPr>
          <p:spPr>
            <a:xfrm rot="5400000">
              <a:off x="5775717" y="1344882"/>
              <a:ext cx="279047" cy="279047"/>
            </a:xfrm>
            <a:prstGeom prst="rect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70653083-6B26-4B2C-9AA2-45CDB4AB4959}"/>
                </a:ext>
              </a:extLst>
            </p:cNvPr>
            <p:cNvSpPr/>
            <p:nvPr/>
          </p:nvSpPr>
          <p:spPr>
            <a:xfrm rot="5400000">
              <a:off x="5775560" y="1758709"/>
              <a:ext cx="279047" cy="279047"/>
            </a:xfrm>
            <a:prstGeom prst="rect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五边形 194">
              <a:extLst>
                <a:ext uri="{FF2B5EF4-FFF2-40B4-BE49-F238E27FC236}">
                  <a16:creationId xmlns:a16="http://schemas.microsoft.com/office/drawing/2014/main" id="{4C4B4126-B7D2-4AC6-9A34-4AEE23770B7E}"/>
                </a:ext>
              </a:extLst>
            </p:cNvPr>
            <p:cNvSpPr/>
            <p:nvPr/>
          </p:nvSpPr>
          <p:spPr>
            <a:xfrm>
              <a:off x="5775560" y="2131089"/>
              <a:ext cx="279047" cy="267678"/>
            </a:xfrm>
            <a:prstGeom prst="pentagon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五边形 195">
              <a:extLst>
                <a:ext uri="{FF2B5EF4-FFF2-40B4-BE49-F238E27FC236}">
                  <a16:creationId xmlns:a16="http://schemas.microsoft.com/office/drawing/2014/main" id="{66ED39FF-0753-40B0-AFC8-7D972AF6F3BC}"/>
                </a:ext>
              </a:extLst>
            </p:cNvPr>
            <p:cNvSpPr/>
            <p:nvPr/>
          </p:nvSpPr>
          <p:spPr>
            <a:xfrm>
              <a:off x="7588737" y="2514036"/>
              <a:ext cx="279047" cy="279047"/>
            </a:xfrm>
            <a:prstGeom prst="pentagon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A186A99C-02B6-4AF2-94BE-9752269DC7E8}"/>
                </a:ext>
              </a:extLst>
            </p:cNvPr>
            <p:cNvSpPr/>
            <p:nvPr/>
          </p:nvSpPr>
          <p:spPr>
            <a:xfrm rot="5400000">
              <a:off x="7589637" y="1342503"/>
              <a:ext cx="279047" cy="279047"/>
            </a:xfrm>
            <a:prstGeom prst="rect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F4B9F415-1FBD-45E0-A6DF-C71D4390A364}"/>
                </a:ext>
              </a:extLst>
            </p:cNvPr>
            <p:cNvSpPr/>
            <p:nvPr/>
          </p:nvSpPr>
          <p:spPr>
            <a:xfrm rot="5400000">
              <a:off x="7589480" y="1756330"/>
              <a:ext cx="279047" cy="279047"/>
            </a:xfrm>
            <a:prstGeom prst="rect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五边形 198">
              <a:extLst>
                <a:ext uri="{FF2B5EF4-FFF2-40B4-BE49-F238E27FC236}">
                  <a16:creationId xmlns:a16="http://schemas.microsoft.com/office/drawing/2014/main" id="{8DC1579F-E18A-48C7-8EEC-EE8E9EDAABD2}"/>
                </a:ext>
              </a:extLst>
            </p:cNvPr>
            <p:cNvSpPr/>
            <p:nvPr/>
          </p:nvSpPr>
          <p:spPr>
            <a:xfrm>
              <a:off x="7589480" y="2128710"/>
              <a:ext cx="279047" cy="267678"/>
            </a:xfrm>
            <a:prstGeom prst="pentagon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五边形 199">
              <a:extLst>
                <a:ext uri="{FF2B5EF4-FFF2-40B4-BE49-F238E27FC236}">
                  <a16:creationId xmlns:a16="http://schemas.microsoft.com/office/drawing/2014/main" id="{7C942AC0-7FE9-4741-9BAF-174FC860B9E4}"/>
                </a:ext>
              </a:extLst>
            </p:cNvPr>
            <p:cNvSpPr/>
            <p:nvPr/>
          </p:nvSpPr>
          <p:spPr>
            <a:xfrm>
              <a:off x="5772582" y="5127187"/>
              <a:ext cx="279047" cy="279047"/>
            </a:xfrm>
            <a:prstGeom prst="pentagon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96B6152-C433-4E19-926A-1617A42051D0}"/>
                </a:ext>
              </a:extLst>
            </p:cNvPr>
            <p:cNvSpPr/>
            <p:nvPr/>
          </p:nvSpPr>
          <p:spPr>
            <a:xfrm rot="5400000">
              <a:off x="5773482" y="3955654"/>
              <a:ext cx="279047" cy="279047"/>
            </a:xfrm>
            <a:prstGeom prst="rect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9636F419-30AD-427C-9DD7-1B158BD06102}"/>
                </a:ext>
              </a:extLst>
            </p:cNvPr>
            <p:cNvSpPr/>
            <p:nvPr/>
          </p:nvSpPr>
          <p:spPr>
            <a:xfrm rot="5400000">
              <a:off x="5773325" y="4369481"/>
              <a:ext cx="279047" cy="279047"/>
            </a:xfrm>
            <a:prstGeom prst="rect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五边形 202">
              <a:extLst>
                <a:ext uri="{FF2B5EF4-FFF2-40B4-BE49-F238E27FC236}">
                  <a16:creationId xmlns:a16="http://schemas.microsoft.com/office/drawing/2014/main" id="{857F50AB-7BDB-4027-A16E-7878DFC55E2F}"/>
                </a:ext>
              </a:extLst>
            </p:cNvPr>
            <p:cNvSpPr/>
            <p:nvPr/>
          </p:nvSpPr>
          <p:spPr>
            <a:xfrm>
              <a:off x="5773325" y="4741861"/>
              <a:ext cx="279047" cy="267678"/>
            </a:xfrm>
            <a:prstGeom prst="pentagon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五边形 204">
              <a:extLst>
                <a:ext uri="{FF2B5EF4-FFF2-40B4-BE49-F238E27FC236}">
                  <a16:creationId xmlns:a16="http://schemas.microsoft.com/office/drawing/2014/main" id="{DAEE681D-BC47-4C13-A139-0544F9DD2463}"/>
                </a:ext>
              </a:extLst>
            </p:cNvPr>
            <p:cNvSpPr/>
            <p:nvPr/>
          </p:nvSpPr>
          <p:spPr>
            <a:xfrm>
              <a:off x="7594010" y="5131936"/>
              <a:ext cx="279047" cy="279047"/>
            </a:xfrm>
            <a:prstGeom prst="pentagon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966C294D-08A6-4B01-AC3A-F9BD19BCC3EF}"/>
                </a:ext>
              </a:extLst>
            </p:cNvPr>
            <p:cNvSpPr/>
            <p:nvPr/>
          </p:nvSpPr>
          <p:spPr>
            <a:xfrm rot="5400000">
              <a:off x="7594910" y="3960403"/>
              <a:ext cx="279047" cy="279047"/>
            </a:xfrm>
            <a:prstGeom prst="rect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9C10E183-A708-4B88-9148-CBFA8E7214F5}"/>
                </a:ext>
              </a:extLst>
            </p:cNvPr>
            <p:cNvSpPr/>
            <p:nvPr/>
          </p:nvSpPr>
          <p:spPr>
            <a:xfrm rot="5400000">
              <a:off x="7594753" y="4374230"/>
              <a:ext cx="279047" cy="279047"/>
            </a:xfrm>
            <a:prstGeom prst="rect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五边形 213">
              <a:extLst>
                <a:ext uri="{FF2B5EF4-FFF2-40B4-BE49-F238E27FC236}">
                  <a16:creationId xmlns:a16="http://schemas.microsoft.com/office/drawing/2014/main" id="{177B5B60-78C8-4ABC-A615-3564530C0E13}"/>
                </a:ext>
              </a:extLst>
            </p:cNvPr>
            <p:cNvSpPr/>
            <p:nvPr/>
          </p:nvSpPr>
          <p:spPr>
            <a:xfrm>
              <a:off x="7594753" y="4746610"/>
              <a:ext cx="279047" cy="267678"/>
            </a:xfrm>
            <a:prstGeom prst="pentagon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五边形 214">
              <a:extLst>
                <a:ext uri="{FF2B5EF4-FFF2-40B4-BE49-F238E27FC236}">
                  <a16:creationId xmlns:a16="http://schemas.microsoft.com/office/drawing/2014/main" id="{D221E1B4-A549-43DB-80FB-42FC020AB695}"/>
                </a:ext>
              </a:extLst>
            </p:cNvPr>
            <p:cNvSpPr/>
            <p:nvPr/>
          </p:nvSpPr>
          <p:spPr>
            <a:xfrm>
              <a:off x="9378485" y="5116128"/>
              <a:ext cx="279047" cy="279047"/>
            </a:xfrm>
            <a:prstGeom prst="pentagon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9D5FBF89-FA6B-40C8-BCD4-5FED1D7796EF}"/>
                </a:ext>
              </a:extLst>
            </p:cNvPr>
            <p:cNvSpPr/>
            <p:nvPr/>
          </p:nvSpPr>
          <p:spPr>
            <a:xfrm rot="5400000">
              <a:off x="9379385" y="3944595"/>
              <a:ext cx="279047" cy="279047"/>
            </a:xfrm>
            <a:prstGeom prst="rect">
              <a:avLst/>
            </a:prstGeom>
            <a:solidFill>
              <a:srgbClr val="10329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9DA39836-2B50-4020-A733-911898D02D51}"/>
                </a:ext>
              </a:extLst>
            </p:cNvPr>
            <p:cNvSpPr/>
            <p:nvPr/>
          </p:nvSpPr>
          <p:spPr>
            <a:xfrm rot="5400000">
              <a:off x="9379228" y="4358422"/>
              <a:ext cx="279047" cy="279047"/>
            </a:xfrm>
            <a:prstGeom prst="rect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五边形 217">
              <a:extLst>
                <a:ext uri="{FF2B5EF4-FFF2-40B4-BE49-F238E27FC236}">
                  <a16:creationId xmlns:a16="http://schemas.microsoft.com/office/drawing/2014/main" id="{5A5ACAB6-4E3E-4240-AB81-2BFDCABB26C4}"/>
                </a:ext>
              </a:extLst>
            </p:cNvPr>
            <p:cNvSpPr/>
            <p:nvPr/>
          </p:nvSpPr>
          <p:spPr>
            <a:xfrm>
              <a:off x="9379228" y="4730802"/>
              <a:ext cx="279047" cy="267678"/>
            </a:xfrm>
            <a:prstGeom prst="pentagon">
              <a:avLst/>
            </a:prstGeom>
            <a:solidFill>
              <a:srgbClr val="42B9E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081F672-7E78-4ADC-874F-DB7E084ED084}"/>
                </a:ext>
              </a:extLst>
            </p:cNvPr>
            <p:cNvSpPr/>
            <p:nvPr/>
          </p:nvSpPr>
          <p:spPr>
            <a:xfrm rot="5400000">
              <a:off x="7759382" y="3330513"/>
              <a:ext cx="241200" cy="241200"/>
            </a:xfrm>
            <a:prstGeom prst="rect">
              <a:avLst/>
            </a:prstGeom>
            <a:solidFill>
              <a:srgbClr val="FFAD49"/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3677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矩形: 圆角 312">
            <a:extLst>
              <a:ext uri="{FF2B5EF4-FFF2-40B4-BE49-F238E27FC236}">
                <a16:creationId xmlns:a16="http://schemas.microsoft.com/office/drawing/2014/main" id="{A1607E52-2A95-455B-86F9-5D974EBC22D0}"/>
              </a:ext>
            </a:extLst>
          </p:cNvPr>
          <p:cNvSpPr/>
          <p:nvPr/>
        </p:nvSpPr>
        <p:spPr>
          <a:xfrm>
            <a:off x="6504855" y="1308715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8CB41872-6E8B-4EC5-8D44-55D81F2BF2B9}"/>
              </a:ext>
            </a:extLst>
          </p:cNvPr>
          <p:cNvSpPr/>
          <p:nvPr/>
        </p:nvSpPr>
        <p:spPr>
          <a:xfrm>
            <a:off x="4683326" y="3934711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B6635CDB-7A07-4632-852B-B964E1F49474}"/>
              </a:ext>
            </a:extLst>
          </p:cNvPr>
          <p:cNvSpPr/>
          <p:nvPr/>
        </p:nvSpPr>
        <p:spPr>
          <a:xfrm>
            <a:off x="4668363" y="1315284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D9C9F-3FF4-44B0-B1D9-BAD4BE9530C6}"/>
              </a:ext>
            </a:extLst>
          </p:cNvPr>
          <p:cNvSpPr txBox="1"/>
          <p:nvPr/>
        </p:nvSpPr>
        <p:spPr>
          <a:xfrm>
            <a:off x="3759268" y="947922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29131F5-6896-475B-B0EF-1A192A8C8040}"/>
              </a:ext>
            </a:extLst>
          </p:cNvPr>
          <p:cNvSpPr/>
          <p:nvPr/>
        </p:nvSpPr>
        <p:spPr>
          <a:xfrm rot="13574978">
            <a:off x="4581964" y="4317450"/>
            <a:ext cx="106372" cy="360000"/>
          </a:xfrm>
          <a:prstGeom prst="downArrow">
            <a:avLst/>
          </a:prstGeom>
          <a:solidFill>
            <a:srgbClr val="4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15469A-838C-47B2-94AF-C3ECBAF15117}"/>
              </a:ext>
            </a:extLst>
          </p:cNvPr>
          <p:cNvSpPr txBox="1"/>
          <p:nvPr/>
        </p:nvSpPr>
        <p:spPr>
          <a:xfrm>
            <a:off x="4455385" y="4196852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42B9E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316E68-A0D5-4137-843A-353E9510ED5B}"/>
              </a:ext>
            </a:extLst>
          </p:cNvPr>
          <p:cNvSpPr txBox="1"/>
          <p:nvPr/>
        </p:nvSpPr>
        <p:spPr>
          <a:xfrm>
            <a:off x="3773009" y="3355918"/>
            <a:ext cx="17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B4728E10-CE11-4AA4-BCFE-48010FD801BC}"/>
              </a:ext>
            </a:extLst>
          </p:cNvPr>
          <p:cNvSpPr/>
          <p:nvPr/>
        </p:nvSpPr>
        <p:spPr>
          <a:xfrm rot="13321836">
            <a:off x="4597750" y="1710249"/>
            <a:ext cx="106372" cy="36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B6B5054-8DC4-405C-96F3-FA7CE2D6FCE5}"/>
              </a:ext>
            </a:extLst>
          </p:cNvPr>
          <p:cNvSpPr txBox="1"/>
          <p:nvPr/>
        </p:nvSpPr>
        <p:spPr>
          <a:xfrm>
            <a:off x="5411606" y="90224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676E54F-CAAE-4C34-AC20-31CF160F83D4}"/>
              </a:ext>
            </a:extLst>
          </p:cNvPr>
          <p:cNvSpPr txBox="1"/>
          <p:nvPr/>
        </p:nvSpPr>
        <p:spPr>
          <a:xfrm>
            <a:off x="5508844" y="3338412"/>
            <a:ext cx="1799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4C266C8-F768-408C-B498-9D367827A08C}"/>
              </a:ext>
            </a:extLst>
          </p:cNvPr>
          <p:cNvSpPr txBox="1"/>
          <p:nvPr/>
        </p:nvSpPr>
        <p:spPr>
          <a:xfrm>
            <a:off x="9066897" y="327119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87AF0E5-37E1-46E9-8505-1BF7B79A180F}"/>
              </a:ext>
            </a:extLst>
          </p:cNvPr>
          <p:cNvSpPr/>
          <p:nvPr/>
        </p:nvSpPr>
        <p:spPr>
          <a:xfrm>
            <a:off x="5875313" y="1325809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2" name="箭头: 下 191">
            <a:extLst>
              <a:ext uri="{FF2B5EF4-FFF2-40B4-BE49-F238E27FC236}">
                <a16:creationId xmlns:a16="http://schemas.microsoft.com/office/drawing/2014/main" id="{383B6B05-A50A-4B7F-B863-2526AF90D115}"/>
              </a:ext>
            </a:extLst>
          </p:cNvPr>
          <p:cNvSpPr/>
          <p:nvPr/>
        </p:nvSpPr>
        <p:spPr>
          <a:xfrm rot="16200000">
            <a:off x="6411419" y="1545095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29BAE5B0-5514-4A5D-9903-74F1215A9C1A}"/>
              </a:ext>
            </a:extLst>
          </p:cNvPr>
          <p:cNvSpPr txBox="1"/>
          <p:nvPr/>
        </p:nvSpPr>
        <p:spPr>
          <a:xfrm>
            <a:off x="6320350" y="1362797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914F1CC4-A70D-485B-8777-5417BCAFA3C8}"/>
              </a:ext>
            </a:extLst>
          </p:cNvPr>
          <p:cNvSpPr txBox="1"/>
          <p:nvPr/>
        </p:nvSpPr>
        <p:spPr>
          <a:xfrm rot="7407277">
            <a:off x="6098553" y="3566903"/>
            <a:ext cx="2025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箭头: 下 229">
            <a:extLst>
              <a:ext uri="{FF2B5EF4-FFF2-40B4-BE49-F238E27FC236}">
                <a16:creationId xmlns:a16="http://schemas.microsoft.com/office/drawing/2014/main" id="{4D8276B2-42FB-4F92-8BBF-A16768993CC7}"/>
              </a:ext>
            </a:extLst>
          </p:cNvPr>
          <p:cNvSpPr/>
          <p:nvPr/>
        </p:nvSpPr>
        <p:spPr>
          <a:xfrm rot="19388721">
            <a:off x="10207193" y="3778228"/>
            <a:ext cx="106372" cy="21600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1307C3-21D9-484A-8D1B-DAF6E4F6BD7D}"/>
              </a:ext>
            </a:extLst>
          </p:cNvPr>
          <p:cNvSpPr txBox="1"/>
          <p:nvPr/>
        </p:nvSpPr>
        <p:spPr>
          <a:xfrm rot="3220518">
            <a:off x="10195495" y="3612305"/>
            <a:ext cx="3183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9CF08A63-46A9-4401-ACD5-BE7AE0D68463}"/>
              </a:ext>
            </a:extLst>
          </p:cNvPr>
          <p:cNvSpPr txBox="1"/>
          <p:nvPr/>
        </p:nvSpPr>
        <p:spPr>
          <a:xfrm>
            <a:off x="4430191" y="1606242"/>
            <a:ext cx="31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62786AD-3FF8-46DA-BF98-45761DB16418}"/>
              </a:ext>
            </a:extLst>
          </p:cNvPr>
          <p:cNvCxnSpPr>
            <a:cxnSpLocks/>
          </p:cNvCxnSpPr>
          <p:nvPr/>
        </p:nvCxnSpPr>
        <p:spPr>
          <a:xfrm rot="5400000">
            <a:off x="4618045" y="5199107"/>
            <a:ext cx="0" cy="162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E136D17E-F821-4629-A072-E2CA258ACF7E}"/>
              </a:ext>
            </a:extLst>
          </p:cNvPr>
          <p:cNvCxnSpPr>
            <a:cxnSpLocks/>
          </p:cNvCxnSpPr>
          <p:nvPr/>
        </p:nvCxnSpPr>
        <p:spPr>
          <a:xfrm flipH="1">
            <a:off x="5688827" y="6009107"/>
            <a:ext cx="52666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44BD567-CEEB-459C-9D38-33904737CC1E}"/>
              </a:ext>
            </a:extLst>
          </p:cNvPr>
          <p:cNvSpPr txBox="1"/>
          <p:nvPr/>
        </p:nvSpPr>
        <p:spPr>
          <a:xfrm>
            <a:off x="3733605" y="6047033"/>
            <a:ext cx="1834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709862F-B2CD-409D-932F-E01DB20B5F20}"/>
              </a:ext>
            </a:extLst>
          </p:cNvPr>
          <p:cNvSpPr txBox="1"/>
          <p:nvPr/>
        </p:nvSpPr>
        <p:spPr>
          <a:xfrm>
            <a:off x="7046943" y="6046115"/>
            <a:ext cx="189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Regional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EED0596-52BA-4E2E-B8C9-11F9D2D2FD86}"/>
              </a:ext>
            </a:extLst>
          </p:cNvPr>
          <p:cNvSpPr txBox="1"/>
          <p:nvPr/>
        </p:nvSpPr>
        <p:spPr>
          <a:xfrm>
            <a:off x="1078378" y="956477"/>
            <a:ext cx="34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1BFBCA18-1EEA-4795-AF07-35DEC8C21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442" y="1100118"/>
            <a:ext cx="2036330" cy="2101493"/>
          </a:xfrm>
          <a:prstGeom prst="rect">
            <a:avLst/>
          </a:prstGeom>
        </p:spPr>
      </p:pic>
      <p:sp>
        <p:nvSpPr>
          <p:cNvPr id="325" name="矩形: 圆角 324">
            <a:extLst>
              <a:ext uri="{FF2B5EF4-FFF2-40B4-BE49-F238E27FC236}">
                <a16:creationId xmlns:a16="http://schemas.microsoft.com/office/drawing/2014/main" id="{D0B95E32-71C9-4FB6-9FE1-1AAC38D33FE5}"/>
              </a:ext>
            </a:extLst>
          </p:cNvPr>
          <p:cNvSpPr/>
          <p:nvPr/>
        </p:nvSpPr>
        <p:spPr>
          <a:xfrm>
            <a:off x="8317188" y="1279208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71FB0DE5-0229-4B54-AC56-419B6DF3A57D}"/>
              </a:ext>
            </a:extLst>
          </p:cNvPr>
          <p:cNvSpPr/>
          <p:nvPr/>
        </p:nvSpPr>
        <p:spPr>
          <a:xfrm>
            <a:off x="7687646" y="1296302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0" name="箭头: 下 329">
            <a:extLst>
              <a:ext uri="{FF2B5EF4-FFF2-40B4-BE49-F238E27FC236}">
                <a16:creationId xmlns:a16="http://schemas.microsoft.com/office/drawing/2014/main" id="{A4543428-EF2D-49A1-B15D-BB022CBB58EC}"/>
              </a:ext>
            </a:extLst>
          </p:cNvPr>
          <p:cNvSpPr/>
          <p:nvPr/>
        </p:nvSpPr>
        <p:spPr>
          <a:xfrm rot="16200000">
            <a:off x="8204728" y="2695944"/>
            <a:ext cx="171650" cy="348554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7DD24100-8CD1-4046-9AE2-220F32BFAE32}"/>
              </a:ext>
            </a:extLst>
          </p:cNvPr>
          <p:cNvSpPr txBox="1"/>
          <p:nvPr/>
        </p:nvSpPr>
        <p:spPr>
          <a:xfrm>
            <a:off x="8105285" y="2408210"/>
            <a:ext cx="2025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6A13F349-F23B-4672-9339-E4902931975F}"/>
              </a:ext>
            </a:extLst>
          </p:cNvPr>
          <p:cNvSpPr/>
          <p:nvPr/>
        </p:nvSpPr>
        <p:spPr>
          <a:xfrm>
            <a:off x="6503386" y="3913539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ABCAA6F0-EA63-4D0D-A5BC-1F892D51E09D}"/>
              </a:ext>
            </a:extLst>
          </p:cNvPr>
          <p:cNvSpPr/>
          <p:nvPr/>
        </p:nvSpPr>
        <p:spPr>
          <a:xfrm>
            <a:off x="5873844" y="3930633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5" name="等腰三角形 344">
            <a:extLst>
              <a:ext uri="{FF2B5EF4-FFF2-40B4-BE49-F238E27FC236}">
                <a16:creationId xmlns:a16="http://schemas.microsoft.com/office/drawing/2014/main" id="{0B73D186-967E-4C0D-A8BE-079BC7365007}"/>
              </a:ext>
            </a:extLst>
          </p:cNvPr>
          <p:cNvSpPr/>
          <p:nvPr/>
        </p:nvSpPr>
        <p:spPr>
          <a:xfrm>
            <a:off x="6469819" y="3540584"/>
            <a:ext cx="241200" cy="241200"/>
          </a:xfrm>
          <a:prstGeom prst="triangle">
            <a:avLst/>
          </a:prstGeom>
          <a:solidFill>
            <a:srgbClr val="103293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6" name="等腰三角形 345">
            <a:extLst>
              <a:ext uri="{FF2B5EF4-FFF2-40B4-BE49-F238E27FC236}">
                <a16:creationId xmlns:a16="http://schemas.microsoft.com/office/drawing/2014/main" id="{54CC2BFA-9BA3-43A9-9E18-3E51881DC617}"/>
              </a:ext>
            </a:extLst>
          </p:cNvPr>
          <p:cNvSpPr/>
          <p:nvPr/>
        </p:nvSpPr>
        <p:spPr>
          <a:xfrm>
            <a:off x="6189674" y="3541895"/>
            <a:ext cx="241200" cy="241200"/>
          </a:xfrm>
          <a:prstGeom prst="triangle">
            <a:avLst/>
          </a:prstGeom>
          <a:solidFill>
            <a:srgbClr val="42B9E7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箭头: 下 346">
            <a:extLst>
              <a:ext uri="{FF2B5EF4-FFF2-40B4-BE49-F238E27FC236}">
                <a16:creationId xmlns:a16="http://schemas.microsoft.com/office/drawing/2014/main" id="{D3CA22B4-0829-4FEE-A5B1-7AFB215D3EAB}"/>
              </a:ext>
            </a:extLst>
          </p:cNvPr>
          <p:cNvSpPr/>
          <p:nvPr/>
        </p:nvSpPr>
        <p:spPr>
          <a:xfrm rot="2051270">
            <a:off x="8031184" y="3819146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75674935-D201-4532-B89F-95D10A01934A}"/>
              </a:ext>
            </a:extLst>
          </p:cNvPr>
          <p:cNvSpPr txBox="1"/>
          <p:nvPr/>
        </p:nvSpPr>
        <p:spPr>
          <a:xfrm rot="7407277">
            <a:off x="7959940" y="3660619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箭头: 下 348">
            <a:extLst>
              <a:ext uri="{FF2B5EF4-FFF2-40B4-BE49-F238E27FC236}">
                <a16:creationId xmlns:a16="http://schemas.microsoft.com/office/drawing/2014/main" id="{6848220A-43A5-4D3A-A201-89F49D738B93}"/>
              </a:ext>
            </a:extLst>
          </p:cNvPr>
          <p:cNvSpPr/>
          <p:nvPr/>
        </p:nvSpPr>
        <p:spPr>
          <a:xfrm rot="19137243">
            <a:off x="8460153" y="3818158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A97DFAB4-0CC5-4AD0-B25D-48B2040C870F}"/>
              </a:ext>
            </a:extLst>
          </p:cNvPr>
          <p:cNvSpPr txBox="1"/>
          <p:nvPr/>
        </p:nvSpPr>
        <p:spPr>
          <a:xfrm rot="3085918">
            <a:off x="8473011" y="362325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矩形: 圆角 350">
            <a:extLst>
              <a:ext uri="{FF2B5EF4-FFF2-40B4-BE49-F238E27FC236}">
                <a16:creationId xmlns:a16="http://schemas.microsoft.com/office/drawing/2014/main" id="{CF6F0C35-B302-4282-AFE0-9DA9A9124DC5}"/>
              </a:ext>
            </a:extLst>
          </p:cNvPr>
          <p:cNvSpPr/>
          <p:nvPr/>
        </p:nvSpPr>
        <p:spPr>
          <a:xfrm>
            <a:off x="8334316" y="3900200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9A3BBDDD-442E-4DE2-BBD8-27CE9CF5EA3B}"/>
              </a:ext>
            </a:extLst>
          </p:cNvPr>
          <p:cNvSpPr/>
          <p:nvPr/>
        </p:nvSpPr>
        <p:spPr>
          <a:xfrm>
            <a:off x="7704774" y="3917294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9" name="等腰三角形 358">
            <a:extLst>
              <a:ext uri="{FF2B5EF4-FFF2-40B4-BE49-F238E27FC236}">
                <a16:creationId xmlns:a16="http://schemas.microsoft.com/office/drawing/2014/main" id="{D9AE71F2-C5E7-4B51-8C16-47D4D395A4FA}"/>
              </a:ext>
            </a:extLst>
          </p:cNvPr>
          <p:cNvSpPr/>
          <p:nvPr/>
        </p:nvSpPr>
        <p:spPr>
          <a:xfrm>
            <a:off x="8300749" y="3527245"/>
            <a:ext cx="241200" cy="241200"/>
          </a:xfrm>
          <a:prstGeom prst="triangle">
            <a:avLst/>
          </a:prstGeom>
          <a:solidFill>
            <a:srgbClr val="103293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0" name="矩形: 圆角 399">
            <a:extLst>
              <a:ext uri="{FF2B5EF4-FFF2-40B4-BE49-F238E27FC236}">
                <a16:creationId xmlns:a16="http://schemas.microsoft.com/office/drawing/2014/main" id="{B809698A-9AE1-45D8-8266-512BBDA4C180}"/>
              </a:ext>
            </a:extLst>
          </p:cNvPr>
          <p:cNvSpPr/>
          <p:nvPr/>
        </p:nvSpPr>
        <p:spPr>
          <a:xfrm>
            <a:off x="10126124" y="3859437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矩形: 圆角 400">
            <a:extLst>
              <a:ext uri="{FF2B5EF4-FFF2-40B4-BE49-F238E27FC236}">
                <a16:creationId xmlns:a16="http://schemas.microsoft.com/office/drawing/2014/main" id="{5C82A29F-A4AA-4AA4-8822-F893CB0A10EC}"/>
              </a:ext>
            </a:extLst>
          </p:cNvPr>
          <p:cNvSpPr/>
          <p:nvPr/>
        </p:nvSpPr>
        <p:spPr>
          <a:xfrm>
            <a:off x="9496582" y="3876531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5" name="等腰三角形 404">
            <a:extLst>
              <a:ext uri="{FF2B5EF4-FFF2-40B4-BE49-F238E27FC236}">
                <a16:creationId xmlns:a16="http://schemas.microsoft.com/office/drawing/2014/main" id="{6C52B28E-4E78-49F5-B93B-C992B14E210D}"/>
              </a:ext>
            </a:extLst>
          </p:cNvPr>
          <p:cNvSpPr/>
          <p:nvPr/>
        </p:nvSpPr>
        <p:spPr>
          <a:xfrm>
            <a:off x="9965862" y="3501545"/>
            <a:ext cx="241200" cy="241200"/>
          </a:xfrm>
          <a:prstGeom prst="triangle">
            <a:avLst/>
          </a:prstGeom>
          <a:solidFill>
            <a:srgbClr val="103293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3" name="文本框 422">
            <a:extLst>
              <a:ext uri="{FF2B5EF4-FFF2-40B4-BE49-F238E27FC236}">
                <a16:creationId xmlns:a16="http://schemas.microsoft.com/office/drawing/2014/main" id="{327DFCAB-99EE-45D1-9D7F-E9DE82AEB35E}"/>
              </a:ext>
            </a:extLst>
          </p:cNvPr>
          <p:cNvSpPr txBox="1"/>
          <p:nvPr/>
        </p:nvSpPr>
        <p:spPr>
          <a:xfrm>
            <a:off x="7353479" y="893154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4" name="文本框 423">
            <a:extLst>
              <a:ext uri="{FF2B5EF4-FFF2-40B4-BE49-F238E27FC236}">
                <a16:creationId xmlns:a16="http://schemas.microsoft.com/office/drawing/2014/main" id="{F4F3DA36-4C1F-4F6E-B7F7-554518FBFAD3}"/>
              </a:ext>
            </a:extLst>
          </p:cNvPr>
          <p:cNvSpPr txBox="1"/>
          <p:nvPr/>
        </p:nvSpPr>
        <p:spPr>
          <a:xfrm>
            <a:off x="7378452" y="3288733"/>
            <a:ext cx="1799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5" name="箭头: 下 424">
            <a:extLst>
              <a:ext uri="{FF2B5EF4-FFF2-40B4-BE49-F238E27FC236}">
                <a16:creationId xmlns:a16="http://schemas.microsoft.com/office/drawing/2014/main" id="{0B48193B-3B63-4E70-9D44-4655EE5FDA6D}"/>
              </a:ext>
            </a:extLst>
          </p:cNvPr>
          <p:cNvSpPr/>
          <p:nvPr/>
        </p:nvSpPr>
        <p:spPr>
          <a:xfrm rot="2190454">
            <a:off x="6119478" y="3791351"/>
            <a:ext cx="171650" cy="348554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箭头: 下 425">
            <a:extLst>
              <a:ext uri="{FF2B5EF4-FFF2-40B4-BE49-F238E27FC236}">
                <a16:creationId xmlns:a16="http://schemas.microsoft.com/office/drawing/2014/main" id="{116F8154-7FBF-4A6D-96A0-889265660BE1}"/>
              </a:ext>
            </a:extLst>
          </p:cNvPr>
          <p:cNvSpPr/>
          <p:nvPr/>
        </p:nvSpPr>
        <p:spPr>
          <a:xfrm rot="18855457">
            <a:off x="6582058" y="3782205"/>
            <a:ext cx="171650" cy="348554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B6CC4B8F-695A-4F31-B878-8EE9D0F68E5B}"/>
              </a:ext>
            </a:extLst>
          </p:cNvPr>
          <p:cNvSpPr txBox="1"/>
          <p:nvPr/>
        </p:nvSpPr>
        <p:spPr>
          <a:xfrm rot="2813487">
            <a:off x="6648463" y="3510157"/>
            <a:ext cx="2025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566F4E8E-276B-4204-966C-14BBDD6D34A0}"/>
              </a:ext>
            </a:extLst>
          </p:cNvPr>
          <p:cNvSpPr/>
          <p:nvPr/>
        </p:nvSpPr>
        <p:spPr>
          <a:xfrm>
            <a:off x="3207190" y="4872313"/>
            <a:ext cx="279047" cy="279047"/>
          </a:xfrm>
          <a:prstGeom prst="triangle">
            <a:avLst/>
          </a:prstGeom>
          <a:solidFill>
            <a:srgbClr val="42B9E7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等腰三角形 72">
            <a:extLst>
              <a:ext uri="{FF2B5EF4-FFF2-40B4-BE49-F238E27FC236}">
                <a16:creationId xmlns:a16="http://schemas.microsoft.com/office/drawing/2014/main" id="{BCAB281C-FA65-4ACB-B1E4-82488A887911}"/>
              </a:ext>
            </a:extLst>
          </p:cNvPr>
          <p:cNvSpPr/>
          <p:nvPr/>
        </p:nvSpPr>
        <p:spPr>
          <a:xfrm>
            <a:off x="3206722" y="5282015"/>
            <a:ext cx="279047" cy="279047"/>
          </a:xfrm>
          <a:prstGeom prst="triangle">
            <a:avLst/>
          </a:prstGeom>
          <a:solidFill>
            <a:srgbClr val="103293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>
            <a:extLst>
              <a:ext uri="{FF2B5EF4-FFF2-40B4-BE49-F238E27FC236}">
                <a16:creationId xmlns:a16="http://schemas.microsoft.com/office/drawing/2014/main" id="{DA192DBC-4B49-4A38-9BAA-8B6E07C4FCF8}"/>
              </a:ext>
            </a:extLst>
          </p:cNvPr>
          <p:cNvSpPr/>
          <p:nvPr/>
        </p:nvSpPr>
        <p:spPr>
          <a:xfrm>
            <a:off x="3196944" y="2270640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等腰三角形 74">
            <a:extLst>
              <a:ext uri="{FF2B5EF4-FFF2-40B4-BE49-F238E27FC236}">
                <a16:creationId xmlns:a16="http://schemas.microsoft.com/office/drawing/2014/main" id="{2A1371B5-CF6B-49BF-BEF9-DD559FA7BA20}"/>
              </a:ext>
            </a:extLst>
          </p:cNvPr>
          <p:cNvSpPr/>
          <p:nvPr/>
        </p:nvSpPr>
        <p:spPr>
          <a:xfrm>
            <a:off x="3198773" y="2680589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8CD41D6-23AE-4A32-9000-44EDBDD71C07}"/>
              </a:ext>
            </a:extLst>
          </p:cNvPr>
          <p:cNvSpPr/>
          <p:nvPr/>
        </p:nvSpPr>
        <p:spPr>
          <a:xfrm rot="5400000">
            <a:off x="3188242" y="1900458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6C32B74-D9B9-4ECF-A9B8-DD4921B5CBF2}"/>
              </a:ext>
            </a:extLst>
          </p:cNvPr>
          <p:cNvSpPr/>
          <p:nvPr/>
        </p:nvSpPr>
        <p:spPr>
          <a:xfrm rot="5400000">
            <a:off x="3204402" y="5748171"/>
            <a:ext cx="279047" cy="279047"/>
          </a:xfrm>
          <a:prstGeom prst="rect">
            <a:avLst/>
          </a:prstGeom>
          <a:solidFill>
            <a:srgbClr val="FFAD49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8" name="五边形 207">
            <a:extLst>
              <a:ext uri="{FF2B5EF4-FFF2-40B4-BE49-F238E27FC236}">
                <a16:creationId xmlns:a16="http://schemas.microsoft.com/office/drawing/2014/main" id="{29958954-EDFF-4BA9-805E-51DED13677A0}"/>
              </a:ext>
            </a:extLst>
          </p:cNvPr>
          <p:cNvSpPr/>
          <p:nvPr/>
        </p:nvSpPr>
        <p:spPr>
          <a:xfrm>
            <a:off x="3188711" y="1519556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五边形 209">
            <a:extLst>
              <a:ext uri="{FF2B5EF4-FFF2-40B4-BE49-F238E27FC236}">
                <a16:creationId xmlns:a16="http://schemas.microsoft.com/office/drawing/2014/main" id="{995863DE-2C5D-43EC-8924-C4039DC1B48D}"/>
              </a:ext>
            </a:extLst>
          </p:cNvPr>
          <p:cNvSpPr/>
          <p:nvPr/>
        </p:nvSpPr>
        <p:spPr>
          <a:xfrm>
            <a:off x="3196252" y="4369081"/>
            <a:ext cx="279047" cy="279047"/>
          </a:xfrm>
          <a:prstGeom prst="pentagon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7C73A934-6EC8-41FD-BE29-CB2F1291C5F0}"/>
              </a:ext>
            </a:extLst>
          </p:cNvPr>
          <p:cNvCxnSpPr>
            <a:cxnSpLocks/>
          </p:cNvCxnSpPr>
          <p:nvPr/>
        </p:nvCxnSpPr>
        <p:spPr>
          <a:xfrm flipH="1">
            <a:off x="1168625" y="4006696"/>
            <a:ext cx="1602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739B34BD-73C4-48B3-82FE-1F6A1EA05893}"/>
              </a:ext>
            </a:extLst>
          </p:cNvPr>
          <p:cNvSpPr/>
          <p:nvPr/>
        </p:nvSpPr>
        <p:spPr>
          <a:xfrm rot="5400000">
            <a:off x="3197152" y="3197548"/>
            <a:ext cx="279047" cy="279047"/>
          </a:xfrm>
          <a:prstGeom prst="rect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8C0A21C8-C424-4DB2-BB33-2FF9D6C99E05}"/>
              </a:ext>
            </a:extLst>
          </p:cNvPr>
          <p:cNvSpPr/>
          <p:nvPr/>
        </p:nvSpPr>
        <p:spPr>
          <a:xfrm rot="5400000">
            <a:off x="3196995" y="3611375"/>
            <a:ext cx="279047" cy="279047"/>
          </a:xfrm>
          <a:prstGeom prst="rect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五边形 248">
            <a:extLst>
              <a:ext uri="{FF2B5EF4-FFF2-40B4-BE49-F238E27FC236}">
                <a16:creationId xmlns:a16="http://schemas.microsoft.com/office/drawing/2014/main" id="{5891E8FF-A2E2-4C13-AB4D-DD0F24807B4B}"/>
              </a:ext>
            </a:extLst>
          </p:cNvPr>
          <p:cNvSpPr/>
          <p:nvPr/>
        </p:nvSpPr>
        <p:spPr>
          <a:xfrm>
            <a:off x="3196995" y="3983755"/>
            <a:ext cx="279047" cy="267678"/>
          </a:xfrm>
          <a:prstGeom prst="pentagon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34DC0F3-A225-4F84-A519-4A2E5DE398F4}"/>
              </a:ext>
            </a:extLst>
          </p:cNvPr>
          <p:cNvCxnSpPr>
            <a:cxnSpLocks/>
          </p:cNvCxnSpPr>
          <p:nvPr/>
        </p:nvCxnSpPr>
        <p:spPr>
          <a:xfrm flipH="1">
            <a:off x="2269608" y="2263267"/>
            <a:ext cx="360854" cy="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C48BBC2-9F6E-40B5-8EB2-942E167004B0}"/>
              </a:ext>
            </a:extLst>
          </p:cNvPr>
          <p:cNvCxnSpPr>
            <a:cxnSpLocks/>
          </p:cNvCxnSpPr>
          <p:nvPr/>
        </p:nvCxnSpPr>
        <p:spPr>
          <a:xfrm flipV="1">
            <a:off x="2636140" y="1997784"/>
            <a:ext cx="0" cy="64800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6949607-1FFB-42A8-B2E4-F06F74DB2DFD}"/>
              </a:ext>
            </a:extLst>
          </p:cNvPr>
          <p:cNvCxnSpPr>
            <a:cxnSpLocks/>
          </p:cNvCxnSpPr>
          <p:nvPr/>
        </p:nvCxnSpPr>
        <p:spPr>
          <a:xfrm flipV="1">
            <a:off x="2635763" y="2006500"/>
            <a:ext cx="525500" cy="3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6BD5C26-51BC-41AA-9E83-85BAB8F1A8A7}"/>
              </a:ext>
            </a:extLst>
          </p:cNvPr>
          <p:cNvCxnSpPr>
            <a:cxnSpLocks/>
          </p:cNvCxnSpPr>
          <p:nvPr/>
        </p:nvCxnSpPr>
        <p:spPr>
          <a:xfrm flipV="1">
            <a:off x="2626785" y="5892742"/>
            <a:ext cx="540000" cy="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A185AAA-B6F0-424B-ABFD-78ADE0C726A3}"/>
              </a:ext>
            </a:extLst>
          </p:cNvPr>
          <p:cNvCxnSpPr>
            <a:cxnSpLocks/>
          </p:cNvCxnSpPr>
          <p:nvPr/>
        </p:nvCxnSpPr>
        <p:spPr>
          <a:xfrm flipH="1">
            <a:off x="2260293" y="5636364"/>
            <a:ext cx="360854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3AB4138-92A4-44EA-8731-B88D66572F78}"/>
              </a:ext>
            </a:extLst>
          </p:cNvPr>
          <p:cNvCxnSpPr>
            <a:cxnSpLocks/>
          </p:cNvCxnSpPr>
          <p:nvPr/>
        </p:nvCxnSpPr>
        <p:spPr>
          <a:xfrm flipV="1">
            <a:off x="2626314" y="5230453"/>
            <a:ext cx="2" cy="66600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A9125B2-E3BD-4550-BD2A-8EDD5A6C7056}"/>
              </a:ext>
            </a:extLst>
          </p:cNvPr>
          <p:cNvCxnSpPr>
            <a:cxnSpLocks/>
          </p:cNvCxnSpPr>
          <p:nvPr/>
        </p:nvCxnSpPr>
        <p:spPr>
          <a:xfrm flipV="1">
            <a:off x="2621123" y="5236314"/>
            <a:ext cx="203542" cy="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5D1806C-AA9A-4E59-97A0-E91AFD6B85F1}"/>
              </a:ext>
            </a:extLst>
          </p:cNvPr>
          <p:cNvCxnSpPr>
            <a:cxnSpLocks/>
          </p:cNvCxnSpPr>
          <p:nvPr/>
        </p:nvCxnSpPr>
        <p:spPr>
          <a:xfrm flipV="1">
            <a:off x="2638790" y="2636780"/>
            <a:ext cx="187200" cy="501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000341E-5F34-493D-B78D-C8FD2D377A0C}"/>
              </a:ext>
            </a:extLst>
          </p:cNvPr>
          <p:cNvCxnSpPr>
            <a:cxnSpLocks/>
          </p:cNvCxnSpPr>
          <p:nvPr/>
        </p:nvCxnSpPr>
        <p:spPr>
          <a:xfrm flipV="1">
            <a:off x="2829858" y="5023698"/>
            <a:ext cx="2" cy="39600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6B8D6A9-594B-470E-8EC9-93AA1D173BCA}"/>
              </a:ext>
            </a:extLst>
          </p:cNvPr>
          <p:cNvCxnSpPr>
            <a:cxnSpLocks/>
          </p:cNvCxnSpPr>
          <p:nvPr/>
        </p:nvCxnSpPr>
        <p:spPr>
          <a:xfrm>
            <a:off x="2829858" y="5023699"/>
            <a:ext cx="32195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43E6584-D573-4C6D-9C2F-035736690D66}"/>
              </a:ext>
            </a:extLst>
          </p:cNvPr>
          <p:cNvCxnSpPr>
            <a:cxnSpLocks/>
          </p:cNvCxnSpPr>
          <p:nvPr/>
        </p:nvCxnSpPr>
        <p:spPr>
          <a:xfrm flipV="1">
            <a:off x="2831008" y="5431553"/>
            <a:ext cx="322143" cy="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E696694-98D4-4BE1-90B1-3D9362296F0B}"/>
              </a:ext>
            </a:extLst>
          </p:cNvPr>
          <p:cNvCxnSpPr>
            <a:cxnSpLocks/>
          </p:cNvCxnSpPr>
          <p:nvPr/>
        </p:nvCxnSpPr>
        <p:spPr>
          <a:xfrm flipV="1">
            <a:off x="2835005" y="2412277"/>
            <a:ext cx="2" cy="45000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22EF9E3-625E-481B-B7D7-AAED364B8D27}"/>
              </a:ext>
            </a:extLst>
          </p:cNvPr>
          <p:cNvCxnSpPr>
            <a:cxnSpLocks/>
          </p:cNvCxnSpPr>
          <p:nvPr/>
        </p:nvCxnSpPr>
        <p:spPr>
          <a:xfrm>
            <a:off x="2829858" y="2414629"/>
            <a:ext cx="321958" cy="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DB6C746-33B5-47B0-9799-25E439F7DE52}"/>
              </a:ext>
            </a:extLst>
          </p:cNvPr>
          <p:cNvCxnSpPr>
            <a:cxnSpLocks/>
          </p:cNvCxnSpPr>
          <p:nvPr/>
        </p:nvCxnSpPr>
        <p:spPr>
          <a:xfrm flipV="1">
            <a:off x="2834345" y="2856802"/>
            <a:ext cx="322143" cy="3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CEA7EF2-DE47-4667-9157-1B17AD096599}"/>
              </a:ext>
            </a:extLst>
          </p:cNvPr>
          <p:cNvCxnSpPr>
            <a:cxnSpLocks/>
          </p:cNvCxnSpPr>
          <p:nvPr/>
        </p:nvCxnSpPr>
        <p:spPr>
          <a:xfrm flipH="1">
            <a:off x="1324204" y="2973662"/>
            <a:ext cx="377759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B887DE39-2C39-4B06-A8A4-E5463FE89374}"/>
              </a:ext>
            </a:extLst>
          </p:cNvPr>
          <p:cNvCxnSpPr>
            <a:cxnSpLocks/>
          </p:cNvCxnSpPr>
          <p:nvPr/>
        </p:nvCxnSpPr>
        <p:spPr>
          <a:xfrm flipH="1">
            <a:off x="1710138" y="1919980"/>
            <a:ext cx="554226" cy="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CA2A93DC-FA1B-432A-9E3F-150BFFBDFD83}"/>
              </a:ext>
            </a:extLst>
          </p:cNvPr>
          <p:cNvCxnSpPr>
            <a:cxnSpLocks/>
          </p:cNvCxnSpPr>
          <p:nvPr/>
        </p:nvCxnSpPr>
        <p:spPr>
          <a:xfrm flipH="1">
            <a:off x="2272530" y="1686174"/>
            <a:ext cx="900000" cy="2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446CEC46-0BBA-461D-A7F2-D691B2476641}"/>
              </a:ext>
            </a:extLst>
          </p:cNvPr>
          <p:cNvCxnSpPr>
            <a:cxnSpLocks/>
          </p:cNvCxnSpPr>
          <p:nvPr/>
        </p:nvCxnSpPr>
        <p:spPr>
          <a:xfrm flipH="1">
            <a:off x="2269857" y="4492686"/>
            <a:ext cx="897317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94D4EA2E-1224-4974-B7C8-ED6507B4A909}"/>
              </a:ext>
            </a:extLst>
          </p:cNvPr>
          <p:cNvCxnSpPr>
            <a:cxnSpLocks/>
          </p:cNvCxnSpPr>
          <p:nvPr/>
        </p:nvCxnSpPr>
        <p:spPr>
          <a:xfrm flipH="1">
            <a:off x="1705468" y="3755626"/>
            <a:ext cx="540000" cy="90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78263F03-7651-47FB-95FA-91800B57527C}"/>
              </a:ext>
            </a:extLst>
          </p:cNvPr>
          <p:cNvCxnSpPr>
            <a:cxnSpLocks/>
          </p:cNvCxnSpPr>
          <p:nvPr/>
        </p:nvCxnSpPr>
        <p:spPr>
          <a:xfrm flipH="1">
            <a:off x="2274354" y="1683707"/>
            <a:ext cx="3122" cy="586933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98627939-5706-4C3E-829C-FA4CD5FBA848}"/>
              </a:ext>
            </a:extLst>
          </p:cNvPr>
          <p:cNvCxnSpPr>
            <a:cxnSpLocks/>
          </p:cNvCxnSpPr>
          <p:nvPr/>
        </p:nvCxnSpPr>
        <p:spPr>
          <a:xfrm>
            <a:off x="2265808" y="4488433"/>
            <a:ext cx="0" cy="115200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0CF6A25D-DA0F-4959-8A34-9E75BF9D3CB0}"/>
              </a:ext>
            </a:extLst>
          </p:cNvPr>
          <p:cNvCxnSpPr>
            <a:cxnSpLocks/>
          </p:cNvCxnSpPr>
          <p:nvPr/>
        </p:nvCxnSpPr>
        <p:spPr>
          <a:xfrm>
            <a:off x="1708465" y="1915295"/>
            <a:ext cx="2318" cy="185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5887B54F-F4C3-47F1-976E-1F7B60DD1D6F}"/>
              </a:ext>
            </a:extLst>
          </p:cNvPr>
          <p:cNvCxnSpPr>
            <a:cxnSpLocks/>
          </p:cNvCxnSpPr>
          <p:nvPr/>
        </p:nvCxnSpPr>
        <p:spPr>
          <a:xfrm>
            <a:off x="1322242" y="2971551"/>
            <a:ext cx="18848" cy="180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9F5AA61A-A636-415B-A81F-513C40D96ABF}"/>
              </a:ext>
            </a:extLst>
          </p:cNvPr>
          <p:cNvCxnSpPr>
            <a:cxnSpLocks/>
          </p:cNvCxnSpPr>
          <p:nvPr/>
        </p:nvCxnSpPr>
        <p:spPr>
          <a:xfrm flipH="1">
            <a:off x="1333780" y="4763969"/>
            <a:ext cx="92798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A3B0F171-516A-45D3-B5CE-FF811ACC62A2}"/>
              </a:ext>
            </a:extLst>
          </p:cNvPr>
          <p:cNvCxnSpPr>
            <a:cxnSpLocks/>
          </p:cNvCxnSpPr>
          <p:nvPr/>
        </p:nvCxnSpPr>
        <p:spPr>
          <a:xfrm flipH="1">
            <a:off x="2245033" y="3530313"/>
            <a:ext cx="37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5EEAC8B8-04AC-44D5-A1DC-5A0E849F625E}"/>
              </a:ext>
            </a:extLst>
          </p:cNvPr>
          <p:cNvCxnSpPr>
            <a:cxnSpLocks/>
          </p:cNvCxnSpPr>
          <p:nvPr/>
        </p:nvCxnSpPr>
        <p:spPr>
          <a:xfrm flipV="1">
            <a:off x="2617303" y="3328978"/>
            <a:ext cx="5487" cy="457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2FA9C159-BD11-4469-BDC3-A4B13AD711DE}"/>
              </a:ext>
            </a:extLst>
          </p:cNvPr>
          <p:cNvCxnSpPr>
            <a:cxnSpLocks/>
          </p:cNvCxnSpPr>
          <p:nvPr/>
        </p:nvCxnSpPr>
        <p:spPr>
          <a:xfrm flipV="1">
            <a:off x="2620599" y="3326012"/>
            <a:ext cx="525500" cy="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97CCFFF3-5097-47D1-B074-A70C686C557A}"/>
              </a:ext>
            </a:extLst>
          </p:cNvPr>
          <p:cNvCxnSpPr>
            <a:cxnSpLocks/>
          </p:cNvCxnSpPr>
          <p:nvPr/>
        </p:nvCxnSpPr>
        <p:spPr>
          <a:xfrm flipV="1">
            <a:off x="2612956" y="3780289"/>
            <a:ext cx="525500" cy="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FB61016C-9C39-4FFC-8F7E-FE3A2128C494}"/>
              </a:ext>
            </a:extLst>
          </p:cNvPr>
          <p:cNvCxnSpPr>
            <a:cxnSpLocks/>
          </p:cNvCxnSpPr>
          <p:nvPr/>
        </p:nvCxnSpPr>
        <p:spPr>
          <a:xfrm flipH="1">
            <a:off x="2244390" y="4113077"/>
            <a:ext cx="897317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2E6BCD7A-38A2-4EE1-B8A7-09D885034F4F}"/>
              </a:ext>
            </a:extLst>
          </p:cNvPr>
          <p:cNvCxnSpPr>
            <a:cxnSpLocks/>
          </p:cNvCxnSpPr>
          <p:nvPr/>
        </p:nvCxnSpPr>
        <p:spPr>
          <a:xfrm flipH="1">
            <a:off x="2247459" y="3527786"/>
            <a:ext cx="3122" cy="5869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3BB82BEB-C7D0-4C8C-9BF7-5B0E3E91FA8C}"/>
              </a:ext>
            </a:extLst>
          </p:cNvPr>
          <p:cNvCxnSpPr>
            <a:cxnSpLocks/>
          </p:cNvCxnSpPr>
          <p:nvPr/>
        </p:nvCxnSpPr>
        <p:spPr>
          <a:xfrm>
            <a:off x="2260704" y="4486192"/>
            <a:ext cx="0" cy="28800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74589ABD-0838-48C5-87AD-0544386B54E2}"/>
              </a:ext>
            </a:extLst>
          </p:cNvPr>
          <p:cNvCxnSpPr>
            <a:cxnSpLocks/>
          </p:cNvCxnSpPr>
          <p:nvPr/>
        </p:nvCxnSpPr>
        <p:spPr>
          <a:xfrm>
            <a:off x="1709076" y="1917922"/>
            <a:ext cx="2318" cy="1044000"/>
          </a:xfrm>
          <a:prstGeom prst="line">
            <a:avLst/>
          </a:prstGeom>
          <a:ln w="1270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等腰三角形 148">
            <a:extLst>
              <a:ext uri="{FF2B5EF4-FFF2-40B4-BE49-F238E27FC236}">
                <a16:creationId xmlns:a16="http://schemas.microsoft.com/office/drawing/2014/main" id="{A4D2E533-466A-408E-906D-0838608E294E}"/>
              </a:ext>
            </a:extLst>
          </p:cNvPr>
          <p:cNvSpPr/>
          <p:nvPr/>
        </p:nvSpPr>
        <p:spPr>
          <a:xfrm>
            <a:off x="4806928" y="2297523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0" name="等腰三角形 149">
            <a:extLst>
              <a:ext uri="{FF2B5EF4-FFF2-40B4-BE49-F238E27FC236}">
                <a16:creationId xmlns:a16="http://schemas.microsoft.com/office/drawing/2014/main" id="{F207BB15-29C3-4E83-A6DF-292F86CC433B}"/>
              </a:ext>
            </a:extLst>
          </p:cNvPr>
          <p:cNvSpPr/>
          <p:nvPr/>
        </p:nvSpPr>
        <p:spPr>
          <a:xfrm>
            <a:off x="4808757" y="2707472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B2A164E8-E5FC-4078-9665-4DEF53EBC86D}"/>
              </a:ext>
            </a:extLst>
          </p:cNvPr>
          <p:cNvSpPr/>
          <p:nvPr/>
        </p:nvSpPr>
        <p:spPr>
          <a:xfrm rot="5400000">
            <a:off x="4798226" y="1927341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五边形 151">
            <a:extLst>
              <a:ext uri="{FF2B5EF4-FFF2-40B4-BE49-F238E27FC236}">
                <a16:creationId xmlns:a16="http://schemas.microsoft.com/office/drawing/2014/main" id="{F9258552-951D-4A9B-A545-3CC310287174}"/>
              </a:ext>
            </a:extLst>
          </p:cNvPr>
          <p:cNvSpPr/>
          <p:nvPr/>
        </p:nvSpPr>
        <p:spPr>
          <a:xfrm>
            <a:off x="4798695" y="1546439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等腰三角形 152">
            <a:extLst>
              <a:ext uri="{FF2B5EF4-FFF2-40B4-BE49-F238E27FC236}">
                <a16:creationId xmlns:a16="http://schemas.microsoft.com/office/drawing/2014/main" id="{A9881C65-4ADE-479E-A4E8-D4FC587AD92D}"/>
              </a:ext>
            </a:extLst>
          </p:cNvPr>
          <p:cNvSpPr/>
          <p:nvPr/>
        </p:nvSpPr>
        <p:spPr>
          <a:xfrm>
            <a:off x="6640829" y="2299408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4" name="等腰三角形 153">
            <a:extLst>
              <a:ext uri="{FF2B5EF4-FFF2-40B4-BE49-F238E27FC236}">
                <a16:creationId xmlns:a16="http://schemas.microsoft.com/office/drawing/2014/main" id="{1E3385F7-6265-4AE7-9FED-33658CF075E3}"/>
              </a:ext>
            </a:extLst>
          </p:cNvPr>
          <p:cNvSpPr/>
          <p:nvPr/>
        </p:nvSpPr>
        <p:spPr>
          <a:xfrm>
            <a:off x="6642658" y="2709357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C02078E1-A45D-4B76-B274-48F2D0D67A97}"/>
              </a:ext>
            </a:extLst>
          </p:cNvPr>
          <p:cNvSpPr/>
          <p:nvPr/>
        </p:nvSpPr>
        <p:spPr>
          <a:xfrm rot="5400000">
            <a:off x="6632127" y="1929226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五边形 155">
            <a:extLst>
              <a:ext uri="{FF2B5EF4-FFF2-40B4-BE49-F238E27FC236}">
                <a16:creationId xmlns:a16="http://schemas.microsoft.com/office/drawing/2014/main" id="{5F22CA92-9225-4920-AE6E-30B85885DDB8}"/>
              </a:ext>
            </a:extLst>
          </p:cNvPr>
          <p:cNvSpPr/>
          <p:nvPr/>
        </p:nvSpPr>
        <p:spPr>
          <a:xfrm>
            <a:off x="6632596" y="1548324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等腰三角形 159">
            <a:extLst>
              <a:ext uri="{FF2B5EF4-FFF2-40B4-BE49-F238E27FC236}">
                <a16:creationId xmlns:a16="http://schemas.microsoft.com/office/drawing/2014/main" id="{FEBE868F-A786-4088-8F41-C75D26F73695}"/>
              </a:ext>
            </a:extLst>
          </p:cNvPr>
          <p:cNvSpPr/>
          <p:nvPr/>
        </p:nvSpPr>
        <p:spPr>
          <a:xfrm>
            <a:off x="8468528" y="2297523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1" name="等腰三角形 160">
            <a:extLst>
              <a:ext uri="{FF2B5EF4-FFF2-40B4-BE49-F238E27FC236}">
                <a16:creationId xmlns:a16="http://schemas.microsoft.com/office/drawing/2014/main" id="{D4E716ED-D2DB-4F31-8E92-C92F0D53442A}"/>
              </a:ext>
            </a:extLst>
          </p:cNvPr>
          <p:cNvSpPr/>
          <p:nvPr/>
        </p:nvSpPr>
        <p:spPr>
          <a:xfrm>
            <a:off x="8470357" y="2707472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DBE2211E-748A-459A-A907-E0931102D985}"/>
              </a:ext>
            </a:extLst>
          </p:cNvPr>
          <p:cNvSpPr/>
          <p:nvPr/>
        </p:nvSpPr>
        <p:spPr>
          <a:xfrm rot="5400000">
            <a:off x="8459826" y="1927341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五边形 162">
            <a:extLst>
              <a:ext uri="{FF2B5EF4-FFF2-40B4-BE49-F238E27FC236}">
                <a16:creationId xmlns:a16="http://schemas.microsoft.com/office/drawing/2014/main" id="{50BD1F37-0F95-4283-A1DB-2B9330EFA6BA}"/>
              </a:ext>
            </a:extLst>
          </p:cNvPr>
          <p:cNvSpPr/>
          <p:nvPr/>
        </p:nvSpPr>
        <p:spPr>
          <a:xfrm>
            <a:off x="8460295" y="1546439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等腰三角形 163">
            <a:extLst>
              <a:ext uri="{FF2B5EF4-FFF2-40B4-BE49-F238E27FC236}">
                <a16:creationId xmlns:a16="http://schemas.microsoft.com/office/drawing/2014/main" id="{B8DDB000-A782-459A-9578-B017537CAD61}"/>
              </a:ext>
            </a:extLst>
          </p:cNvPr>
          <p:cNvSpPr/>
          <p:nvPr/>
        </p:nvSpPr>
        <p:spPr>
          <a:xfrm>
            <a:off x="4815892" y="4908521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5" name="等腰三角形 164">
            <a:extLst>
              <a:ext uri="{FF2B5EF4-FFF2-40B4-BE49-F238E27FC236}">
                <a16:creationId xmlns:a16="http://schemas.microsoft.com/office/drawing/2014/main" id="{7895E1EC-BC38-44B8-AA8B-92B5695AA79B}"/>
              </a:ext>
            </a:extLst>
          </p:cNvPr>
          <p:cNvSpPr/>
          <p:nvPr/>
        </p:nvSpPr>
        <p:spPr>
          <a:xfrm>
            <a:off x="4817721" y="5318470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53666C51-0B3B-4EBD-BCCB-50BEEA720A4E}"/>
              </a:ext>
            </a:extLst>
          </p:cNvPr>
          <p:cNvSpPr/>
          <p:nvPr/>
        </p:nvSpPr>
        <p:spPr>
          <a:xfrm rot="5400000">
            <a:off x="4807190" y="4538339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五边形 166">
            <a:extLst>
              <a:ext uri="{FF2B5EF4-FFF2-40B4-BE49-F238E27FC236}">
                <a16:creationId xmlns:a16="http://schemas.microsoft.com/office/drawing/2014/main" id="{ADC525A6-6874-4957-8D6C-0629210329EC}"/>
              </a:ext>
            </a:extLst>
          </p:cNvPr>
          <p:cNvSpPr/>
          <p:nvPr/>
        </p:nvSpPr>
        <p:spPr>
          <a:xfrm>
            <a:off x="4807659" y="4157437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等腰三角形 167">
            <a:extLst>
              <a:ext uri="{FF2B5EF4-FFF2-40B4-BE49-F238E27FC236}">
                <a16:creationId xmlns:a16="http://schemas.microsoft.com/office/drawing/2014/main" id="{FFEF53C0-0C5F-4094-A246-95253FB67EFD}"/>
              </a:ext>
            </a:extLst>
          </p:cNvPr>
          <p:cNvSpPr/>
          <p:nvPr/>
        </p:nvSpPr>
        <p:spPr>
          <a:xfrm>
            <a:off x="6631342" y="4902593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9" name="等腰三角形 168">
            <a:extLst>
              <a:ext uri="{FF2B5EF4-FFF2-40B4-BE49-F238E27FC236}">
                <a16:creationId xmlns:a16="http://schemas.microsoft.com/office/drawing/2014/main" id="{82116B5F-CA9A-4F36-858E-5E9B6CA93488}"/>
              </a:ext>
            </a:extLst>
          </p:cNvPr>
          <p:cNvSpPr/>
          <p:nvPr/>
        </p:nvSpPr>
        <p:spPr>
          <a:xfrm>
            <a:off x="6633171" y="5312542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126E6461-B3DF-425B-91ED-8E570DA0D2F9}"/>
              </a:ext>
            </a:extLst>
          </p:cNvPr>
          <p:cNvSpPr/>
          <p:nvPr/>
        </p:nvSpPr>
        <p:spPr>
          <a:xfrm rot="5400000">
            <a:off x="6622640" y="4532411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五边形 170">
            <a:extLst>
              <a:ext uri="{FF2B5EF4-FFF2-40B4-BE49-F238E27FC236}">
                <a16:creationId xmlns:a16="http://schemas.microsoft.com/office/drawing/2014/main" id="{4598BA9B-46E5-45C2-80AE-BADF96B734EE}"/>
              </a:ext>
            </a:extLst>
          </p:cNvPr>
          <p:cNvSpPr/>
          <p:nvPr/>
        </p:nvSpPr>
        <p:spPr>
          <a:xfrm>
            <a:off x="6623109" y="4151509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等腰三角形 171">
            <a:extLst>
              <a:ext uri="{FF2B5EF4-FFF2-40B4-BE49-F238E27FC236}">
                <a16:creationId xmlns:a16="http://schemas.microsoft.com/office/drawing/2014/main" id="{A9E86D4B-7801-4125-8C9E-301215373C1D}"/>
              </a:ext>
            </a:extLst>
          </p:cNvPr>
          <p:cNvSpPr/>
          <p:nvPr/>
        </p:nvSpPr>
        <p:spPr>
          <a:xfrm>
            <a:off x="8482530" y="4908521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3" name="等腰三角形 172">
            <a:extLst>
              <a:ext uri="{FF2B5EF4-FFF2-40B4-BE49-F238E27FC236}">
                <a16:creationId xmlns:a16="http://schemas.microsoft.com/office/drawing/2014/main" id="{AB29A93D-0BED-4BC9-81C2-07796E5952F5}"/>
              </a:ext>
            </a:extLst>
          </p:cNvPr>
          <p:cNvSpPr/>
          <p:nvPr/>
        </p:nvSpPr>
        <p:spPr>
          <a:xfrm>
            <a:off x="8484359" y="5318470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21CBD150-6717-4FDB-8978-F704029B170E}"/>
              </a:ext>
            </a:extLst>
          </p:cNvPr>
          <p:cNvSpPr/>
          <p:nvPr/>
        </p:nvSpPr>
        <p:spPr>
          <a:xfrm rot="5400000">
            <a:off x="8473828" y="4538339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五边形 175">
            <a:extLst>
              <a:ext uri="{FF2B5EF4-FFF2-40B4-BE49-F238E27FC236}">
                <a16:creationId xmlns:a16="http://schemas.microsoft.com/office/drawing/2014/main" id="{B1699044-7093-491F-A00E-AAF547C940BA}"/>
              </a:ext>
            </a:extLst>
          </p:cNvPr>
          <p:cNvSpPr/>
          <p:nvPr/>
        </p:nvSpPr>
        <p:spPr>
          <a:xfrm>
            <a:off x="8474297" y="4157437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等腰三角形 176">
            <a:extLst>
              <a:ext uri="{FF2B5EF4-FFF2-40B4-BE49-F238E27FC236}">
                <a16:creationId xmlns:a16="http://schemas.microsoft.com/office/drawing/2014/main" id="{CD891A6D-EAFA-4B52-83C8-6E95A2259856}"/>
              </a:ext>
            </a:extLst>
          </p:cNvPr>
          <p:cNvSpPr/>
          <p:nvPr/>
        </p:nvSpPr>
        <p:spPr>
          <a:xfrm>
            <a:off x="10286097" y="4902593"/>
            <a:ext cx="279047" cy="279047"/>
          </a:xfrm>
          <a:prstGeom prst="triangle">
            <a:avLst/>
          </a:prstGeom>
          <a:solidFill>
            <a:srgbClr val="FFAD49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等腰三角形 177">
            <a:extLst>
              <a:ext uri="{FF2B5EF4-FFF2-40B4-BE49-F238E27FC236}">
                <a16:creationId xmlns:a16="http://schemas.microsoft.com/office/drawing/2014/main" id="{423B32F8-0DCD-4C37-A7BD-FE55854ABE32}"/>
              </a:ext>
            </a:extLst>
          </p:cNvPr>
          <p:cNvSpPr/>
          <p:nvPr/>
        </p:nvSpPr>
        <p:spPr>
          <a:xfrm>
            <a:off x="10287926" y="5312542"/>
            <a:ext cx="279047" cy="279047"/>
          </a:xfrm>
          <a:prstGeom prst="triangle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2AD6A5D-3C2F-474E-B7D3-F6028FEE0256}"/>
              </a:ext>
            </a:extLst>
          </p:cNvPr>
          <p:cNvSpPr/>
          <p:nvPr/>
        </p:nvSpPr>
        <p:spPr>
          <a:xfrm rot="5400000">
            <a:off x="10277395" y="4532411"/>
            <a:ext cx="279047" cy="279047"/>
          </a:xfrm>
          <a:prstGeom prst="rect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五边形 181">
            <a:extLst>
              <a:ext uri="{FF2B5EF4-FFF2-40B4-BE49-F238E27FC236}">
                <a16:creationId xmlns:a16="http://schemas.microsoft.com/office/drawing/2014/main" id="{8D2B4D71-F8A6-4C44-BE56-58EA34AFB292}"/>
              </a:ext>
            </a:extLst>
          </p:cNvPr>
          <p:cNvSpPr/>
          <p:nvPr/>
        </p:nvSpPr>
        <p:spPr>
          <a:xfrm>
            <a:off x="10277864" y="4151509"/>
            <a:ext cx="279047" cy="279047"/>
          </a:xfrm>
          <a:prstGeom prst="pentagon">
            <a:avLst/>
          </a:prstGeom>
          <a:solidFill>
            <a:srgbClr val="76BFA0"/>
          </a:solidFill>
          <a:ln w="1270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五边形 183">
            <a:extLst>
              <a:ext uri="{FF2B5EF4-FFF2-40B4-BE49-F238E27FC236}">
                <a16:creationId xmlns:a16="http://schemas.microsoft.com/office/drawing/2014/main" id="{73C94BEF-5D8E-49A2-B1A7-B0D6DF3815E0}"/>
              </a:ext>
            </a:extLst>
          </p:cNvPr>
          <p:cNvSpPr/>
          <p:nvPr/>
        </p:nvSpPr>
        <p:spPr>
          <a:xfrm>
            <a:off x="4254096" y="2017363"/>
            <a:ext cx="279047" cy="279047"/>
          </a:xfrm>
          <a:prstGeom prst="pentagon">
            <a:avLst/>
          </a:prstGeom>
          <a:solidFill>
            <a:srgbClr val="FFAD4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等腰三角形 184">
            <a:extLst>
              <a:ext uri="{FF2B5EF4-FFF2-40B4-BE49-F238E27FC236}">
                <a16:creationId xmlns:a16="http://schemas.microsoft.com/office/drawing/2014/main" id="{73DDB70F-5130-4FE9-8B25-3885FEB086B3}"/>
              </a:ext>
            </a:extLst>
          </p:cNvPr>
          <p:cNvSpPr/>
          <p:nvPr/>
        </p:nvSpPr>
        <p:spPr>
          <a:xfrm>
            <a:off x="4283943" y="4575153"/>
            <a:ext cx="279047" cy="279047"/>
          </a:xfrm>
          <a:prstGeom prst="triangle">
            <a:avLst/>
          </a:prstGeom>
          <a:solidFill>
            <a:srgbClr val="103293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五边形 189">
            <a:extLst>
              <a:ext uri="{FF2B5EF4-FFF2-40B4-BE49-F238E27FC236}">
                <a16:creationId xmlns:a16="http://schemas.microsoft.com/office/drawing/2014/main" id="{DCE9063A-5262-4FD5-A80E-D7A33476A8FC}"/>
              </a:ext>
            </a:extLst>
          </p:cNvPr>
          <p:cNvSpPr/>
          <p:nvPr/>
        </p:nvSpPr>
        <p:spPr>
          <a:xfrm>
            <a:off x="6030335" y="2711397"/>
            <a:ext cx="279047" cy="279047"/>
          </a:xfrm>
          <a:prstGeom prst="pentagon">
            <a:avLst/>
          </a:prstGeom>
          <a:solidFill>
            <a:srgbClr val="FFAD4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95016B09-D1EE-4911-BE07-E794CCEBA6C6}"/>
              </a:ext>
            </a:extLst>
          </p:cNvPr>
          <p:cNvSpPr/>
          <p:nvPr/>
        </p:nvSpPr>
        <p:spPr>
          <a:xfrm rot="5400000">
            <a:off x="6031235" y="1539864"/>
            <a:ext cx="279047" cy="279047"/>
          </a:xfrm>
          <a:prstGeom prst="rect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70653083-6B26-4B2C-9AA2-45CDB4AB4959}"/>
              </a:ext>
            </a:extLst>
          </p:cNvPr>
          <p:cNvSpPr/>
          <p:nvPr/>
        </p:nvSpPr>
        <p:spPr>
          <a:xfrm rot="5400000">
            <a:off x="6031078" y="1953691"/>
            <a:ext cx="279047" cy="279047"/>
          </a:xfrm>
          <a:prstGeom prst="rect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五边形 194">
            <a:extLst>
              <a:ext uri="{FF2B5EF4-FFF2-40B4-BE49-F238E27FC236}">
                <a16:creationId xmlns:a16="http://schemas.microsoft.com/office/drawing/2014/main" id="{4C4B4126-B7D2-4AC6-9A34-4AEE23770B7E}"/>
              </a:ext>
            </a:extLst>
          </p:cNvPr>
          <p:cNvSpPr/>
          <p:nvPr/>
        </p:nvSpPr>
        <p:spPr>
          <a:xfrm>
            <a:off x="6031078" y="2326071"/>
            <a:ext cx="279047" cy="267678"/>
          </a:xfrm>
          <a:prstGeom prst="pentagon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五边形 195">
            <a:extLst>
              <a:ext uri="{FF2B5EF4-FFF2-40B4-BE49-F238E27FC236}">
                <a16:creationId xmlns:a16="http://schemas.microsoft.com/office/drawing/2014/main" id="{66ED39FF-0753-40B0-AFC8-7D972AF6F3BC}"/>
              </a:ext>
            </a:extLst>
          </p:cNvPr>
          <p:cNvSpPr/>
          <p:nvPr/>
        </p:nvSpPr>
        <p:spPr>
          <a:xfrm>
            <a:off x="7844255" y="2709018"/>
            <a:ext cx="279047" cy="279047"/>
          </a:xfrm>
          <a:prstGeom prst="pentagon">
            <a:avLst/>
          </a:prstGeom>
          <a:solidFill>
            <a:srgbClr val="FFAD4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A186A99C-02B6-4AF2-94BE-9752269DC7E8}"/>
              </a:ext>
            </a:extLst>
          </p:cNvPr>
          <p:cNvSpPr/>
          <p:nvPr/>
        </p:nvSpPr>
        <p:spPr>
          <a:xfrm rot="5400000">
            <a:off x="7845155" y="1537485"/>
            <a:ext cx="279047" cy="279047"/>
          </a:xfrm>
          <a:prstGeom prst="rect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F4B9F415-1FBD-45E0-A6DF-C71D4390A364}"/>
              </a:ext>
            </a:extLst>
          </p:cNvPr>
          <p:cNvSpPr/>
          <p:nvPr/>
        </p:nvSpPr>
        <p:spPr>
          <a:xfrm rot="5400000">
            <a:off x="7844998" y="1951312"/>
            <a:ext cx="279047" cy="279047"/>
          </a:xfrm>
          <a:prstGeom prst="rect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五边形 198">
            <a:extLst>
              <a:ext uri="{FF2B5EF4-FFF2-40B4-BE49-F238E27FC236}">
                <a16:creationId xmlns:a16="http://schemas.microsoft.com/office/drawing/2014/main" id="{8DC1579F-E18A-48C7-8EEC-EE8E9EDAABD2}"/>
              </a:ext>
            </a:extLst>
          </p:cNvPr>
          <p:cNvSpPr/>
          <p:nvPr/>
        </p:nvSpPr>
        <p:spPr>
          <a:xfrm>
            <a:off x="7844998" y="2323692"/>
            <a:ext cx="279047" cy="267678"/>
          </a:xfrm>
          <a:prstGeom prst="pentagon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五边形 199">
            <a:extLst>
              <a:ext uri="{FF2B5EF4-FFF2-40B4-BE49-F238E27FC236}">
                <a16:creationId xmlns:a16="http://schemas.microsoft.com/office/drawing/2014/main" id="{7C942AC0-7FE9-4741-9BAF-174FC860B9E4}"/>
              </a:ext>
            </a:extLst>
          </p:cNvPr>
          <p:cNvSpPr/>
          <p:nvPr/>
        </p:nvSpPr>
        <p:spPr>
          <a:xfrm>
            <a:off x="6028100" y="5322169"/>
            <a:ext cx="279047" cy="279047"/>
          </a:xfrm>
          <a:prstGeom prst="pentagon">
            <a:avLst/>
          </a:prstGeom>
          <a:solidFill>
            <a:srgbClr val="FFAD4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96B6152-C433-4E19-926A-1617A42051D0}"/>
              </a:ext>
            </a:extLst>
          </p:cNvPr>
          <p:cNvSpPr/>
          <p:nvPr/>
        </p:nvSpPr>
        <p:spPr>
          <a:xfrm rot="5400000">
            <a:off x="6029000" y="4150636"/>
            <a:ext cx="279047" cy="279047"/>
          </a:xfrm>
          <a:prstGeom prst="rect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9636F419-30AD-427C-9DD7-1B158BD06102}"/>
              </a:ext>
            </a:extLst>
          </p:cNvPr>
          <p:cNvSpPr/>
          <p:nvPr/>
        </p:nvSpPr>
        <p:spPr>
          <a:xfrm rot="5400000">
            <a:off x="6028843" y="4564463"/>
            <a:ext cx="279047" cy="279047"/>
          </a:xfrm>
          <a:prstGeom prst="rect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五边形 202">
            <a:extLst>
              <a:ext uri="{FF2B5EF4-FFF2-40B4-BE49-F238E27FC236}">
                <a16:creationId xmlns:a16="http://schemas.microsoft.com/office/drawing/2014/main" id="{857F50AB-7BDB-4027-A16E-7878DFC55E2F}"/>
              </a:ext>
            </a:extLst>
          </p:cNvPr>
          <p:cNvSpPr/>
          <p:nvPr/>
        </p:nvSpPr>
        <p:spPr>
          <a:xfrm>
            <a:off x="6028843" y="4936843"/>
            <a:ext cx="279047" cy="267678"/>
          </a:xfrm>
          <a:prstGeom prst="pentagon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五边形 204">
            <a:extLst>
              <a:ext uri="{FF2B5EF4-FFF2-40B4-BE49-F238E27FC236}">
                <a16:creationId xmlns:a16="http://schemas.microsoft.com/office/drawing/2014/main" id="{DAEE681D-BC47-4C13-A139-0544F9DD2463}"/>
              </a:ext>
            </a:extLst>
          </p:cNvPr>
          <p:cNvSpPr/>
          <p:nvPr/>
        </p:nvSpPr>
        <p:spPr>
          <a:xfrm>
            <a:off x="7849528" y="5326918"/>
            <a:ext cx="279047" cy="279047"/>
          </a:xfrm>
          <a:prstGeom prst="pentagon">
            <a:avLst/>
          </a:prstGeom>
          <a:solidFill>
            <a:srgbClr val="FFAD4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966C294D-08A6-4B01-AC3A-F9BD19BCC3EF}"/>
              </a:ext>
            </a:extLst>
          </p:cNvPr>
          <p:cNvSpPr/>
          <p:nvPr/>
        </p:nvSpPr>
        <p:spPr>
          <a:xfrm rot="5400000">
            <a:off x="7850428" y="4155385"/>
            <a:ext cx="279047" cy="279047"/>
          </a:xfrm>
          <a:prstGeom prst="rect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9C10E183-A708-4B88-9148-CBFA8E7214F5}"/>
              </a:ext>
            </a:extLst>
          </p:cNvPr>
          <p:cNvSpPr/>
          <p:nvPr/>
        </p:nvSpPr>
        <p:spPr>
          <a:xfrm rot="5400000">
            <a:off x="7850271" y="4569212"/>
            <a:ext cx="279047" cy="279047"/>
          </a:xfrm>
          <a:prstGeom prst="rect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五边形 213">
            <a:extLst>
              <a:ext uri="{FF2B5EF4-FFF2-40B4-BE49-F238E27FC236}">
                <a16:creationId xmlns:a16="http://schemas.microsoft.com/office/drawing/2014/main" id="{177B5B60-78C8-4ABC-A615-3564530C0E13}"/>
              </a:ext>
            </a:extLst>
          </p:cNvPr>
          <p:cNvSpPr/>
          <p:nvPr/>
        </p:nvSpPr>
        <p:spPr>
          <a:xfrm>
            <a:off x="7850271" y="4941592"/>
            <a:ext cx="279047" cy="267678"/>
          </a:xfrm>
          <a:prstGeom prst="pentagon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五边形 214">
            <a:extLst>
              <a:ext uri="{FF2B5EF4-FFF2-40B4-BE49-F238E27FC236}">
                <a16:creationId xmlns:a16="http://schemas.microsoft.com/office/drawing/2014/main" id="{D221E1B4-A549-43DB-80FB-42FC020AB695}"/>
              </a:ext>
            </a:extLst>
          </p:cNvPr>
          <p:cNvSpPr/>
          <p:nvPr/>
        </p:nvSpPr>
        <p:spPr>
          <a:xfrm>
            <a:off x="9634003" y="5311110"/>
            <a:ext cx="279047" cy="279047"/>
          </a:xfrm>
          <a:prstGeom prst="pentagon">
            <a:avLst/>
          </a:prstGeom>
          <a:solidFill>
            <a:srgbClr val="FFAD4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D5FBF89-FA6B-40C8-BCD4-5FED1D7796EF}"/>
              </a:ext>
            </a:extLst>
          </p:cNvPr>
          <p:cNvSpPr/>
          <p:nvPr/>
        </p:nvSpPr>
        <p:spPr>
          <a:xfrm rot="5400000">
            <a:off x="9634903" y="4139577"/>
            <a:ext cx="279047" cy="279047"/>
          </a:xfrm>
          <a:prstGeom prst="rect">
            <a:avLst/>
          </a:prstGeom>
          <a:solidFill>
            <a:srgbClr val="10329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DA39836-2B50-4020-A733-911898D02D51}"/>
              </a:ext>
            </a:extLst>
          </p:cNvPr>
          <p:cNvSpPr/>
          <p:nvPr/>
        </p:nvSpPr>
        <p:spPr>
          <a:xfrm rot="5400000">
            <a:off x="9634746" y="4553404"/>
            <a:ext cx="279047" cy="279047"/>
          </a:xfrm>
          <a:prstGeom prst="rect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五边形 217">
            <a:extLst>
              <a:ext uri="{FF2B5EF4-FFF2-40B4-BE49-F238E27FC236}">
                <a16:creationId xmlns:a16="http://schemas.microsoft.com/office/drawing/2014/main" id="{5A5ACAB6-4E3E-4240-AB81-2BFDCABB26C4}"/>
              </a:ext>
            </a:extLst>
          </p:cNvPr>
          <p:cNvSpPr/>
          <p:nvPr/>
        </p:nvSpPr>
        <p:spPr>
          <a:xfrm>
            <a:off x="9634746" y="4925784"/>
            <a:ext cx="279047" cy="267678"/>
          </a:xfrm>
          <a:prstGeom prst="pentagon">
            <a:avLst/>
          </a:prstGeom>
          <a:solidFill>
            <a:srgbClr val="42B9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B081F672-7E78-4ADC-874F-DB7E084ED084}"/>
              </a:ext>
            </a:extLst>
          </p:cNvPr>
          <p:cNvSpPr/>
          <p:nvPr/>
        </p:nvSpPr>
        <p:spPr>
          <a:xfrm rot="5400000">
            <a:off x="8014900" y="3525495"/>
            <a:ext cx="241200" cy="241200"/>
          </a:xfrm>
          <a:prstGeom prst="rect">
            <a:avLst/>
          </a:prstGeom>
          <a:solidFill>
            <a:srgbClr val="FFAD49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01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矩形: 圆角 312">
            <a:extLst>
              <a:ext uri="{FF2B5EF4-FFF2-40B4-BE49-F238E27FC236}">
                <a16:creationId xmlns:a16="http://schemas.microsoft.com/office/drawing/2014/main" id="{A1607E52-2A95-455B-86F9-5D974EBC22D0}"/>
              </a:ext>
            </a:extLst>
          </p:cNvPr>
          <p:cNvSpPr/>
          <p:nvPr/>
        </p:nvSpPr>
        <p:spPr>
          <a:xfrm>
            <a:off x="6504855" y="1308715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8CB41872-6E8B-4EC5-8D44-55D81F2BF2B9}"/>
              </a:ext>
            </a:extLst>
          </p:cNvPr>
          <p:cNvSpPr/>
          <p:nvPr/>
        </p:nvSpPr>
        <p:spPr>
          <a:xfrm>
            <a:off x="4683326" y="3934711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B6635CDB-7A07-4632-852B-B964E1F49474}"/>
              </a:ext>
            </a:extLst>
          </p:cNvPr>
          <p:cNvSpPr/>
          <p:nvPr/>
        </p:nvSpPr>
        <p:spPr>
          <a:xfrm>
            <a:off x="4668363" y="1315284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D9C9F-3FF4-44B0-B1D9-BAD4BE9530C6}"/>
              </a:ext>
            </a:extLst>
          </p:cNvPr>
          <p:cNvSpPr txBox="1"/>
          <p:nvPr/>
        </p:nvSpPr>
        <p:spPr>
          <a:xfrm>
            <a:off x="3759268" y="947922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29131F5-6896-475B-B0EF-1A192A8C8040}"/>
              </a:ext>
            </a:extLst>
          </p:cNvPr>
          <p:cNvSpPr/>
          <p:nvPr/>
        </p:nvSpPr>
        <p:spPr>
          <a:xfrm rot="13574978">
            <a:off x="4581964" y="4317450"/>
            <a:ext cx="106372" cy="360000"/>
          </a:xfrm>
          <a:prstGeom prst="downArrow">
            <a:avLst/>
          </a:prstGeom>
          <a:solidFill>
            <a:srgbClr val="4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15469A-838C-47B2-94AF-C3ECBAF15117}"/>
              </a:ext>
            </a:extLst>
          </p:cNvPr>
          <p:cNvSpPr txBox="1"/>
          <p:nvPr/>
        </p:nvSpPr>
        <p:spPr>
          <a:xfrm>
            <a:off x="4455385" y="4196852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42B9E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316E68-A0D5-4137-843A-353E9510ED5B}"/>
              </a:ext>
            </a:extLst>
          </p:cNvPr>
          <p:cNvSpPr txBox="1"/>
          <p:nvPr/>
        </p:nvSpPr>
        <p:spPr>
          <a:xfrm>
            <a:off x="3773009" y="3355918"/>
            <a:ext cx="17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B4728E10-CE11-4AA4-BCFE-48010FD801BC}"/>
              </a:ext>
            </a:extLst>
          </p:cNvPr>
          <p:cNvSpPr/>
          <p:nvPr/>
        </p:nvSpPr>
        <p:spPr>
          <a:xfrm rot="13321836">
            <a:off x="4597750" y="1710249"/>
            <a:ext cx="106372" cy="36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B6B5054-8DC4-405C-96F3-FA7CE2D6FCE5}"/>
              </a:ext>
            </a:extLst>
          </p:cNvPr>
          <p:cNvSpPr txBox="1"/>
          <p:nvPr/>
        </p:nvSpPr>
        <p:spPr>
          <a:xfrm>
            <a:off x="5411606" y="90224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676E54F-CAAE-4C34-AC20-31CF160F83D4}"/>
              </a:ext>
            </a:extLst>
          </p:cNvPr>
          <p:cNvSpPr txBox="1"/>
          <p:nvPr/>
        </p:nvSpPr>
        <p:spPr>
          <a:xfrm>
            <a:off x="5508844" y="3338412"/>
            <a:ext cx="1799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4C266C8-F768-408C-B498-9D367827A08C}"/>
              </a:ext>
            </a:extLst>
          </p:cNvPr>
          <p:cNvSpPr txBox="1"/>
          <p:nvPr/>
        </p:nvSpPr>
        <p:spPr>
          <a:xfrm>
            <a:off x="9066897" y="327119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87AF0E5-37E1-46E9-8505-1BF7B79A180F}"/>
              </a:ext>
            </a:extLst>
          </p:cNvPr>
          <p:cNvSpPr/>
          <p:nvPr/>
        </p:nvSpPr>
        <p:spPr>
          <a:xfrm>
            <a:off x="5875313" y="1325809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2" name="箭头: 下 191">
            <a:extLst>
              <a:ext uri="{FF2B5EF4-FFF2-40B4-BE49-F238E27FC236}">
                <a16:creationId xmlns:a16="http://schemas.microsoft.com/office/drawing/2014/main" id="{383B6B05-A50A-4B7F-B863-2526AF90D115}"/>
              </a:ext>
            </a:extLst>
          </p:cNvPr>
          <p:cNvSpPr/>
          <p:nvPr/>
        </p:nvSpPr>
        <p:spPr>
          <a:xfrm rot="16200000">
            <a:off x="6411419" y="1545095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29BAE5B0-5514-4A5D-9903-74F1215A9C1A}"/>
              </a:ext>
            </a:extLst>
          </p:cNvPr>
          <p:cNvSpPr txBox="1"/>
          <p:nvPr/>
        </p:nvSpPr>
        <p:spPr>
          <a:xfrm>
            <a:off x="6320350" y="1362797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914F1CC4-A70D-485B-8777-5417BCAFA3C8}"/>
              </a:ext>
            </a:extLst>
          </p:cNvPr>
          <p:cNvSpPr txBox="1"/>
          <p:nvPr/>
        </p:nvSpPr>
        <p:spPr>
          <a:xfrm rot="7407277">
            <a:off x="6098553" y="3566903"/>
            <a:ext cx="2025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箭头: 下 229">
            <a:extLst>
              <a:ext uri="{FF2B5EF4-FFF2-40B4-BE49-F238E27FC236}">
                <a16:creationId xmlns:a16="http://schemas.microsoft.com/office/drawing/2014/main" id="{4D8276B2-42FB-4F92-8BBF-A16768993CC7}"/>
              </a:ext>
            </a:extLst>
          </p:cNvPr>
          <p:cNvSpPr/>
          <p:nvPr/>
        </p:nvSpPr>
        <p:spPr>
          <a:xfrm rot="19388721">
            <a:off x="10207193" y="3778228"/>
            <a:ext cx="106372" cy="21600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1307C3-21D9-484A-8D1B-DAF6E4F6BD7D}"/>
              </a:ext>
            </a:extLst>
          </p:cNvPr>
          <p:cNvSpPr txBox="1"/>
          <p:nvPr/>
        </p:nvSpPr>
        <p:spPr>
          <a:xfrm rot="3220518">
            <a:off x="10195495" y="3612305"/>
            <a:ext cx="3183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9CF08A63-46A9-4401-ACD5-BE7AE0D68463}"/>
              </a:ext>
            </a:extLst>
          </p:cNvPr>
          <p:cNvSpPr txBox="1"/>
          <p:nvPr/>
        </p:nvSpPr>
        <p:spPr>
          <a:xfrm>
            <a:off x="4430191" y="1606242"/>
            <a:ext cx="318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62786AD-3FF8-46DA-BF98-45761DB16418}"/>
              </a:ext>
            </a:extLst>
          </p:cNvPr>
          <p:cNvCxnSpPr>
            <a:cxnSpLocks/>
          </p:cNvCxnSpPr>
          <p:nvPr/>
        </p:nvCxnSpPr>
        <p:spPr>
          <a:xfrm rot="5400000">
            <a:off x="4618045" y="5199107"/>
            <a:ext cx="0" cy="162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E136D17E-F821-4629-A072-E2CA258ACF7E}"/>
              </a:ext>
            </a:extLst>
          </p:cNvPr>
          <p:cNvCxnSpPr>
            <a:cxnSpLocks/>
          </p:cNvCxnSpPr>
          <p:nvPr/>
        </p:nvCxnSpPr>
        <p:spPr>
          <a:xfrm flipH="1">
            <a:off x="5688827" y="6009107"/>
            <a:ext cx="52666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44BD567-CEEB-459C-9D38-33904737CC1E}"/>
              </a:ext>
            </a:extLst>
          </p:cNvPr>
          <p:cNvSpPr txBox="1"/>
          <p:nvPr/>
        </p:nvSpPr>
        <p:spPr>
          <a:xfrm>
            <a:off x="3733605" y="6047033"/>
            <a:ext cx="1834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709862F-B2CD-409D-932F-E01DB20B5F20}"/>
              </a:ext>
            </a:extLst>
          </p:cNvPr>
          <p:cNvSpPr txBox="1"/>
          <p:nvPr/>
        </p:nvSpPr>
        <p:spPr>
          <a:xfrm>
            <a:off x="7046943" y="6046115"/>
            <a:ext cx="189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Regional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EED0596-52BA-4E2E-B8C9-11F9D2D2FD86}"/>
              </a:ext>
            </a:extLst>
          </p:cNvPr>
          <p:cNvSpPr txBox="1"/>
          <p:nvPr/>
        </p:nvSpPr>
        <p:spPr>
          <a:xfrm>
            <a:off x="962058" y="988344"/>
            <a:ext cx="29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矩形: 圆角 324">
            <a:extLst>
              <a:ext uri="{FF2B5EF4-FFF2-40B4-BE49-F238E27FC236}">
                <a16:creationId xmlns:a16="http://schemas.microsoft.com/office/drawing/2014/main" id="{D0B95E32-71C9-4FB6-9FE1-1AAC38D33FE5}"/>
              </a:ext>
            </a:extLst>
          </p:cNvPr>
          <p:cNvSpPr/>
          <p:nvPr/>
        </p:nvSpPr>
        <p:spPr>
          <a:xfrm>
            <a:off x="8317188" y="1279208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71FB0DE5-0229-4B54-AC56-419B6DF3A57D}"/>
              </a:ext>
            </a:extLst>
          </p:cNvPr>
          <p:cNvSpPr/>
          <p:nvPr/>
        </p:nvSpPr>
        <p:spPr>
          <a:xfrm>
            <a:off x="7687646" y="1296302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0" name="箭头: 下 329">
            <a:extLst>
              <a:ext uri="{FF2B5EF4-FFF2-40B4-BE49-F238E27FC236}">
                <a16:creationId xmlns:a16="http://schemas.microsoft.com/office/drawing/2014/main" id="{A4543428-EF2D-49A1-B15D-BB022CBB58EC}"/>
              </a:ext>
            </a:extLst>
          </p:cNvPr>
          <p:cNvSpPr/>
          <p:nvPr/>
        </p:nvSpPr>
        <p:spPr>
          <a:xfrm rot="16200000">
            <a:off x="8204728" y="2695944"/>
            <a:ext cx="171650" cy="348554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7DD24100-8CD1-4046-9AE2-220F32BFAE32}"/>
              </a:ext>
            </a:extLst>
          </p:cNvPr>
          <p:cNvSpPr txBox="1"/>
          <p:nvPr/>
        </p:nvSpPr>
        <p:spPr>
          <a:xfrm>
            <a:off x="8105285" y="2408210"/>
            <a:ext cx="2025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6A13F349-F23B-4672-9339-E4902931975F}"/>
              </a:ext>
            </a:extLst>
          </p:cNvPr>
          <p:cNvSpPr/>
          <p:nvPr/>
        </p:nvSpPr>
        <p:spPr>
          <a:xfrm>
            <a:off x="6503386" y="3913539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ABCAA6F0-EA63-4D0D-A5BC-1F892D51E09D}"/>
              </a:ext>
            </a:extLst>
          </p:cNvPr>
          <p:cNvSpPr/>
          <p:nvPr/>
        </p:nvSpPr>
        <p:spPr>
          <a:xfrm>
            <a:off x="5873844" y="3930633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7" name="箭头: 下 346">
            <a:extLst>
              <a:ext uri="{FF2B5EF4-FFF2-40B4-BE49-F238E27FC236}">
                <a16:creationId xmlns:a16="http://schemas.microsoft.com/office/drawing/2014/main" id="{D3CA22B4-0829-4FEE-A5B1-7AFB215D3EAB}"/>
              </a:ext>
            </a:extLst>
          </p:cNvPr>
          <p:cNvSpPr/>
          <p:nvPr/>
        </p:nvSpPr>
        <p:spPr>
          <a:xfrm rot="2051270">
            <a:off x="8031184" y="3819146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75674935-D201-4532-B89F-95D10A01934A}"/>
              </a:ext>
            </a:extLst>
          </p:cNvPr>
          <p:cNvSpPr txBox="1"/>
          <p:nvPr/>
        </p:nvSpPr>
        <p:spPr>
          <a:xfrm rot="7407277">
            <a:off x="7959940" y="3660619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箭头: 下 348">
            <a:extLst>
              <a:ext uri="{FF2B5EF4-FFF2-40B4-BE49-F238E27FC236}">
                <a16:creationId xmlns:a16="http://schemas.microsoft.com/office/drawing/2014/main" id="{6848220A-43A5-4D3A-A201-89F49D738B93}"/>
              </a:ext>
            </a:extLst>
          </p:cNvPr>
          <p:cNvSpPr/>
          <p:nvPr/>
        </p:nvSpPr>
        <p:spPr>
          <a:xfrm rot="19137243">
            <a:off x="8460153" y="3818158"/>
            <a:ext cx="106372" cy="216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A97DFAB4-0CC5-4AD0-B25D-48B2040C870F}"/>
              </a:ext>
            </a:extLst>
          </p:cNvPr>
          <p:cNvSpPr txBox="1"/>
          <p:nvPr/>
        </p:nvSpPr>
        <p:spPr>
          <a:xfrm rot="3085918">
            <a:off x="8473011" y="3623255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矩形: 圆角 350">
            <a:extLst>
              <a:ext uri="{FF2B5EF4-FFF2-40B4-BE49-F238E27FC236}">
                <a16:creationId xmlns:a16="http://schemas.microsoft.com/office/drawing/2014/main" id="{CF6F0C35-B302-4282-AFE0-9DA9A9124DC5}"/>
              </a:ext>
            </a:extLst>
          </p:cNvPr>
          <p:cNvSpPr/>
          <p:nvPr/>
        </p:nvSpPr>
        <p:spPr>
          <a:xfrm>
            <a:off x="8334316" y="3900200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9A3BBDDD-442E-4DE2-BBD8-27CE9CF5EA3B}"/>
              </a:ext>
            </a:extLst>
          </p:cNvPr>
          <p:cNvSpPr/>
          <p:nvPr/>
        </p:nvSpPr>
        <p:spPr>
          <a:xfrm>
            <a:off x="7704774" y="3917294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0" name="矩形: 圆角 399">
            <a:extLst>
              <a:ext uri="{FF2B5EF4-FFF2-40B4-BE49-F238E27FC236}">
                <a16:creationId xmlns:a16="http://schemas.microsoft.com/office/drawing/2014/main" id="{B809698A-9AE1-45D8-8266-512BBDA4C180}"/>
              </a:ext>
            </a:extLst>
          </p:cNvPr>
          <p:cNvSpPr/>
          <p:nvPr/>
        </p:nvSpPr>
        <p:spPr>
          <a:xfrm>
            <a:off x="10126124" y="3859437"/>
            <a:ext cx="540000" cy="1908000"/>
          </a:xfrm>
          <a:prstGeom prst="roundRect">
            <a:avLst/>
          </a:prstGeom>
          <a:noFill/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矩形: 圆角 400">
            <a:extLst>
              <a:ext uri="{FF2B5EF4-FFF2-40B4-BE49-F238E27FC236}">
                <a16:creationId xmlns:a16="http://schemas.microsoft.com/office/drawing/2014/main" id="{5C82A29F-A4AA-4AA4-8822-F893CB0A10EC}"/>
              </a:ext>
            </a:extLst>
          </p:cNvPr>
          <p:cNvSpPr/>
          <p:nvPr/>
        </p:nvSpPr>
        <p:spPr>
          <a:xfrm>
            <a:off x="9496582" y="3876531"/>
            <a:ext cx="540000" cy="19080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3" name="文本框 422">
            <a:extLst>
              <a:ext uri="{FF2B5EF4-FFF2-40B4-BE49-F238E27FC236}">
                <a16:creationId xmlns:a16="http://schemas.microsoft.com/office/drawing/2014/main" id="{327DFCAB-99EE-45D1-9D7F-E9DE82AEB35E}"/>
              </a:ext>
            </a:extLst>
          </p:cNvPr>
          <p:cNvSpPr txBox="1"/>
          <p:nvPr/>
        </p:nvSpPr>
        <p:spPr>
          <a:xfrm>
            <a:off x="7353479" y="893154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4" name="文本框 423">
            <a:extLst>
              <a:ext uri="{FF2B5EF4-FFF2-40B4-BE49-F238E27FC236}">
                <a16:creationId xmlns:a16="http://schemas.microsoft.com/office/drawing/2014/main" id="{F4F3DA36-4C1F-4F6E-B7F7-554518FBFAD3}"/>
              </a:ext>
            </a:extLst>
          </p:cNvPr>
          <p:cNvSpPr txBox="1"/>
          <p:nvPr/>
        </p:nvSpPr>
        <p:spPr>
          <a:xfrm>
            <a:off x="7378452" y="3288733"/>
            <a:ext cx="1799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5" name="箭头: 下 424">
            <a:extLst>
              <a:ext uri="{FF2B5EF4-FFF2-40B4-BE49-F238E27FC236}">
                <a16:creationId xmlns:a16="http://schemas.microsoft.com/office/drawing/2014/main" id="{0B48193B-3B63-4E70-9D44-4655EE5FDA6D}"/>
              </a:ext>
            </a:extLst>
          </p:cNvPr>
          <p:cNvSpPr/>
          <p:nvPr/>
        </p:nvSpPr>
        <p:spPr>
          <a:xfrm rot="2190454">
            <a:off x="6119478" y="3791351"/>
            <a:ext cx="171650" cy="348554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箭头: 下 425">
            <a:extLst>
              <a:ext uri="{FF2B5EF4-FFF2-40B4-BE49-F238E27FC236}">
                <a16:creationId xmlns:a16="http://schemas.microsoft.com/office/drawing/2014/main" id="{116F8154-7FBF-4A6D-96A0-889265660BE1}"/>
              </a:ext>
            </a:extLst>
          </p:cNvPr>
          <p:cNvSpPr/>
          <p:nvPr/>
        </p:nvSpPr>
        <p:spPr>
          <a:xfrm rot="18855457">
            <a:off x="6582058" y="3782205"/>
            <a:ext cx="171650" cy="348554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B6CC4B8F-695A-4F31-B878-8EE9D0F68E5B}"/>
              </a:ext>
            </a:extLst>
          </p:cNvPr>
          <p:cNvSpPr txBox="1"/>
          <p:nvPr/>
        </p:nvSpPr>
        <p:spPr>
          <a:xfrm rot="2813487">
            <a:off x="6648463" y="3510157"/>
            <a:ext cx="2025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32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566F4E8E-276B-4204-966C-14BBDD6D34A0}"/>
              </a:ext>
            </a:extLst>
          </p:cNvPr>
          <p:cNvSpPr/>
          <p:nvPr/>
        </p:nvSpPr>
        <p:spPr>
          <a:xfrm>
            <a:off x="3175597" y="2854234"/>
            <a:ext cx="142723" cy="142723"/>
          </a:xfrm>
          <a:prstGeom prst="triangle">
            <a:avLst/>
          </a:prstGeom>
          <a:solidFill>
            <a:srgbClr val="C3A284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等腰三角形 72">
            <a:extLst>
              <a:ext uri="{FF2B5EF4-FFF2-40B4-BE49-F238E27FC236}">
                <a16:creationId xmlns:a16="http://schemas.microsoft.com/office/drawing/2014/main" id="{BCAB281C-FA65-4ACB-B1E4-82488A887911}"/>
              </a:ext>
            </a:extLst>
          </p:cNvPr>
          <p:cNvSpPr/>
          <p:nvPr/>
        </p:nvSpPr>
        <p:spPr>
          <a:xfrm>
            <a:off x="3175357" y="3063783"/>
            <a:ext cx="142723" cy="142723"/>
          </a:xfrm>
          <a:prstGeom prst="triangle">
            <a:avLst/>
          </a:prstGeom>
          <a:solidFill>
            <a:srgbClr val="9E785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>
            <a:extLst>
              <a:ext uri="{FF2B5EF4-FFF2-40B4-BE49-F238E27FC236}">
                <a16:creationId xmlns:a16="http://schemas.microsoft.com/office/drawing/2014/main" id="{DA192DBC-4B49-4A38-9BAA-8B6E07C4FCF8}"/>
              </a:ext>
            </a:extLst>
          </p:cNvPr>
          <p:cNvSpPr/>
          <p:nvPr/>
        </p:nvSpPr>
        <p:spPr>
          <a:xfrm>
            <a:off x="3170356" y="1523565"/>
            <a:ext cx="142723" cy="142723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等腰三角形 74">
            <a:extLst>
              <a:ext uri="{FF2B5EF4-FFF2-40B4-BE49-F238E27FC236}">
                <a16:creationId xmlns:a16="http://schemas.microsoft.com/office/drawing/2014/main" id="{2A1371B5-CF6B-49BF-BEF9-DD559FA7BA20}"/>
              </a:ext>
            </a:extLst>
          </p:cNvPr>
          <p:cNvSpPr/>
          <p:nvPr/>
        </p:nvSpPr>
        <p:spPr>
          <a:xfrm>
            <a:off x="3171292" y="1733240"/>
            <a:ext cx="142723" cy="142723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8CD41D6-23AE-4A32-9000-44EDBDD71C07}"/>
              </a:ext>
            </a:extLst>
          </p:cNvPr>
          <p:cNvSpPr/>
          <p:nvPr/>
        </p:nvSpPr>
        <p:spPr>
          <a:xfrm rot="5400000">
            <a:off x="3165905" y="1334229"/>
            <a:ext cx="142723" cy="142723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6C32B74-D9B9-4ECF-A9B8-DD4921B5CBF2}"/>
              </a:ext>
            </a:extLst>
          </p:cNvPr>
          <p:cNvSpPr/>
          <p:nvPr/>
        </p:nvSpPr>
        <p:spPr>
          <a:xfrm rot="5400000">
            <a:off x="3174171" y="3302207"/>
            <a:ext cx="142723" cy="142723"/>
          </a:xfrm>
          <a:prstGeom prst="rect">
            <a:avLst/>
          </a:prstGeom>
          <a:solidFill>
            <a:srgbClr val="6A3D1D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8" name="五边形 207">
            <a:extLst>
              <a:ext uri="{FF2B5EF4-FFF2-40B4-BE49-F238E27FC236}">
                <a16:creationId xmlns:a16="http://schemas.microsoft.com/office/drawing/2014/main" id="{29958954-EDFF-4BA9-805E-51DED13677A0}"/>
              </a:ext>
            </a:extLst>
          </p:cNvPr>
          <p:cNvSpPr/>
          <p:nvPr/>
        </p:nvSpPr>
        <p:spPr>
          <a:xfrm>
            <a:off x="3166145" y="1139410"/>
            <a:ext cx="142723" cy="142723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五边形 209">
            <a:extLst>
              <a:ext uri="{FF2B5EF4-FFF2-40B4-BE49-F238E27FC236}">
                <a16:creationId xmlns:a16="http://schemas.microsoft.com/office/drawing/2014/main" id="{995863DE-2C5D-43EC-8924-C4039DC1B48D}"/>
              </a:ext>
            </a:extLst>
          </p:cNvPr>
          <p:cNvSpPr/>
          <p:nvPr/>
        </p:nvSpPr>
        <p:spPr>
          <a:xfrm>
            <a:off x="3170002" y="2596848"/>
            <a:ext cx="142723" cy="142723"/>
          </a:xfrm>
          <a:prstGeom prst="pentagon">
            <a:avLst/>
          </a:prstGeom>
          <a:solidFill>
            <a:srgbClr val="D5B698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39B34BD-73C4-48B3-82FE-1F6A1EA05893}"/>
              </a:ext>
            </a:extLst>
          </p:cNvPr>
          <p:cNvSpPr/>
          <p:nvPr/>
        </p:nvSpPr>
        <p:spPr>
          <a:xfrm rot="5400000">
            <a:off x="3170463" y="1997647"/>
            <a:ext cx="142723" cy="142723"/>
          </a:xfrm>
          <a:prstGeom prst="rect">
            <a:avLst/>
          </a:prstGeom>
          <a:solidFill>
            <a:srgbClr val="9DDAD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8C0A21C8-C424-4DB2-BB33-2FF9D6C99E05}"/>
              </a:ext>
            </a:extLst>
          </p:cNvPr>
          <p:cNvSpPr/>
          <p:nvPr/>
        </p:nvSpPr>
        <p:spPr>
          <a:xfrm rot="5400000">
            <a:off x="3170382" y="2209306"/>
            <a:ext cx="142723" cy="142723"/>
          </a:xfrm>
          <a:prstGeom prst="rect">
            <a:avLst/>
          </a:prstGeom>
          <a:solidFill>
            <a:srgbClr val="D5EEEB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五边形 248">
            <a:extLst>
              <a:ext uri="{FF2B5EF4-FFF2-40B4-BE49-F238E27FC236}">
                <a16:creationId xmlns:a16="http://schemas.microsoft.com/office/drawing/2014/main" id="{5891E8FF-A2E2-4C13-AB4D-DD0F24807B4B}"/>
              </a:ext>
            </a:extLst>
          </p:cNvPr>
          <p:cNvSpPr/>
          <p:nvPr/>
        </p:nvSpPr>
        <p:spPr>
          <a:xfrm>
            <a:off x="3170382" y="2399766"/>
            <a:ext cx="142723" cy="136908"/>
          </a:xfrm>
          <a:prstGeom prst="pentagon">
            <a:avLst/>
          </a:prstGeom>
          <a:solidFill>
            <a:srgbClr val="AEB7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523EFF3-2523-4387-8801-7A917EDC0A0C}"/>
              </a:ext>
            </a:extLst>
          </p:cNvPr>
          <p:cNvGrpSpPr/>
          <p:nvPr/>
        </p:nvGrpSpPr>
        <p:grpSpPr>
          <a:xfrm>
            <a:off x="1326970" y="1223368"/>
            <a:ext cx="1830899" cy="2154680"/>
            <a:chOff x="2132938" y="1223368"/>
            <a:chExt cx="1024931" cy="2154680"/>
          </a:xfrm>
        </p:grpSpPr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7C73A934-6EC8-41FD-BE29-CB2F1291C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2938" y="2411500"/>
              <a:ext cx="8194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34DC0F3-A225-4F84-A519-4A2E5DE39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054" y="1519794"/>
              <a:ext cx="184565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C48BBC2-9F6E-40B5-8EB2-942E16700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3523" y="1384008"/>
              <a:ext cx="0" cy="33143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6949607-1FFB-42A8-B2E4-F06F74DB2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3331" y="1388466"/>
              <a:ext cx="268776" cy="2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6BD5C26-51BC-41AA-9E83-85BAB8F1A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8739" y="3376150"/>
              <a:ext cx="276192" cy="2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A185AAA-B6F0-424B-ABFD-78ADE0C726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1290" y="3245021"/>
              <a:ext cx="18456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3AB4138-92A4-44EA-8731-B88D66572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8498" y="3037411"/>
              <a:ext cx="1" cy="340637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A9125B2-E3BD-4550-BD2A-8EDD5A6C70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5843" y="3040409"/>
              <a:ext cx="104105" cy="3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5D1806C-AA9A-4E59-97A0-E91AFD6B85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4879" y="1710833"/>
              <a:ext cx="95747" cy="2562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000341E-5F34-493D-B78D-C8FD2D377A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2604" y="2931663"/>
              <a:ext cx="1" cy="202541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66B8D6A9-594B-470E-8EC9-93AA1D173BCA}"/>
                </a:ext>
              </a:extLst>
            </p:cNvPr>
            <p:cNvCxnSpPr>
              <a:cxnSpLocks/>
            </p:cNvCxnSpPr>
            <p:nvPr/>
          </p:nvCxnSpPr>
          <p:spPr>
            <a:xfrm>
              <a:off x="2982604" y="2931663"/>
              <a:ext cx="16467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43E6584-D573-4C6D-9C2F-035736690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3192" y="3140267"/>
              <a:ext cx="164766" cy="2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E696694-98D4-4BE1-90B1-3D9362296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5236" y="1596007"/>
              <a:ext cx="1" cy="23016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22EF9E3-625E-481B-B7D7-AAED364B8D27}"/>
                </a:ext>
              </a:extLst>
            </p:cNvPr>
            <p:cNvCxnSpPr>
              <a:cxnSpLocks/>
            </p:cNvCxnSpPr>
            <p:nvPr/>
          </p:nvCxnSpPr>
          <p:spPr>
            <a:xfrm>
              <a:off x="2982604" y="1597210"/>
              <a:ext cx="164671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DB6C746-33B5-47B0-9799-25E439F7D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4899" y="1823367"/>
              <a:ext cx="164766" cy="2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1CEA7EF2-DE47-4667-9157-1B17AD096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2512" y="1883137"/>
              <a:ext cx="193211" cy="1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B887DE39-2C39-4B06-A8A4-E5463FE893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9904" y="1344214"/>
              <a:ext cx="283468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CA2A93DC-FA1B-432A-9E3F-150BFFBDFD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7549" y="1224630"/>
              <a:ext cx="460320" cy="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446CEC46-0BBA-461D-A7F2-D691B2476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182" y="2660068"/>
              <a:ext cx="458948" cy="1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94D4EA2E-1224-4974-B7C8-ED6507B4A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7515" y="2283086"/>
              <a:ext cx="276192" cy="4647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78263F03-7651-47FB-95FA-91800B575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8482" y="1223368"/>
              <a:ext cx="1597" cy="300197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98627939-5706-4C3E-829C-FA4CD5FBA848}"/>
                </a:ext>
              </a:extLst>
            </p:cNvPr>
            <p:cNvCxnSpPr>
              <a:cxnSpLocks/>
            </p:cNvCxnSpPr>
            <p:nvPr/>
          </p:nvCxnSpPr>
          <p:spPr>
            <a:xfrm>
              <a:off x="2694111" y="2657892"/>
              <a:ext cx="0" cy="58921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0CF6A25D-DA0F-4959-8A34-9E75BF9D3CB0}"/>
                </a:ext>
              </a:extLst>
            </p:cNvPr>
            <p:cNvCxnSpPr>
              <a:cxnSpLocks/>
            </p:cNvCxnSpPr>
            <p:nvPr/>
          </p:nvCxnSpPr>
          <p:spPr>
            <a:xfrm>
              <a:off x="2409048" y="1341817"/>
              <a:ext cx="1186" cy="94826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5887B54F-F4C3-47F1-976E-1F7B60DD1D6F}"/>
                </a:ext>
              </a:extLst>
            </p:cNvPr>
            <p:cNvCxnSpPr>
              <a:cxnSpLocks/>
            </p:cNvCxnSpPr>
            <p:nvPr/>
          </p:nvCxnSpPr>
          <p:spPr>
            <a:xfrm>
              <a:off x="2211508" y="1882057"/>
              <a:ext cx="9640" cy="92064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9F5AA61A-A636-415B-A81F-513C40D96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409" y="2798820"/>
              <a:ext cx="474632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A3B0F171-516A-45D3-B5CE-FF811ACC62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485" y="2167846"/>
              <a:ext cx="193335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5EEAC8B8-04AC-44D5-A1DC-5A0E849F6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3889" y="2064869"/>
              <a:ext cx="2806" cy="233896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2FA9C159-BD11-4469-BDC3-A4B13AD71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5575" y="2063352"/>
              <a:ext cx="268776" cy="2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97CCFFF3-5097-47D1-B074-A70C686C5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1666" y="2295700"/>
              <a:ext cx="268776" cy="2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FB61016C-9C39-4FFC-8F7E-FE3A2128C4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156" y="2465910"/>
              <a:ext cx="458948" cy="1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2E6BCD7A-38A2-4EE1-B8A7-09D885034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726" y="2166553"/>
              <a:ext cx="1597" cy="300197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3BB82BEB-C7D0-4C8C-9BF7-5B0E3E91FA8C}"/>
                </a:ext>
              </a:extLst>
            </p:cNvPr>
            <p:cNvCxnSpPr>
              <a:cxnSpLocks/>
            </p:cNvCxnSpPr>
            <p:nvPr/>
          </p:nvCxnSpPr>
          <p:spPr>
            <a:xfrm>
              <a:off x="2694939" y="2656746"/>
              <a:ext cx="0" cy="147302"/>
            </a:xfrm>
            <a:prstGeom prst="line">
              <a:avLst/>
            </a:prstGeom>
            <a:ln w="19050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74589ABD-0838-48C5-87AD-0544386B54E2}"/>
                </a:ext>
              </a:extLst>
            </p:cNvPr>
            <p:cNvCxnSpPr>
              <a:cxnSpLocks/>
            </p:cNvCxnSpPr>
            <p:nvPr/>
          </p:nvCxnSpPr>
          <p:spPr>
            <a:xfrm>
              <a:off x="2409361" y="1343161"/>
              <a:ext cx="1186" cy="53397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等腰三角形 145">
            <a:extLst>
              <a:ext uri="{FF2B5EF4-FFF2-40B4-BE49-F238E27FC236}">
                <a16:creationId xmlns:a16="http://schemas.microsoft.com/office/drawing/2014/main" id="{3C38BE53-3DDA-4170-B5FD-3B3190DABC75}"/>
              </a:ext>
            </a:extLst>
          </p:cNvPr>
          <p:cNvSpPr/>
          <p:nvPr/>
        </p:nvSpPr>
        <p:spPr>
          <a:xfrm>
            <a:off x="4802900" y="2268229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" name="等腰三角形 182">
            <a:extLst>
              <a:ext uri="{FF2B5EF4-FFF2-40B4-BE49-F238E27FC236}">
                <a16:creationId xmlns:a16="http://schemas.microsoft.com/office/drawing/2014/main" id="{A2E50734-DDD7-4297-8ADC-B88BDD733CAE}"/>
              </a:ext>
            </a:extLst>
          </p:cNvPr>
          <p:cNvSpPr/>
          <p:nvPr/>
        </p:nvSpPr>
        <p:spPr>
          <a:xfrm>
            <a:off x="4804729" y="2678178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DF3477D7-960F-4440-8B52-62F79441BA87}"/>
              </a:ext>
            </a:extLst>
          </p:cNvPr>
          <p:cNvSpPr/>
          <p:nvPr/>
        </p:nvSpPr>
        <p:spPr>
          <a:xfrm rot="5400000">
            <a:off x="4794198" y="1898047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五边形 186">
            <a:extLst>
              <a:ext uri="{FF2B5EF4-FFF2-40B4-BE49-F238E27FC236}">
                <a16:creationId xmlns:a16="http://schemas.microsoft.com/office/drawing/2014/main" id="{FB4859F1-5BEA-4E1B-982C-95C6236B8AEC}"/>
              </a:ext>
            </a:extLst>
          </p:cNvPr>
          <p:cNvSpPr/>
          <p:nvPr/>
        </p:nvSpPr>
        <p:spPr>
          <a:xfrm>
            <a:off x="4794667" y="1517145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等腰三角形 187">
            <a:extLst>
              <a:ext uri="{FF2B5EF4-FFF2-40B4-BE49-F238E27FC236}">
                <a16:creationId xmlns:a16="http://schemas.microsoft.com/office/drawing/2014/main" id="{92D976A1-8979-4751-A407-508E6595DCED}"/>
              </a:ext>
            </a:extLst>
          </p:cNvPr>
          <p:cNvSpPr/>
          <p:nvPr/>
        </p:nvSpPr>
        <p:spPr>
          <a:xfrm>
            <a:off x="4821378" y="4953855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9" name="等腰三角形 188">
            <a:extLst>
              <a:ext uri="{FF2B5EF4-FFF2-40B4-BE49-F238E27FC236}">
                <a16:creationId xmlns:a16="http://schemas.microsoft.com/office/drawing/2014/main" id="{21406BDC-E84B-4933-A006-DCB755A78527}"/>
              </a:ext>
            </a:extLst>
          </p:cNvPr>
          <p:cNvSpPr/>
          <p:nvPr/>
        </p:nvSpPr>
        <p:spPr>
          <a:xfrm>
            <a:off x="4823207" y="5363804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7D8614C9-D0AA-43A8-81D6-64C6E8B84419}"/>
              </a:ext>
            </a:extLst>
          </p:cNvPr>
          <p:cNvSpPr/>
          <p:nvPr/>
        </p:nvSpPr>
        <p:spPr>
          <a:xfrm rot="5400000">
            <a:off x="4812676" y="4583673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五边形 223">
            <a:extLst>
              <a:ext uri="{FF2B5EF4-FFF2-40B4-BE49-F238E27FC236}">
                <a16:creationId xmlns:a16="http://schemas.microsoft.com/office/drawing/2014/main" id="{B31E0402-BA23-431E-8C15-8873C206587B}"/>
              </a:ext>
            </a:extLst>
          </p:cNvPr>
          <p:cNvSpPr/>
          <p:nvPr/>
        </p:nvSpPr>
        <p:spPr>
          <a:xfrm>
            <a:off x="4813145" y="4202771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五边形 224">
            <a:extLst>
              <a:ext uri="{FF2B5EF4-FFF2-40B4-BE49-F238E27FC236}">
                <a16:creationId xmlns:a16="http://schemas.microsoft.com/office/drawing/2014/main" id="{4F345281-5EB0-4715-88F6-D6A8470CA283}"/>
              </a:ext>
            </a:extLst>
          </p:cNvPr>
          <p:cNvSpPr/>
          <p:nvPr/>
        </p:nvSpPr>
        <p:spPr>
          <a:xfrm>
            <a:off x="4265970" y="2004643"/>
            <a:ext cx="279047" cy="267678"/>
          </a:xfrm>
          <a:prstGeom prst="pentagon">
            <a:avLst/>
          </a:prstGeom>
          <a:solidFill>
            <a:srgbClr val="AAB6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等腰三角形 225">
            <a:extLst>
              <a:ext uri="{FF2B5EF4-FFF2-40B4-BE49-F238E27FC236}">
                <a16:creationId xmlns:a16="http://schemas.microsoft.com/office/drawing/2014/main" id="{4928CBE6-F935-46B5-9AC4-E0202DDADC7A}"/>
              </a:ext>
            </a:extLst>
          </p:cNvPr>
          <p:cNvSpPr/>
          <p:nvPr/>
        </p:nvSpPr>
        <p:spPr>
          <a:xfrm>
            <a:off x="4259741" y="4539782"/>
            <a:ext cx="279047" cy="279047"/>
          </a:xfrm>
          <a:prstGeom prst="triangle">
            <a:avLst/>
          </a:prstGeom>
          <a:solidFill>
            <a:srgbClr val="C3A284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7" name="等腰三角形 226">
            <a:extLst>
              <a:ext uri="{FF2B5EF4-FFF2-40B4-BE49-F238E27FC236}">
                <a16:creationId xmlns:a16="http://schemas.microsoft.com/office/drawing/2014/main" id="{9B6736C2-23C3-4A51-B294-FB84C415F6CE}"/>
              </a:ext>
            </a:extLst>
          </p:cNvPr>
          <p:cNvSpPr/>
          <p:nvPr/>
        </p:nvSpPr>
        <p:spPr>
          <a:xfrm>
            <a:off x="6636410" y="2271725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D3804A94-BB9F-4EC1-8AE2-77F5CD2CA5E5}"/>
              </a:ext>
            </a:extLst>
          </p:cNvPr>
          <p:cNvSpPr/>
          <p:nvPr/>
        </p:nvSpPr>
        <p:spPr>
          <a:xfrm>
            <a:off x="6638239" y="2681674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6A2153F1-AD36-4704-919B-1911D293C2DC}"/>
              </a:ext>
            </a:extLst>
          </p:cNvPr>
          <p:cNvSpPr/>
          <p:nvPr/>
        </p:nvSpPr>
        <p:spPr>
          <a:xfrm rot="5400000">
            <a:off x="6627708" y="1901543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五边形 232">
            <a:extLst>
              <a:ext uri="{FF2B5EF4-FFF2-40B4-BE49-F238E27FC236}">
                <a16:creationId xmlns:a16="http://schemas.microsoft.com/office/drawing/2014/main" id="{2102B24C-1CF4-46D3-9E59-04D30D5199BA}"/>
              </a:ext>
            </a:extLst>
          </p:cNvPr>
          <p:cNvSpPr/>
          <p:nvPr/>
        </p:nvSpPr>
        <p:spPr>
          <a:xfrm>
            <a:off x="6628177" y="1520641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等腰三角形 233">
            <a:extLst>
              <a:ext uri="{FF2B5EF4-FFF2-40B4-BE49-F238E27FC236}">
                <a16:creationId xmlns:a16="http://schemas.microsoft.com/office/drawing/2014/main" id="{4360BA6A-0128-4C02-8E86-581206AA9D63}"/>
              </a:ext>
            </a:extLst>
          </p:cNvPr>
          <p:cNvSpPr/>
          <p:nvPr/>
        </p:nvSpPr>
        <p:spPr>
          <a:xfrm>
            <a:off x="6636410" y="4942018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0" name="等腰三角形 239">
            <a:extLst>
              <a:ext uri="{FF2B5EF4-FFF2-40B4-BE49-F238E27FC236}">
                <a16:creationId xmlns:a16="http://schemas.microsoft.com/office/drawing/2014/main" id="{E56CDC34-7D1C-4B04-95B4-0B3B072212AD}"/>
              </a:ext>
            </a:extLst>
          </p:cNvPr>
          <p:cNvSpPr/>
          <p:nvPr/>
        </p:nvSpPr>
        <p:spPr>
          <a:xfrm>
            <a:off x="6638239" y="5351967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74AE5A2A-4D16-400E-A2DE-58396B1CF152}"/>
              </a:ext>
            </a:extLst>
          </p:cNvPr>
          <p:cNvSpPr/>
          <p:nvPr/>
        </p:nvSpPr>
        <p:spPr>
          <a:xfrm rot="5400000">
            <a:off x="6627708" y="4571836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五边形 243">
            <a:extLst>
              <a:ext uri="{FF2B5EF4-FFF2-40B4-BE49-F238E27FC236}">
                <a16:creationId xmlns:a16="http://schemas.microsoft.com/office/drawing/2014/main" id="{D913C2AF-C919-4B66-AF47-0E1831CDC557}"/>
              </a:ext>
            </a:extLst>
          </p:cNvPr>
          <p:cNvSpPr/>
          <p:nvPr/>
        </p:nvSpPr>
        <p:spPr>
          <a:xfrm>
            <a:off x="6628177" y="4190934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等腰三角形 244">
            <a:extLst>
              <a:ext uri="{FF2B5EF4-FFF2-40B4-BE49-F238E27FC236}">
                <a16:creationId xmlns:a16="http://schemas.microsoft.com/office/drawing/2014/main" id="{643848EB-AE78-42EA-BE43-23E5901D6F7D}"/>
              </a:ext>
            </a:extLst>
          </p:cNvPr>
          <p:cNvSpPr/>
          <p:nvPr/>
        </p:nvSpPr>
        <p:spPr>
          <a:xfrm>
            <a:off x="8446401" y="2287453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2" name="等腰三角形 251">
            <a:extLst>
              <a:ext uri="{FF2B5EF4-FFF2-40B4-BE49-F238E27FC236}">
                <a16:creationId xmlns:a16="http://schemas.microsoft.com/office/drawing/2014/main" id="{377DE7E8-EDDD-4266-95F9-B78F2600A328}"/>
              </a:ext>
            </a:extLst>
          </p:cNvPr>
          <p:cNvSpPr/>
          <p:nvPr/>
        </p:nvSpPr>
        <p:spPr>
          <a:xfrm>
            <a:off x="8448230" y="2697402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94D909A-F507-4EE1-9D55-279FDC4D4A7F}"/>
              </a:ext>
            </a:extLst>
          </p:cNvPr>
          <p:cNvSpPr/>
          <p:nvPr/>
        </p:nvSpPr>
        <p:spPr>
          <a:xfrm rot="5400000">
            <a:off x="8437699" y="1917271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五边形 253">
            <a:extLst>
              <a:ext uri="{FF2B5EF4-FFF2-40B4-BE49-F238E27FC236}">
                <a16:creationId xmlns:a16="http://schemas.microsoft.com/office/drawing/2014/main" id="{A014F9BF-EFED-4E74-A47D-6C2719A620C1}"/>
              </a:ext>
            </a:extLst>
          </p:cNvPr>
          <p:cNvSpPr/>
          <p:nvPr/>
        </p:nvSpPr>
        <p:spPr>
          <a:xfrm>
            <a:off x="8438168" y="1536369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等腰三角形 254">
            <a:extLst>
              <a:ext uri="{FF2B5EF4-FFF2-40B4-BE49-F238E27FC236}">
                <a16:creationId xmlns:a16="http://schemas.microsoft.com/office/drawing/2014/main" id="{0447C7C0-9EC2-48F2-AD29-7314897A01DC}"/>
              </a:ext>
            </a:extLst>
          </p:cNvPr>
          <p:cNvSpPr/>
          <p:nvPr/>
        </p:nvSpPr>
        <p:spPr>
          <a:xfrm>
            <a:off x="8473063" y="4942018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6" name="等腰三角形 255">
            <a:extLst>
              <a:ext uri="{FF2B5EF4-FFF2-40B4-BE49-F238E27FC236}">
                <a16:creationId xmlns:a16="http://schemas.microsoft.com/office/drawing/2014/main" id="{794EE2FB-41D1-4BA1-9C24-ACAE6E4B322E}"/>
              </a:ext>
            </a:extLst>
          </p:cNvPr>
          <p:cNvSpPr/>
          <p:nvPr/>
        </p:nvSpPr>
        <p:spPr>
          <a:xfrm>
            <a:off x="8474892" y="5351967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F9E7DC43-57BA-415D-A682-06ADCA34E6B1}"/>
              </a:ext>
            </a:extLst>
          </p:cNvPr>
          <p:cNvSpPr/>
          <p:nvPr/>
        </p:nvSpPr>
        <p:spPr>
          <a:xfrm rot="5400000">
            <a:off x="8464361" y="4571836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五边形 257">
            <a:extLst>
              <a:ext uri="{FF2B5EF4-FFF2-40B4-BE49-F238E27FC236}">
                <a16:creationId xmlns:a16="http://schemas.microsoft.com/office/drawing/2014/main" id="{41B4AB66-0564-4453-9376-8ADAA6E7D987}"/>
              </a:ext>
            </a:extLst>
          </p:cNvPr>
          <p:cNvSpPr/>
          <p:nvPr/>
        </p:nvSpPr>
        <p:spPr>
          <a:xfrm>
            <a:off x="8464830" y="4190934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等腰三角形 258">
            <a:extLst>
              <a:ext uri="{FF2B5EF4-FFF2-40B4-BE49-F238E27FC236}">
                <a16:creationId xmlns:a16="http://schemas.microsoft.com/office/drawing/2014/main" id="{BFE96F75-AF43-42B8-9A9E-D7C2488C5AA3}"/>
              </a:ext>
            </a:extLst>
          </p:cNvPr>
          <p:cNvSpPr/>
          <p:nvPr/>
        </p:nvSpPr>
        <p:spPr>
          <a:xfrm>
            <a:off x="10265672" y="4925770"/>
            <a:ext cx="279047" cy="279047"/>
          </a:xfrm>
          <a:prstGeom prst="triangle">
            <a:avLst/>
          </a:prstGeom>
          <a:solidFill>
            <a:srgbClr val="199E91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0" name="等腰三角形 259">
            <a:extLst>
              <a:ext uri="{FF2B5EF4-FFF2-40B4-BE49-F238E27FC236}">
                <a16:creationId xmlns:a16="http://schemas.microsoft.com/office/drawing/2014/main" id="{F020EA02-B98D-4B2F-B9A4-95DF56378A4D}"/>
              </a:ext>
            </a:extLst>
          </p:cNvPr>
          <p:cNvSpPr/>
          <p:nvPr/>
        </p:nvSpPr>
        <p:spPr>
          <a:xfrm>
            <a:off x="10267501" y="5335719"/>
            <a:ext cx="279047" cy="279047"/>
          </a:xfrm>
          <a:prstGeom prst="triangle">
            <a:avLst/>
          </a:prstGeom>
          <a:solidFill>
            <a:srgbClr val="55BEB3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B4F84E2F-53D6-41A4-9B2E-34B01F139A12}"/>
              </a:ext>
            </a:extLst>
          </p:cNvPr>
          <p:cNvSpPr/>
          <p:nvPr/>
        </p:nvSpPr>
        <p:spPr>
          <a:xfrm rot="5400000">
            <a:off x="10256970" y="4555588"/>
            <a:ext cx="279047" cy="279047"/>
          </a:xfrm>
          <a:prstGeom prst="rect">
            <a:avLst/>
          </a:prstGeom>
          <a:solidFill>
            <a:srgbClr val="197E6F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五边形 261">
            <a:extLst>
              <a:ext uri="{FF2B5EF4-FFF2-40B4-BE49-F238E27FC236}">
                <a16:creationId xmlns:a16="http://schemas.microsoft.com/office/drawing/2014/main" id="{0E3DCABA-B889-4E14-8E13-7273925F5869}"/>
              </a:ext>
            </a:extLst>
          </p:cNvPr>
          <p:cNvSpPr/>
          <p:nvPr/>
        </p:nvSpPr>
        <p:spPr>
          <a:xfrm>
            <a:off x="10257439" y="4174686"/>
            <a:ext cx="279047" cy="279047"/>
          </a:xfrm>
          <a:prstGeom prst="pentagon">
            <a:avLst/>
          </a:prstGeom>
          <a:solidFill>
            <a:srgbClr val="195E4D"/>
          </a:solidFill>
          <a:ln w="19050">
            <a:solidFill>
              <a:srgbClr val="9B20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五边形 262">
            <a:extLst>
              <a:ext uri="{FF2B5EF4-FFF2-40B4-BE49-F238E27FC236}">
                <a16:creationId xmlns:a16="http://schemas.microsoft.com/office/drawing/2014/main" id="{721C1C01-BFD8-4E32-A943-893242F28338}"/>
              </a:ext>
            </a:extLst>
          </p:cNvPr>
          <p:cNvSpPr/>
          <p:nvPr/>
        </p:nvSpPr>
        <p:spPr>
          <a:xfrm>
            <a:off x="6024680" y="2699045"/>
            <a:ext cx="279047" cy="279047"/>
          </a:xfrm>
          <a:prstGeom prst="pentagon">
            <a:avLst/>
          </a:prstGeom>
          <a:solidFill>
            <a:srgbClr val="D5B698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8844B84D-6DA6-4BD4-B979-20C5E881190B}"/>
              </a:ext>
            </a:extLst>
          </p:cNvPr>
          <p:cNvSpPr/>
          <p:nvPr/>
        </p:nvSpPr>
        <p:spPr>
          <a:xfrm rot="5400000">
            <a:off x="6025580" y="1527512"/>
            <a:ext cx="279047" cy="279047"/>
          </a:xfrm>
          <a:prstGeom prst="rect">
            <a:avLst/>
          </a:prstGeom>
          <a:solidFill>
            <a:srgbClr val="9DDAD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8BAABBB3-D91D-416B-9033-C031606D8E57}"/>
              </a:ext>
            </a:extLst>
          </p:cNvPr>
          <p:cNvSpPr/>
          <p:nvPr/>
        </p:nvSpPr>
        <p:spPr>
          <a:xfrm rot="5400000">
            <a:off x="6025423" y="1941339"/>
            <a:ext cx="279047" cy="279047"/>
          </a:xfrm>
          <a:prstGeom prst="rect">
            <a:avLst/>
          </a:prstGeom>
          <a:solidFill>
            <a:srgbClr val="D5EEEB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五边形 265">
            <a:extLst>
              <a:ext uri="{FF2B5EF4-FFF2-40B4-BE49-F238E27FC236}">
                <a16:creationId xmlns:a16="http://schemas.microsoft.com/office/drawing/2014/main" id="{06B2AD48-4B38-4E7F-8235-6E5720AD70F0}"/>
              </a:ext>
            </a:extLst>
          </p:cNvPr>
          <p:cNvSpPr/>
          <p:nvPr/>
        </p:nvSpPr>
        <p:spPr>
          <a:xfrm>
            <a:off x="6025423" y="2313719"/>
            <a:ext cx="279047" cy="267678"/>
          </a:xfrm>
          <a:prstGeom prst="pentagon">
            <a:avLst/>
          </a:prstGeom>
          <a:solidFill>
            <a:srgbClr val="AAB6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五边形 266">
            <a:extLst>
              <a:ext uri="{FF2B5EF4-FFF2-40B4-BE49-F238E27FC236}">
                <a16:creationId xmlns:a16="http://schemas.microsoft.com/office/drawing/2014/main" id="{A8AB7309-95CB-4BA9-83C3-423306C5D3B8}"/>
              </a:ext>
            </a:extLst>
          </p:cNvPr>
          <p:cNvSpPr/>
          <p:nvPr/>
        </p:nvSpPr>
        <p:spPr>
          <a:xfrm>
            <a:off x="6023937" y="5360869"/>
            <a:ext cx="279047" cy="279047"/>
          </a:xfrm>
          <a:prstGeom prst="pentagon">
            <a:avLst/>
          </a:prstGeom>
          <a:solidFill>
            <a:srgbClr val="D5B698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9FBD5FB0-18A9-4ACC-A30B-425E36CBCA66}"/>
              </a:ext>
            </a:extLst>
          </p:cNvPr>
          <p:cNvSpPr/>
          <p:nvPr/>
        </p:nvSpPr>
        <p:spPr>
          <a:xfrm rot="5400000">
            <a:off x="6024837" y="4189336"/>
            <a:ext cx="279047" cy="279047"/>
          </a:xfrm>
          <a:prstGeom prst="rect">
            <a:avLst/>
          </a:prstGeom>
          <a:solidFill>
            <a:srgbClr val="9DDAD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B6E3BA2A-689A-4D50-87DD-F04AD3F16493}"/>
              </a:ext>
            </a:extLst>
          </p:cNvPr>
          <p:cNvSpPr/>
          <p:nvPr/>
        </p:nvSpPr>
        <p:spPr>
          <a:xfrm rot="5400000">
            <a:off x="6024680" y="4603163"/>
            <a:ext cx="279047" cy="279047"/>
          </a:xfrm>
          <a:prstGeom prst="rect">
            <a:avLst/>
          </a:prstGeom>
          <a:solidFill>
            <a:srgbClr val="D5EEEB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五边形 269">
            <a:extLst>
              <a:ext uri="{FF2B5EF4-FFF2-40B4-BE49-F238E27FC236}">
                <a16:creationId xmlns:a16="http://schemas.microsoft.com/office/drawing/2014/main" id="{70F949C0-58CC-42FC-BF3B-15A0620495AC}"/>
              </a:ext>
            </a:extLst>
          </p:cNvPr>
          <p:cNvSpPr/>
          <p:nvPr/>
        </p:nvSpPr>
        <p:spPr>
          <a:xfrm>
            <a:off x="6024680" y="4975543"/>
            <a:ext cx="279047" cy="267678"/>
          </a:xfrm>
          <a:prstGeom prst="pentagon">
            <a:avLst/>
          </a:prstGeom>
          <a:solidFill>
            <a:srgbClr val="AAB6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五边形 270">
            <a:extLst>
              <a:ext uri="{FF2B5EF4-FFF2-40B4-BE49-F238E27FC236}">
                <a16:creationId xmlns:a16="http://schemas.microsoft.com/office/drawing/2014/main" id="{6126400B-2397-4E5A-BBC1-39218AA0D761}"/>
              </a:ext>
            </a:extLst>
          </p:cNvPr>
          <p:cNvSpPr/>
          <p:nvPr/>
        </p:nvSpPr>
        <p:spPr>
          <a:xfrm>
            <a:off x="7812384" y="2684040"/>
            <a:ext cx="279047" cy="279047"/>
          </a:xfrm>
          <a:prstGeom prst="pentagon">
            <a:avLst/>
          </a:prstGeom>
          <a:solidFill>
            <a:srgbClr val="D5B698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CE2856E3-63EF-49AF-B480-1F21F1B2D0B9}"/>
              </a:ext>
            </a:extLst>
          </p:cNvPr>
          <p:cNvSpPr/>
          <p:nvPr/>
        </p:nvSpPr>
        <p:spPr>
          <a:xfrm rot="5400000">
            <a:off x="7813284" y="1512507"/>
            <a:ext cx="279047" cy="279047"/>
          </a:xfrm>
          <a:prstGeom prst="rect">
            <a:avLst/>
          </a:prstGeom>
          <a:solidFill>
            <a:srgbClr val="9DDAD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F8090E77-75F7-4690-9416-C86A225E596C}"/>
              </a:ext>
            </a:extLst>
          </p:cNvPr>
          <p:cNvSpPr/>
          <p:nvPr/>
        </p:nvSpPr>
        <p:spPr>
          <a:xfrm rot="5400000">
            <a:off x="7813127" y="1926334"/>
            <a:ext cx="279047" cy="279047"/>
          </a:xfrm>
          <a:prstGeom prst="rect">
            <a:avLst/>
          </a:prstGeom>
          <a:solidFill>
            <a:srgbClr val="D5EEEB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五边形 273">
            <a:extLst>
              <a:ext uri="{FF2B5EF4-FFF2-40B4-BE49-F238E27FC236}">
                <a16:creationId xmlns:a16="http://schemas.microsoft.com/office/drawing/2014/main" id="{C081C361-B87E-43AA-A6B4-E884920E0997}"/>
              </a:ext>
            </a:extLst>
          </p:cNvPr>
          <p:cNvSpPr/>
          <p:nvPr/>
        </p:nvSpPr>
        <p:spPr>
          <a:xfrm>
            <a:off x="7813127" y="2298714"/>
            <a:ext cx="279047" cy="267678"/>
          </a:xfrm>
          <a:prstGeom prst="pentagon">
            <a:avLst/>
          </a:prstGeom>
          <a:solidFill>
            <a:srgbClr val="AAB6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五边形 274">
            <a:extLst>
              <a:ext uri="{FF2B5EF4-FFF2-40B4-BE49-F238E27FC236}">
                <a16:creationId xmlns:a16="http://schemas.microsoft.com/office/drawing/2014/main" id="{5B8B54FB-8872-4CB5-917F-7C12257A320C}"/>
              </a:ext>
            </a:extLst>
          </p:cNvPr>
          <p:cNvSpPr/>
          <p:nvPr/>
        </p:nvSpPr>
        <p:spPr>
          <a:xfrm>
            <a:off x="7831656" y="5355890"/>
            <a:ext cx="279047" cy="279047"/>
          </a:xfrm>
          <a:prstGeom prst="pentagon">
            <a:avLst/>
          </a:prstGeom>
          <a:solidFill>
            <a:srgbClr val="D5B698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CE791C24-B065-4906-87C1-DFF68E130FC2}"/>
              </a:ext>
            </a:extLst>
          </p:cNvPr>
          <p:cNvSpPr/>
          <p:nvPr/>
        </p:nvSpPr>
        <p:spPr>
          <a:xfrm rot="5400000">
            <a:off x="7832556" y="4184357"/>
            <a:ext cx="279047" cy="279047"/>
          </a:xfrm>
          <a:prstGeom prst="rect">
            <a:avLst/>
          </a:prstGeom>
          <a:solidFill>
            <a:srgbClr val="9DDAD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888F5A54-0CDE-42A0-A33A-D93CBE7E89F4}"/>
              </a:ext>
            </a:extLst>
          </p:cNvPr>
          <p:cNvSpPr/>
          <p:nvPr/>
        </p:nvSpPr>
        <p:spPr>
          <a:xfrm rot="5400000">
            <a:off x="7832399" y="4598184"/>
            <a:ext cx="279047" cy="279047"/>
          </a:xfrm>
          <a:prstGeom prst="rect">
            <a:avLst/>
          </a:prstGeom>
          <a:solidFill>
            <a:srgbClr val="D5EEEB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五边形 277">
            <a:extLst>
              <a:ext uri="{FF2B5EF4-FFF2-40B4-BE49-F238E27FC236}">
                <a16:creationId xmlns:a16="http://schemas.microsoft.com/office/drawing/2014/main" id="{377CCE19-3EF8-4C08-9B96-480291BA20CB}"/>
              </a:ext>
            </a:extLst>
          </p:cNvPr>
          <p:cNvSpPr/>
          <p:nvPr/>
        </p:nvSpPr>
        <p:spPr>
          <a:xfrm>
            <a:off x="7832399" y="4970564"/>
            <a:ext cx="279047" cy="267678"/>
          </a:xfrm>
          <a:prstGeom prst="pentagon">
            <a:avLst/>
          </a:prstGeom>
          <a:solidFill>
            <a:srgbClr val="AAB6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五边形 278">
            <a:extLst>
              <a:ext uri="{FF2B5EF4-FFF2-40B4-BE49-F238E27FC236}">
                <a16:creationId xmlns:a16="http://schemas.microsoft.com/office/drawing/2014/main" id="{BEB098D7-DF51-4138-A5FD-9BDBCB0ECCFD}"/>
              </a:ext>
            </a:extLst>
          </p:cNvPr>
          <p:cNvSpPr/>
          <p:nvPr/>
        </p:nvSpPr>
        <p:spPr>
          <a:xfrm>
            <a:off x="9633243" y="5348882"/>
            <a:ext cx="279047" cy="279047"/>
          </a:xfrm>
          <a:prstGeom prst="pentagon">
            <a:avLst/>
          </a:prstGeom>
          <a:solidFill>
            <a:srgbClr val="D5B698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D516D5CF-4CD2-46D0-81D2-38B8A3F99B2B}"/>
              </a:ext>
            </a:extLst>
          </p:cNvPr>
          <p:cNvSpPr/>
          <p:nvPr/>
        </p:nvSpPr>
        <p:spPr>
          <a:xfrm rot="5400000">
            <a:off x="9634143" y="4177349"/>
            <a:ext cx="279047" cy="279047"/>
          </a:xfrm>
          <a:prstGeom prst="rect">
            <a:avLst/>
          </a:prstGeom>
          <a:solidFill>
            <a:srgbClr val="9DDAD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229C760-C465-4DDE-AD3E-DBE1F02A63B5}"/>
              </a:ext>
            </a:extLst>
          </p:cNvPr>
          <p:cNvSpPr/>
          <p:nvPr/>
        </p:nvSpPr>
        <p:spPr>
          <a:xfrm rot="5400000">
            <a:off x="9633986" y="4591176"/>
            <a:ext cx="279047" cy="279047"/>
          </a:xfrm>
          <a:prstGeom prst="rect">
            <a:avLst/>
          </a:prstGeom>
          <a:solidFill>
            <a:srgbClr val="D5EEEB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五边形 281">
            <a:extLst>
              <a:ext uri="{FF2B5EF4-FFF2-40B4-BE49-F238E27FC236}">
                <a16:creationId xmlns:a16="http://schemas.microsoft.com/office/drawing/2014/main" id="{36556CE8-A2A0-45C4-BBF4-61C033167B14}"/>
              </a:ext>
            </a:extLst>
          </p:cNvPr>
          <p:cNvSpPr/>
          <p:nvPr/>
        </p:nvSpPr>
        <p:spPr>
          <a:xfrm>
            <a:off x="9633986" y="4963556"/>
            <a:ext cx="279047" cy="267678"/>
          </a:xfrm>
          <a:prstGeom prst="pentagon">
            <a:avLst/>
          </a:prstGeom>
          <a:solidFill>
            <a:srgbClr val="AAB69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等腰三角形 282">
            <a:extLst>
              <a:ext uri="{FF2B5EF4-FFF2-40B4-BE49-F238E27FC236}">
                <a16:creationId xmlns:a16="http://schemas.microsoft.com/office/drawing/2014/main" id="{58087380-C55C-4EFC-B32D-955A9E454E1B}"/>
              </a:ext>
            </a:extLst>
          </p:cNvPr>
          <p:cNvSpPr/>
          <p:nvPr/>
        </p:nvSpPr>
        <p:spPr>
          <a:xfrm>
            <a:off x="6438777" y="3476883"/>
            <a:ext cx="279047" cy="279047"/>
          </a:xfrm>
          <a:prstGeom prst="triangle">
            <a:avLst/>
          </a:prstGeom>
          <a:solidFill>
            <a:srgbClr val="C3A284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4" name="等腰三角形 283">
            <a:extLst>
              <a:ext uri="{FF2B5EF4-FFF2-40B4-BE49-F238E27FC236}">
                <a16:creationId xmlns:a16="http://schemas.microsoft.com/office/drawing/2014/main" id="{7C53AF21-E359-4250-9BF7-DE4E468CAF21}"/>
              </a:ext>
            </a:extLst>
          </p:cNvPr>
          <p:cNvSpPr/>
          <p:nvPr/>
        </p:nvSpPr>
        <p:spPr>
          <a:xfrm>
            <a:off x="6111919" y="3485664"/>
            <a:ext cx="279047" cy="279047"/>
          </a:xfrm>
          <a:prstGeom prst="triangle">
            <a:avLst/>
          </a:prstGeom>
          <a:solidFill>
            <a:srgbClr val="9E785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等腰三角形 284">
            <a:extLst>
              <a:ext uri="{FF2B5EF4-FFF2-40B4-BE49-F238E27FC236}">
                <a16:creationId xmlns:a16="http://schemas.microsoft.com/office/drawing/2014/main" id="{AAAB2CE8-EEE9-4EDC-84DA-75D5859E84A4}"/>
              </a:ext>
            </a:extLst>
          </p:cNvPr>
          <p:cNvSpPr/>
          <p:nvPr/>
        </p:nvSpPr>
        <p:spPr>
          <a:xfrm>
            <a:off x="8321674" y="3476884"/>
            <a:ext cx="279047" cy="279047"/>
          </a:xfrm>
          <a:prstGeom prst="triangle">
            <a:avLst/>
          </a:prstGeom>
          <a:solidFill>
            <a:srgbClr val="C3A284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E9E18FC3-7B9F-401A-BA20-B6C6B7428CEC}"/>
              </a:ext>
            </a:extLst>
          </p:cNvPr>
          <p:cNvSpPr/>
          <p:nvPr/>
        </p:nvSpPr>
        <p:spPr>
          <a:xfrm rot="5400000">
            <a:off x="7994816" y="3486997"/>
            <a:ext cx="279047" cy="279047"/>
          </a:xfrm>
          <a:prstGeom prst="rect">
            <a:avLst/>
          </a:prstGeom>
          <a:solidFill>
            <a:srgbClr val="6A3D1D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7" name="等腰三角形 286">
            <a:extLst>
              <a:ext uri="{FF2B5EF4-FFF2-40B4-BE49-F238E27FC236}">
                <a16:creationId xmlns:a16="http://schemas.microsoft.com/office/drawing/2014/main" id="{857F49B3-10BF-48DA-B7DA-E1C532707584}"/>
              </a:ext>
            </a:extLst>
          </p:cNvPr>
          <p:cNvSpPr/>
          <p:nvPr/>
        </p:nvSpPr>
        <p:spPr>
          <a:xfrm>
            <a:off x="10009589" y="3473399"/>
            <a:ext cx="279047" cy="279047"/>
          </a:xfrm>
          <a:prstGeom prst="triangle">
            <a:avLst/>
          </a:prstGeom>
          <a:solidFill>
            <a:srgbClr val="C3A284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D68834-49A0-45FE-BE2B-23C0A3DF6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85" y="3693302"/>
            <a:ext cx="2811821" cy="2424835"/>
          </a:xfrm>
          <a:prstGeom prst="rect">
            <a:avLst/>
          </a:prstGeom>
        </p:spPr>
      </p:pic>
      <p:sp>
        <p:nvSpPr>
          <p:cNvPr id="380" name="文本框 379">
            <a:extLst>
              <a:ext uri="{FF2B5EF4-FFF2-40B4-BE49-F238E27FC236}">
                <a16:creationId xmlns:a16="http://schemas.microsoft.com/office/drawing/2014/main" id="{3151F787-8F33-4CD5-9367-72E2CFF0D9A2}"/>
              </a:ext>
            </a:extLst>
          </p:cNvPr>
          <p:cNvSpPr txBox="1"/>
          <p:nvPr/>
        </p:nvSpPr>
        <p:spPr>
          <a:xfrm>
            <a:off x="958828" y="3383114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37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27FE806-DBDD-4266-BC2A-AA0214EB661C}"/>
              </a:ext>
            </a:extLst>
          </p:cNvPr>
          <p:cNvGrpSpPr/>
          <p:nvPr/>
        </p:nvGrpSpPr>
        <p:grpSpPr>
          <a:xfrm>
            <a:off x="2548723" y="0"/>
            <a:ext cx="7460929" cy="6854054"/>
            <a:chOff x="3603233" y="-29433"/>
            <a:chExt cx="7460929" cy="6854054"/>
          </a:xfrm>
        </p:grpSpPr>
        <p:sp>
          <p:nvSpPr>
            <p:cNvPr id="313" name="矩形: 圆角 312">
              <a:extLst>
                <a:ext uri="{FF2B5EF4-FFF2-40B4-BE49-F238E27FC236}">
                  <a16:creationId xmlns:a16="http://schemas.microsoft.com/office/drawing/2014/main" id="{A1607E52-2A95-455B-86F9-5D974EBC22D0}"/>
                </a:ext>
              </a:extLst>
            </p:cNvPr>
            <p:cNvSpPr/>
            <p:nvPr/>
          </p:nvSpPr>
          <p:spPr>
            <a:xfrm>
              <a:off x="6462983" y="3982543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B6635CDB-7A07-4632-852B-B964E1F49474}"/>
                </a:ext>
              </a:extLst>
            </p:cNvPr>
            <p:cNvSpPr/>
            <p:nvPr/>
          </p:nvSpPr>
          <p:spPr>
            <a:xfrm>
              <a:off x="4543111" y="4077976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2D9C9F-3FF4-44B0-B1D9-BAD4BE9530C6}"/>
                </a:ext>
              </a:extLst>
            </p:cNvPr>
            <p:cNvSpPr txBox="1"/>
            <p:nvPr/>
          </p:nvSpPr>
          <p:spPr>
            <a:xfrm>
              <a:off x="3673733" y="3389381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29131F5-6896-475B-B0EF-1A192A8C8040}"/>
                </a:ext>
              </a:extLst>
            </p:cNvPr>
            <p:cNvSpPr/>
            <p:nvPr/>
          </p:nvSpPr>
          <p:spPr>
            <a:xfrm rot="13574978">
              <a:off x="4458718" y="5032301"/>
              <a:ext cx="106372" cy="360000"/>
            </a:xfrm>
            <a:prstGeom prst="downArrow">
              <a:avLst/>
            </a:prstGeom>
            <a:solidFill>
              <a:srgbClr val="42B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015469A-838C-47B2-94AF-C3ECBAF15117}"/>
                </a:ext>
              </a:extLst>
            </p:cNvPr>
            <p:cNvSpPr txBox="1"/>
            <p:nvPr/>
          </p:nvSpPr>
          <p:spPr>
            <a:xfrm>
              <a:off x="4332139" y="4911703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42B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B4728E10-CE11-4AA4-BCFE-48010FD801BC}"/>
                </a:ext>
              </a:extLst>
            </p:cNvPr>
            <p:cNvSpPr/>
            <p:nvPr/>
          </p:nvSpPr>
          <p:spPr>
            <a:xfrm rot="13321836">
              <a:off x="4472498" y="4472941"/>
              <a:ext cx="106372" cy="360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676E54F-CAAE-4C34-AC20-31CF160F83D4}"/>
                </a:ext>
              </a:extLst>
            </p:cNvPr>
            <p:cNvSpPr txBox="1"/>
            <p:nvPr/>
          </p:nvSpPr>
          <p:spPr>
            <a:xfrm>
              <a:off x="7274340" y="3379851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4C266C8-F768-408C-B498-9D367827A08C}"/>
                </a:ext>
              </a:extLst>
            </p:cNvPr>
            <p:cNvSpPr txBox="1"/>
            <p:nvPr/>
          </p:nvSpPr>
          <p:spPr>
            <a:xfrm>
              <a:off x="9121187" y="3366736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C87AF0E5-37E1-46E9-8505-1BF7B79A180F}"/>
                </a:ext>
              </a:extLst>
            </p:cNvPr>
            <p:cNvSpPr/>
            <p:nvPr/>
          </p:nvSpPr>
          <p:spPr>
            <a:xfrm>
              <a:off x="5833441" y="3999637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2" name="箭头: 下 191">
              <a:extLst>
                <a:ext uri="{FF2B5EF4-FFF2-40B4-BE49-F238E27FC236}">
                  <a16:creationId xmlns:a16="http://schemas.microsoft.com/office/drawing/2014/main" id="{383B6B05-A50A-4B7F-B863-2526AF90D115}"/>
                </a:ext>
              </a:extLst>
            </p:cNvPr>
            <p:cNvSpPr/>
            <p:nvPr/>
          </p:nvSpPr>
          <p:spPr>
            <a:xfrm rot="16200000">
              <a:off x="6369547" y="4218923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9BAE5B0-5514-4A5D-9903-74F1215A9C1A}"/>
                </a:ext>
              </a:extLst>
            </p:cNvPr>
            <p:cNvSpPr txBox="1"/>
            <p:nvPr/>
          </p:nvSpPr>
          <p:spPr>
            <a:xfrm>
              <a:off x="6278478" y="4036625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14F1CC4-A70D-485B-8777-5417BCAFA3C8}"/>
                </a:ext>
              </a:extLst>
            </p:cNvPr>
            <p:cNvSpPr txBox="1"/>
            <p:nvPr/>
          </p:nvSpPr>
          <p:spPr>
            <a:xfrm rot="7407277">
              <a:off x="7864049" y="3608342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4D8276B2-42FB-4F92-8BBF-A16768993CC7}"/>
                </a:ext>
              </a:extLst>
            </p:cNvPr>
            <p:cNvSpPr/>
            <p:nvPr/>
          </p:nvSpPr>
          <p:spPr>
            <a:xfrm rot="19388721">
              <a:off x="10261483" y="3873769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1307C3-21D9-484A-8D1B-DAF6E4F6BD7D}"/>
                </a:ext>
              </a:extLst>
            </p:cNvPr>
            <p:cNvSpPr txBox="1"/>
            <p:nvPr/>
          </p:nvSpPr>
          <p:spPr>
            <a:xfrm rot="3220518">
              <a:off x="10249785" y="3707846"/>
              <a:ext cx="3183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9CF08A63-46A9-4401-ACD5-BE7AE0D68463}"/>
                </a:ext>
              </a:extLst>
            </p:cNvPr>
            <p:cNvSpPr txBox="1"/>
            <p:nvPr/>
          </p:nvSpPr>
          <p:spPr>
            <a:xfrm>
              <a:off x="4304939" y="4368934"/>
              <a:ext cx="318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2786AD-3FF8-46DA-BF98-45761DB1641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60139" y="5665276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136D17E-F821-4629-A072-E2CA258AC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5173" y="6479836"/>
              <a:ext cx="5266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4BD567-CEEB-459C-9D38-33904737CC1E}"/>
                </a:ext>
              </a:extLst>
            </p:cNvPr>
            <p:cNvSpPr txBox="1"/>
            <p:nvPr/>
          </p:nvSpPr>
          <p:spPr>
            <a:xfrm>
              <a:off x="3675699" y="6513202"/>
              <a:ext cx="1834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709862F-B2CD-409D-932F-E01DB20B5F20}"/>
                </a:ext>
              </a:extLst>
            </p:cNvPr>
            <p:cNvSpPr txBox="1"/>
            <p:nvPr/>
          </p:nvSpPr>
          <p:spPr>
            <a:xfrm>
              <a:off x="7063289" y="6516844"/>
              <a:ext cx="189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箭头: 下 329">
              <a:extLst>
                <a:ext uri="{FF2B5EF4-FFF2-40B4-BE49-F238E27FC236}">
                  <a16:creationId xmlns:a16="http://schemas.microsoft.com/office/drawing/2014/main" id="{A4543428-EF2D-49A1-B15D-BB022CBB58EC}"/>
                </a:ext>
              </a:extLst>
            </p:cNvPr>
            <p:cNvSpPr/>
            <p:nvPr/>
          </p:nvSpPr>
          <p:spPr>
            <a:xfrm rot="16200000">
              <a:off x="6368144" y="5347874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7DD24100-8CD1-4046-9AE2-220F32BFAE32}"/>
                </a:ext>
              </a:extLst>
            </p:cNvPr>
            <p:cNvSpPr txBox="1"/>
            <p:nvPr/>
          </p:nvSpPr>
          <p:spPr>
            <a:xfrm>
              <a:off x="6268701" y="5060140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矩形: 圆角 334">
              <a:extLst>
                <a:ext uri="{FF2B5EF4-FFF2-40B4-BE49-F238E27FC236}">
                  <a16:creationId xmlns:a16="http://schemas.microsoft.com/office/drawing/2014/main" id="{6A13F349-F23B-4672-9339-E4902931975F}"/>
                </a:ext>
              </a:extLst>
            </p:cNvPr>
            <p:cNvSpPr/>
            <p:nvPr/>
          </p:nvSpPr>
          <p:spPr>
            <a:xfrm>
              <a:off x="8268882" y="3954978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矩形: 圆角 338">
              <a:extLst>
                <a:ext uri="{FF2B5EF4-FFF2-40B4-BE49-F238E27FC236}">
                  <a16:creationId xmlns:a16="http://schemas.microsoft.com/office/drawing/2014/main" id="{ABCAA6F0-EA63-4D0D-A5BC-1F892D51E09D}"/>
                </a:ext>
              </a:extLst>
            </p:cNvPr>
            <p:cNvSpPr/>
            <p:nvPr/>
          </p:nvSpPr>
          <p:spPr>
            <a:xfrm>
              <a:off x="7639340" y="3972072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75674935-D201-4532-B89F-95D10A01934A}"/>
                </a:ext>
              </a:extLst>
            </p:cNvPr>
            <p:cNvSpPr txBox="1"/>
            <p:nvPr/>
          </p:nvSpPr>
          <p:spPr>
            <a:xfrm rot="2941614">
              <a:off x="7825984" y="5661828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文本框 349">
              <a:extLst>
                <a:ext uri="{FF2B5EF4-FFF2-40B4-BE49-F238E27FC236}">
                  <a16:creationId xmlns:a16="http://schemas.microsoft.com/office/drawing/2014/main" id="{A97DFAB4-0CC5-4AD0-B25D-48B2040C870F}"/>
                </a:ext>
              </a:extLst>
            </p:cNvPr>
            <p:cNvSpPr txBox="1"/>
            <p:nvPr/>
          </p:nvSpPr>
          <p:spPr>
            <a:xfrm rot="18329707">
              <a:off x="8332714" y="5718773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矩形: 圆角 399">
              <a:extLst>
                <a:ext uri="{FF2B5EF4-FFF2-40B4-BE49-F238E27FC236}">
                  <a16:creationId xmlns:a16="http://schemas.microsoft.com/office/drawing/2014/main" id="{B809698A-9AE1-45D8-8266-512BBDA4C180}"/>
                </a:ext>
              </a:extLst>
            </p:cNvPr>
            <p:cNvSpPr/>
            <p:nvPr/>
          </p:nvSpPr>
          <p:spPr>
            <a:xfrm>
              <a:off x="10180414" y="3954978"/>
              <a:ext cx="540000" cy="1908000"/>
            </a:xfrm>
            <a:prstGeom prst="roundRect">
              <a:avLst/>
            </a:prstGeom>
            <a:noFill/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矩形: 圆角 400">
              <a:extLst>
                <a:ext uri="{FF2B5EF4-FFF2-40B4-BE49-F238E27FC236}">
                  <a16:creationId xmlns:a16="http://schemas.microsoft.com/office/drawing/2014/main" id="{5C82A29F-A4AA-4AA4-8822-F893CB0A10EC}"/>
                </a:ext>
              </a:extLst>
            </p:cNvPr>
            <p:cNvSpPr/>
            <p:nvPr/>
          </p:nvSpPr>
          <p:spPr>
            <a:xfrm>
              <a:off x="9550872" y="3972072"/>
              <a:ext cx="540000" cy="19080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327DFCAB-99EE-45D1-9D7F-E9DE82AEB35E}"/>
                </a:ext>
              </a:extLst>
            </p:cNvPr>
            <p:cNvSpPr txBox="1"/>
            <p:nvPr/>
          </p:nvSpPr>
          <p:spPr>
            <a:xfrm>
              <a:off x="5663035" y="3394997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箭头: 下 424">
              <a:extLst>
                <a:ext uri="{FF2B5EF4-FFF2-40B4-BE49-F238E27FC236}">
                  <a16:creationId xmlns:a16="http://schemas.microsoft.com/office/drawing/2014/main" id="{0B48193B-3B63-4E70-9D44-4655EE5FDA6D}"/>
                </a:ext>
              </a:extLst>
            </p:cNvPr>
            <p:cNvSpPr/>
            <p:nvPr/>
          </p:nvSpPr>
          <p:spPr>
            <a:xfrm rot="2190454">
              <a:off x="7884974" y="3832790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箭头: 下 425">
              <a:extLst>
                <a:ext uri="{FF2B5EF4-FFF2-40B4-BE49-F238E27FC236}">
                  <a16:creationId xmlns:a16="http://schemas.microsoft.com/office/drawing/2014/main" id="{116F8154-7FBF-4A6D-96A0-889265660BE1}"/>
                </a:ext>
              </a:extLst>
            </p:cNvPr>
            <p:cNvSpPr/>
            <p:nvPr/>
          </p:nvSpPr>
          <p:spPr>
            <a:xfrm rot="18855457">
              <a:off x="8347554" y="3823644"/>
              <a:ext cx="171650" cy="348554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B6CC4B8F-695A-4F31-B878-8EE9D0F68E5B}"/>
                </a:ext>
              </a:extLst>
            </p:cNvPr>
            <p:cNvSpPr txBox="1"/>
            <p:nvPr/>
          </p:nvSpPr>
          <p:spPr>
            <a:xfrm rot="2813487">
              <a:off x="8413959" y="3551596"/>
              <a:ext cx="202588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4DCD154-C1E8-46A5-A3AA-CC187F40C10C}"/>
                </a:ext>
              </a:extLst>
            </p:cNvPr>
            <p:cNvGrpSpPr/>
            <p:nvPr/>
          </p:nvGrpSpPr>
          <p:grpSpPr>
            <a:xfrm>
              <a:off x="3603233" y="21543"/>
              <a:ext cx="2646760" cy="3301270"/>
              <a:chOff x="3218863" y="5602"/>
              <a:chExt cx="2646760" cy="3301270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ED0596-52BA-4E2E-B8C9-11F9D2D2FD86}"/>
                  </a:ext>
                </a:extLst>
              </p:cNvPr>
              <p:cNvSpPr txBox="1"/>
              <p:nvPr/>
            </p:nvSpPr>
            <p:spPr>
              <a:xfrm>
                <a:off x="3218863" y="5602"/>
                <a:ext cx="297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zh-CN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等腰三角形 67">
                <a:extLst>
                  <a:ext uri="{FF2B5EF4-FFF2-40B4-BE49-F238E27FC236}">
                    <a16:creationId xmlns:a16="http://schemas.microsoft.com/office/drawing/2014/main" id="{566F4E8E-276B-4204-966C-14BBDD6D34A0}"/>
                  </a:ext>
                </a:extLst>
              </p:cNvPr>
              <p:cNvSpPr/>
              <p:nvPr/>
            </p:nvSpPr>
            <p:spPr>
              <a:xfrm>
                <a:off x="5666654" y="2483386"/>
                <a:ext cx="198969" cy="198969"/>
              </a:xfrm>
              <a:prstGeom prst="triangle">
                <a:avLst/>
              </a:prstGeom>
              <a:solidFill>
                <a:srgbClr val="C3A284"/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等腰三角形 72">
                <a:extLst>
                  <a:ext uri="{FF2B5EF4-FFF2-40B4-BE49-F238E27FC236}">
                    <a16:creationId xmlns:a16="http://schemas.microsoft.com/office/drawing/2014/main" id="{BCAB281C-FA65-4ACB-B1E4-82488A887911}"/>
                  </a:ext>
                </a:extLst>
              </p:cNvPr>
              <p:cNvSpPr/>
              <p:nvPr/>
            </p:nvSpPr>
            <p:spPr>
              <a:xfrm>
                <a:off x="5666319" y="2775517"/>
                <a:ext cx="198969" cy="198969"/>
              </a:xfrm>
              <a:prstGeom prst="triangle">
                <a:avLst/>
              </a:prstGeom>
              <a:solidFill>
                <a:srgbClr val="9E7858"/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等腰三角形 73">
                <a:extLst>
                  <a:ext uri="{FF2B5EF4-FFF2-40B4-BE49-F238E27FC236}">
                    <a16:creationId xmlns:a16="http://schemas.microsoft.com/office/drawing/2014/main" id="{DA192DBC-4B49-4A38-9BAA-8B6E07C4FCF8}"/>
                  </a:ext>
                </a:extLst>
              </p:cNvPr>
              <p:cNvSpPr/>
              <p:nvPr/>
            </p:nvSpPr>
            <p:spPr>
              <a:xfrm>
                <a:off x="5659347" y="628308"/>
                <a:ext cx="198969" cy="198969"/>
              </a:xfrm>
              <a:prstGeom prst="triangle">
                <a:avLst/>
              </a:prstGeom>
              <a:solidFill>
                <a:srgbClr val="199E91"/>
              </a:solidFill>
              <a:ln w="1905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等腰三角形 74">
                <a:extLst>
                  <a:ext uri="{FF2B5EF4-FFF2-40B4-BE49-F238E27FC236}">
                    <a16:creationId xmlns:a16="http://schemas.microsoft.com/office/drawing/2014/main" id="{2A1371B5-CF6B-49BF-BEF9-DD559FA7BA20}"/>
                  </a:ext>
                </a:extLst>
              </p:cNvPr>
              <p:cNvSpPr/>
              <p:nvPr/>
            </p:nvSpPr>
            <p:spPr>
              <a:xfrm>
                <a:off x="5660652" y="920615"/>
                <a:ext cx="198969" cy="198969"/>
              </a:xfrm>
              <a:prstGeom prst="triangle">
                <a:avLst/>
              </a:prstGeom>
              <a:solidFill>
                <a:srgbClr val="55BEB3"/>
              </a:solidFill>
              <a:ln w="1905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78CD41D6-23AE-4A32-9000-44EDBDD71C07}"/>
                  </a:ext>
                </a:extLst>
              </p:cNvPr>
              <p:cNvSpPr/>
              <p:nvPr/>
            </p:nvSpPr>
            <p:spPr>
              <a:xfrm rot="5400000">
                <a:off x="5653142" y="364356"/>
                <a:ext cx="198969" cy="198969"/>
              </a:xfrm>
              <a:prstGeom prst="rect">
                <a:avLst/>
              </a:prstGeom>
              <a:solidFill>
                <a:srgbClr val="197E6F"/>
              </a:solidFill>
              <a:ln w="1905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96C32B74-D9B9-4ECF-A9B8-DD4921B5CBF2}"/>
                  </a:ext>
                </a:extLst>
              </p:cNvPr>
              <p:cNvSpPr/>
              <p:nvPr/>
            </p:nvSpPr>
            <p:spPr>
              <a:xfrm rot="5400000">
                <a:off x="5664666" y="3107903"/>
                <a:ext cx="198969" cy="198969"/>
              </a:xfrm>
              <a:prstGeom prst="rect">
                <a:avLst/>
              </a:prstGeom>
              <a:solidFill>
                <a:srgbClr val="6A3D1D"/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8" name="五边形 207">
                <a:extLst>
                  <a:ext uri="{FF2B5EF4-FFF2-40B4-BE49-F238E27FC236}">
                    <a16:creationId xmlns:a16="http://schemas.microsoft.com/office/drawing/2014/main" id="{29958954-EDFF-4BA9-805E-51DED13677A0}"/>
                  </a:ext>
                </a:extLst>
              </p:cNvPr>
              <p:cNvSpPr/>
              <p:nvPr/>
            </p:nvSpPr>
            <p:spPr>
              <a:xfrm>
                <a:off x="5653477" y="92760"/>
                <a:ext cx="198969" cy="19896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rgbClr val="9B203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五边形 209">
                <a:extLst>
                  <a:ext uri="{FF2B5EF4-FFF2-40B4-BE49-F238E27FC236}">
                    <a16:creationId xmlns:a16="http://schemas.microsoft.com/office/drawing/2014/main" id="{995863DE-2C5D-43EC-8924-C4039DC1B48D}"/>
                  </a:ext>
                </a:extLst>
              </p:cNvPr>
              <p:cNvSpPr/>
              <p:nvPr/>
            </p:nvSpPr>
            <p:spPr>
              <a:xfrm>
                <a:off x="5658854" y="2124566"/>
                <a:ext cx="198969" cy="198969"/>
              </a:xfrm>
              <a:prstGeom prst="pentagon">
                <a:avLst/>
              </a:prstGeom>
              <a:solidFill>
                <a:srgbClr val="D5B698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739B34BD-73C4-48B3-82FE-1F6A1EA05893}"/>
                  </a:ext>
                </a:extLst>
              </p:cNvPr>
              <p:cNvSpPr/>
              <p:nvPr/>
            </p:nvSpPr>
            <p:spPr>
              <a:xfrm rot="5400000">
                <a:off x="5659496" y="1289223"/>
                <a:ext cx="198969" cy="198969"/>
              </a:xfrm>
              <a:prstGeom prst="rect">
                <a:avLst/>
              </a:prstGeom>
              <a:solidFill>
                <a:srgbClr val="9DDAD1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8C0A21C8-C424-4DB2-BB33-2FF9D6C99E05}"/>
                  </a:ext>
                </a:extLst>
              </p:cNvPr>
              <p:cNvSpPr/>
              <p:nvPr/>
            </p:nvSpPr>
            <p:spPr>
              <a:xfrm rot="5400000">
                <a:off x="5659383" y="1584296"/>
                <a:ext cx="198969" cy="198969"/>
              </a:xfrm>
              <a:prstGeom prst="rect">
                <a:avLst/>
              </a:prstGeom>
              <a:solidFill>
                <a:srgbClr val="D5EEEB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五边形 248">
                <a:extLst>
                  <a:ext uri="{FF2B5EF4-FFF2-40B4-BE49-F238E27FC236}">
                    <a16:creationId xmlns:a16="http://schemas.microsoft.com/office/drawing/2014/main" id="{5891E8FF-A2E2-4C13-AB4D-DD0F24807B4B}"/>
                  </a:ext>
                </a:extLst>
              </p:cNvPr>
              <p:cNvSpPr/>
              <p:nvPr/>
            </p:nvSpPr>
            <p:spPr>
              <a:xfrm>
                <a:off x="5659383" y="1849815"/>
                <a:ext cx="198969" cy="190863"/>
              </a:xfrm>
              <a:prstGeom prst="pentagon">
                <a:avLst/>
              </a:prstGeom>
              <a:solidFill>
                <a:srgbClr val="AEB79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A523EFF3-2523-4387-8801-7A917EDC0A0C}"/>
                  </a:ext>
                </a:extLst>
              </p:cNvPr>
              <p:cNvGrpSpPr/>
              <p:nvPr/>
            </p:nvGrpSpPr>
            <p:grpSpPr>
              <a:xfrm>
                <a:off x="3807180" y="209805"/>
                <a:ext cx="1834759" cy="3003827"/>
                <a:chOff x="2132938" y="1223368"/>
                <a:chExt cx="1024931" cy="2154680"/>
              </a:xfrm>
            </p:grpSpPr>
            <p:cxnSp>
              <p:nvCxnSpPr>
                <p:cNvPr id="235" name="直接连接符 234">
                  <a:extLst>
                    <a:ext uri="{FF2B5EF4-FFF2-40B4-BE49-F238E27FC236}">
                      <a16:creationId xmlns:a16="http://schemas.microsoft.com/office/drawing/2014/main" id="{7C73A934-6EC8-41FD-BE29-CB2F1291C5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32938" y="2411500"/>
                  <a:ext cx="8194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034DC0F3-A225-4F84-A519-4A2E5DE398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6054" y="1519794"/>
                  <a:ext cx="184565" cy="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BC48BBC2-9F6E-40B5-8EB2-942E167004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83523" y="1384008"/>
                  <a:ext cx="0" cy="331431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66949607-1FFB-42A8-B2E4-F06F74DB2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83331" y="1388466"/>
                  <a:ext cx="268776" cy="2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F6BD5C26-51BC-41AA-9E83-85BAB8F1A8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8739" y="3376150"/>
                  <a:ext cx="276192" cy="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7A185AAA-B6F0-424B-ABFD-78ADE0C72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1290" y="3245021"/>
                  <a:ext cx="18456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23AB4138-92A4-44EA-8731-B88D66572F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8498" y="3037411"/>
                  <a:ext cx="1" cy="3406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1A9125B2-E3BD-4550-BD2A-8EDD5A6C70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5843" y="3040409"/>
                  <a:ext cx="104105" cy="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F5D1806C-AA9A-4E59-97A0-E91AFD6B8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84879" y="1710833"/>
                  <a:ext cx="95747" cy="2562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>
                  <a:extLst>
                    <a:ext uri="{FF2B5EF4-FFF2-40B4-BE49-F238E27FC236}">
                      <a16:creationId xmlns:a16="http://schemas.microsoft.com/office/drawing/2014/main" id="{5000341E-5F34-493D-B78D-C8FD2D377A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2604" y="2931663"/>
                  <a:ext cx="1" cy="20254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66B8D6A9-594B-470E-8EC9-93AA1D173B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2604" y="2931663"/>
                  <a:ext cx="16467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243E6584-D573-4C6D-9C2F-035736690D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3192" y="3140267"/>
                  <a:ext cx="164766" cy="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1E696694-98D4-4BE1-90B1-3D9362296F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5236" y="1596007"/>
                  <a:ext cx="1" cy="23016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F22EF9E3-625E-481B-B7D7-AAED364B8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2604" y="1597210"/>
                  <a:ext cx="164671" cy="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3DB6C746-33B5-47B0-9799-25E439F7DE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4899" y="1823367"/>
                  <a:ext cx="164766" cy="2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1CEA7EF2-DE47-4667-9157-1B17AD0965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12512" y="1883137"/>
                  <a:ext cx="193211" cy="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连接符 206">
                  <a:extLst>
                    <a:ext uri="{FF2B5EF4-FFF2-40B4-BE49-F238E27FC236}">
                      <a16:creationId xmlns:a16="http://schemas.microsoft.com/office/drawing/2014/main" id="{B887DE39-2C39-4B06-A8A4-E5463FE893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09904" y="1344214"/>
                  <a:ext cx="283468" cy="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连接符 208">
                  <a:extLst>
                    <a:ext uri="{FF2B5EF4-FFF2-40B4-BE49-F238E27FC236}">
                      <a16:creationId xmlns:a16="http://schemas.microsoft.com/office/drawing/2014/main" id="{CA2A93DC-FA1B-432A-9E3F-150BFFBDFD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7549" y="1224630"/>
                  <a:ext cx="460320" cy="1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连接符 210">
                  <a:extLst>
                    <a:ext uri="{FF2B5EF4-FFF2-40B4-BE49-F238E27FC236}">
                      <a16:creationId xmlns:a16="http://schemas.microsoft.com/office/drawing/2014/main" id="{446CEC46-0BBA-461D-A7F2-D691B24766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6182" y="2660068"/>
                  <a:ext cx="458948" cy="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连接符 211">
                  <a:extLst>
                    <a:ext uri="{FF2B5EF4-FFF2-40B4-BE49-F238E27FC236}">
                      <a16:creationId xmlns:a16="http://schemas.microsoft.com/office/drawing/2014/main" id="{94D4EA2E-1224-4974-B7C8-ED6507B4A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07515" y="2283086"/>
                  <a:ext cx="276192" cy="4647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连接符 218">
                  <a:extLst>
                    <a:ext uri="{FF2B5EF4-FFF2-40B4-BE49-F238E27FC236}">
                      <a16:creationId xmlns:a16="http://schemas.microsoft.com/office/drawing/2014/main" id="{78263F03-7651-47FB-95FA-91800B575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98482" y="1223368"/>
                  <a:ext cx="1597" cy="300197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连接符 219">
                  <a:extLst>
                    <a:ext uri="{FF2B5EF4-FFF2-40B4-BE49-F238E27FC236}">
                      <a16:creationId xmlns:a16="http://schemas.microsoft.com/office/drawing/2014/main" id="{98627939-5706-4C3E-829C-FA4CD5FBA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4111" y="2657892"/>
                  <a:ext cx="0" cy="5892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>
                  <a:extLst>
                    <a:ext uri="{FF2B5EF4-FFF2-40B4-BE49-F238E27FC236}">
                      <a16:creationId xmlns:a16="http://schemas.microsoft.com/office/drawing/2014/main" id="{0CF6A25D-DA0F-4959-8A34-9E75BF9D3C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9048" y="1341817"/>
                  <a:ext cx="1186" cy="94826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>
                  <a:extLst>
                    <a:ext uri="{FF2B5EF4-FFF2-40B4-BE49-F238E27FC236}">
                      <a16:creationId xmlns:a16="http://schemas.microsoft.com/office/drawing/2014/main" id="{5887B54F-F4C3-47F1-976E-1F7B60DD1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1508" y="1882057"/>
                  <a:ext cx="9640" cy="92064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连接符 231">
                  <a:extLst>
                    <a:ext uri="{FF2B5EF4-FFF2-40B4-BE49-F238E27FC236}">
                      <a16:creationId xmlns:a16="http://schemas.microsoft.com/office/drawing/2014/main" id="{9F5AA61A-A636-415B-A81F-513C40D96A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17409" y="2798820"/>
                  <a:ext cx="474632" cy="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>
                  <a:extLst>
                    <a:ext uri="{FF2B5EF4-FFF2-40B4-BE49-F238E27FC236}">
                      <a16:creationId xmlns:a16="http://schemas.microsoft.com/office/drawing/2014/main" id="{A3B0F171-516A-45D3-B5CE-FF811ACC62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3485" y="2167846"/>
                  <a:ext cx="193335" cy="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连接符 236">
                  <a:extLst>
                    <a:ext uri="{FF2B5EF4-FFF2-40B4-BE49-F238E27FC236}">
                      <a16:creationId xmlns:a16="http://schemas.microsoft.com/office/drawing/2014/main" id="{5EEAC8B8-04AC-44D5-A1DC-5A0E849F6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3889" y="2064869"/>
                  <a:ext cx="2806" cy="233896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接连接符 237">
                  <a:extLst>
                    <a:ext uri="{FF2B5EF4-FFF2-40B4-BE49-F238E27FC236}">
                      <a16:creationId xmlns:a16="http://schemas.microsoft.com/office/drawing/2014/main" id="{2FA9C159-BD11-4469-BDC3-A4B13AD71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5575" y="2063352"/>
                  <a:ext cx="268776" cy="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直接连接符 245">
                  <a:extLst>
                    <a:ext uri="{FF2B5EF4-FFF2-40B4-BE49-F238E27FC236}">
                      <a16:creationId xmlns:a16="http://schemas.microsoft.com/office/drawing/2014/main" id="{97CCFFF3-5097-47D1-B074-A70C686C55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1666" y="2295700"/>
                  <a:ext cx="268776" cy="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直接连接符 249">
                  <a:extLst>
                    <a:ext uri="{FF2B5EF4-FFF2-40B4-BE49-F238E27FC236}">
                      <a16:creationId xmlns:a16="http://schemas.microsoft.com/office/drawing/2014/main" id="{FB61016C-9C39-4FFC-8F7E-FE3A2128C4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3156" y="2465910"/>
                  <a:ext cx="458948" cy="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直接连接符 250">
                  <a:extLst>
                    <a:ext uri="{FF2B5EF4-FFF2-40B4-BE49-F238E27FC236}">
                      <a16:creationId xmlns:a16="http://schemas.microsoft.com/office/drawing/2014/main" id="{2E6BCD7A-38A2-4EE1-B8A7-09D885034F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84726" y="2166553"/>
                  <a:ext cx="1597" cy="300197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>
                  <a:extLst>
                    <a:ext uri="{FF2B5EF4-FFF2-40B4-BE49-F238E27FC236}">
                      <a16:creationId xmlns:a16="http://schemas.microsoft.com/office/drawing/2014/main" id="{3BB82BEB-C7D0-4C8C-9BF7-5B0E3E91FA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4939" y="2653162"/>
                  <a:ext cx="0" cy="147302"/>
                </a:xfrm>
                <a:prstGeom prst="line">
                  <a:avLst/>
                </a:prstGeom>
                <a:ln w="21590">
                  <a:solidFill>
                    <a:schemeClr val="accent3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>
                  <a:extLst>
                    <a:ext uri="{FF2B5EF4-FFF2-40B4-BE49-F238E27FC236}">
                      <a16:creationId xmlns:a16="http://schemas.microsoft.com/office/drawing/2014/main" id="{74589ABD-0838-48C5-87AD-0544386B5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9361" y="1343161"/>
                  <a:ext cx="1186" cy="533971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6" name="等腰三角形 145">
              <a:extLst>
                <a:ext uri="{FF2B5EF4-FFF2-40B4-BE49-F238E27FC236}">
                  <a16:creationId xmlns:a16="http://schemas.microsoft.com/office/drawing/2014/main" id="{3C38BE53-3DDA-4170-B5FD-3B3190DABC75}"/>
                </a:ext>
              </a:extLst>
            </p:cNvPr>
            <p:cNvSpPr/>
            <p:nvPr/>
          </p:nvSpPr>
          <p:spPr>
            <a:xfrm>
              <a:off x="4677648" y="5030921"/>
              <a:ext cx="279047" cy="279047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3" name="等腰三角形 182">
              <a:extLst>
                <a:ext uri="{FF2B5EF4-FFF2-40B4-BE49-F238E27FC236}">
                  <a16:creationId xmlns:a16="http://schemas.microsoft.com/office/drawing/2014/main" id="{A2E50734-DDD7-4297-8ADC-B88BDD733CAE}"/>
                </a:ext>
              </a:extLst>
            </p:cNvPr>
            <p:cNvSpPr/>
            <p:nvPr/>
          </p:nvSpPr>
          <p:spPr>
            <a:xfrm>
              <a:off x="4679477" y="5440870"/>
              <a:ext cx="279047" cy="279047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DF3477D7-960F-4440-8B52-62F79441BA87}"/>
                </a:ext>
              </a:extLst>
            </p:cNvPr>
            <p:cNvSpPr/>
            <p:nvPr/>
          </p:nvSpPr>
          <p:spPr>
            <a:xfrm rot="5400000">
              <a:off x="4668946" y="4660739"/>
              <a:ext cx="279047" cy="27904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五边形 186">
              <a:extLst>
                <a:ext uri="{FF2B5EF4-FFF2-40B4-BE49-F238E27FC236}">
                  <a16:creationId xmlns:a16="http://schemas.microsoft.com/office/drawing/2014/main" id="{FB4859F1-5BEA-4E1B-982C-95C6236B8AEC}"/>
                </a:ext>
              </a:extLst>
            </p:cNvPr>
            <p:cNvSpPr/>
            <p:nvPr/>
          </p:nvSpPr>
          <p:spPr>
            <a:xfrm>
              <a:off x="4669415" y="4279837"/>
              <a:ext cx="279047" cy="279047"/>
            </a:xfrm>
            <a:prstGeom prst="pen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五边形 224">
              <a:extLst>
                <a:ext uri="{FF2B5EF4-FFF2-40B4-BE49-F238E27FC236}">
                  <a16:creationId xmlns:a16="http://schemas.microsoft.com/office/drawing/2014/main" id="{4F345281-5EB0-4715-88F6-D6A8470CA283}"/>
                </a:ext>
              </a:extLst>
            </p:cNvPr>
            <p:cNvSpPr/>
            <p:nvPr/>
          </p:nvSpPr>
          <p:spPr>
            <a:xfrm>
              <a:off x="4140718" y="4767335"/>
              <a:ext cx="279047" cy="267678"/>
            </a:xfrm>
            <a:prstGeom prst="pen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等腰三角形 225">
              <a:extLst>
                <a:ext uri="{FF2B5EF4-FFF2-40B4-BE49-F238E27FC236}">
                  <a16:creationId xmlns:a16="http://schemas.microsoft.com/office/drawing/2014/main" id="{4928CBE6-F935-46B5-9AC4-E0202DDADC7A}"/>
                </a:ext>
              </a:extLst>
            </p:cNvPr>
            <p:cNvSpPr/>
            <p:nvPr/>
          </p:nvSpPr>
          <p:spPr>
            <a:xfrm>
              <a:off x="4136495" y="5254633"/>
              <a:ext cx="279047" cy="279047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等腰三角形 226">
              <a:extLst>
                <a:ext uri="{FF2B5EF4-FFF2-40B4-BE49-F238E27FC236}">
                  <a16:creationId xmlns:a16="http://schemas.microsoft.com/office/drawing/2014/main" id="{9B6736C2-23C3-4A51-B294-FB84C415F6CE}"/>
                </a:ext>
              </a:extLst>
            </p:cNvPr>
            <p:cNvSpPr/>
            <p:nvPr/>
          </p:nvSpPr>
          <p:spPr>
            <a:xfrm>
              <a:off x="6594538" y="4945553"/>
              <a:ext cx="279047" cy="279047"/>
            </a:xfrm>
            <a:prstGeom prst="triangle">
              <a:avLst/>
            </a:prstGeom>
            <a:solidFill>
              <a:srgbClr val="199E91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" name="等腰三角形 228">
              <a:extLst>
                <a:ext uri="{FF2B5EF4-FFF2-40B4-BE49-F238E27FC236}">
                  <a16:creationId xmlns:a16="http://schemas.microsoft.com/office/drawing/2014/main" id="{D3804A94-BB9F-4EC1-8AE2-77F5CD2CA5E5}"/>
                </a:ext>
              </a:extLst>
            </p:cNvPr>
            <p:cNvSpPr/>
            <p:nvPr/>
          </p:nvSpPr>
          <p:spPr>
            <a:xfrm>
              <a:off x="6596367" y="5355502"/>
              <a:ext cx="279047" cy="279047"/>
            </a:xfrm>
            <a:prstGeom prst="triangle">
              <a:avLst/>
            </a:prstGeom>
            <a:solidFill>
              <a:srgbClr val="55BEB3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6A2153F1-AD36-4704-919B-1911D293C2DC}"/>
                </a:ext>
              </a:extLst>
            </p:cNvPr>
            <p:cNvSpPr/>
            <p:nvPr/>
          </p:nvSpPr>
          <p:spPr>
            <a:xfrm rot="5400000">
              <a:off x="6585836" y="4575371"/>
              <a:ext cx="279047" cy="279047"/>
            </a:xfrm>
            <a:prstGeom prst="rect">
              <a:avLst/>
            </a:prstGeom>
            <a:solidFill>
              <a:srgbClr val="197E6F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五边形 232">
              <a:extLst>
                <a:ext uri="{FF2B5EF4-FFF2-40B4-BE49-F238E27FC236}">
                  <a16:creationId xmlns:a16="http://schemas.microsoft.com/office/drawing/2014/main" id="{2102B24C-1CF4-46D3-9E59-04D30D5199BA}"/>
                </a:ext>
              </a:extLst>
            </p:cNvPr>
            <p:cNvSpPr/>
            <p:nvPr/>
          </p:nvSpPr>
          <p:spPr>
            <a:xfrm>
              <a:off x="6586305" y="4194469"/>
              <a:ext cx="279047" cy="279047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等腰三角形 233">
              <a:extLst>
                <a:ext uri="{FF2B5EF4-FFF2-40B4-BE49-F238E27FC236}">
                  <a16:creationId xmlns:a16="http://schemas.microsoft.com/office/drawing/2014/main" id="{4360BA6A-0128-4C02-8E86-581206AA9D63}"/>
                </a:ext>
              </a:extLst>
            </p:cNvPr>
            <p:cNvSpPr/>
            <p:nvPr/>
          </p:nvSpPr>
          <p:spPr>
            <a:xfrm>
              <a:off x="8401906" y="4983457"/>
              <a:ext cx="279047" cy="279047"/>
            </a:xfrm>
            <a:prstGeom prst="triangle">
              <a:avLst/>
            </a:prstGeom>
            <a:solidFill>
              <a:srgbClr val="199E91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0" name="等腰三角形 239">
              <a:extLst>
                <a:ext uri="{FF2B5EF4-FFF2-40B4-BE49-F238E27FC236}">
                  <a16:creationId xmlns:a16="http://schemas.microsoft.com/office/drawing/2014/main" id="{E56CDC34-7D1C-4B04-95B4-0B3B072212AD}"/>
                </a:ext>
              </a:extLst>
            </p:cNvPr>
            <p:cNvSpPr/>
            <p:nvPr/>
          </p:nvSpPr>
          <p:spPr>
            <a:xfrm>
              <a:off x="8403735" y="5393406"/>
              <a:ext cx="279047" cy="279047"/>
            </a:xfrm>
            <a:prstGeom prst="triangle">
              <a:avLst/>
            </a:prstGeom>
            <a:solidFill>
              <a:srgbClr val="55BEB3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74AE5A2A-4D16-400E-A2DE-58396B1CF152}"/>
                </a:ext>
              </a:extLst>
            </p:cNvPr>
            <p:cNvSpPr/>
            <p:nvPr/>
          </p:nvSpPr>
          <p:spPr>
            <a:xfrm rot="5400000">
              <a:off x="8393204" y="4613275"/>
              <a:ext cx="279047" cy="279047"/>
            </a:xfrm>
            <a:prstGeom prst="rect">
              <a:avLst/>
            </a:prstGeom>
            <a:solidFill>
              <a:srgbClr val="197E6F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五边形 243">
              <a:extLst>
                <a:ext uri="{FF2B5EF4-FFF2-40B4-BE49-F238E27FC236}">
                  <a16:creationId xmlns:a16="http://schemas.microsoft.com/office/drawing/2014/main" id="{D913C2AF-C919-4B66-AF47-0E1831CDC557}"/>
                </a:ext>
              </a:extLst>
            </p:cNvPr>
            <p:cNvSpPr/>
            <p:nvPr/>
          </p:nvSpPr>
          <p:spPr>
            <a:xfrm>
              <a:off x="8393673" y="4232373"/>
              <a:ext cx="279047" cy="279047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等腰三角形 258">
              <a:extLst>
                <a:ext uri="{FF2B5EF4-FFF2-40B4-BE49-F238E27FC236}">
                  <a16:creationId xmlns:a16="http://schemas.microsoft.com/office/drawing/2014/main" id="{BFE96F75-AF43-42B8-9A9E-D7C2488C5AA3}"/>
                </a:ext>
              </a:extLst>
            </p:cNvPr>
            <p:cNvSpPr/>
            <p:nvPr/>
          </p:nvSpPr>
          <p:spPr>
            <a:xfrm>
              <a:off x="10319962" y="5021311"/>
              <a:ext cx="279047" cy="279047"/>
            </a:xfrm>
            <a:prstGeom prst="triangle">
              <a:avLst/>
            </a:prstGeom>
            <a:solidFill>
              <a:srgbClr val="199E91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0" name="等腰三角形 259">
              <a:extLst>
                <a:ext uri="{FF2B5EF4-FFF2-40B4-BE49-F238E27FC236}">
                  <a16:creationId xmlns:a16="http://schemas.microsoft.com/office/drawing/2014/main" id="{F020EA02-B98D-4B2F-B9A4-95DF56378A4D}"/>
                </a:ext>
              </a:extLst>
            </p:cNvPr>
            <p:cNvSpPr/>
            <p:nvPr/>
          </p:nvSpPr>
          <p:spPr>
            <a:xfrm>
              <a:off x="10321791" y="5431260"/>
              <a:ext cx="279047" cy="279047"/>
            </a:xfrm>
            <a:prstGeom prst="triangle">
              <a:avLst/>
            </a:prstGeom>
            <a:solidFill>
              <a:srgbClr val="55BEB3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B4F84E2F-53D6-41A4-9B2E-34B01F139A12}"/>
                </a:ext>
              </a:extLst>
            </p:cNvPr>
            <p:cNvSpPr/>
            <p:nvPr/>
          </p:nvSpPr>
          <p:spPr>
            <a:xfrm rot="5400000">
              <a:off x="10311260" y="4651129"/>
              <a:ext cx="279047" cy="279047"/>
            </a:xfrm>
            <a:prstGeom prst="rect">
              <a:avLst/>
            </a:prstGeom>
            <a:solidFill>
              <a:srgbClr val="197E6F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五边形 261">
              <a:extLst>
                <a:ext uri="{FF2B5EF4-FFF2-40B4-BE49-F238E27FC236}">
                  <a16:creationId xmlns:a16="http://schemas.microsoft.com/office/drawing/2014/main" id="{0E3DCABA-B889-4E14-8E13-7273925F5869}"/>
                </a:ext>
              </a:extLst>
            </p:cNvPr>
            <p:cNvSpPr/>
            <p:nvPr/>
          </p:nvSpPr>
          <p:spPr>
            <a:xfrm>
              <a:off x="10311729" y="4270227"/>
              <a:ext cx="279047" cy="279047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rgbClr val="9B2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五边形 262">
              <a:extLst>
                <a:ext uri="{FF2B5EF4-FFF2-40B4-BE49-F238E27FC236}">
                  <a16:creationId xmlns:a16="http://schemas.microsoft.com/office/drawing/2014/main" id="{721C1C01-BFD8-4E32-A943-893242F28338}"/>
                </a:ext>
              </a:extLst>
            </p:cNvPr>
            <p:cNvSpPr/>
            <p:nvPr/>
          </p:nvSpPr>
          <p:spPr>
            <a:xfrm>
              <a:off x="5982808" y="5372873"/>
              <a:ext cx="279047" cy="279047"/>
            </a:xfrm>
            <a:prstGeom prst="pentagon">
              <a:avLst/>
            </a:prstGeom>
            <a:solidFill>
              <a:srgbClr val="D5B698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8844B84D-6DA6-4BD4-B979-20C5E881190B}"/>
                </a:ext>
              </a:extLst>
            </p:cNvPr>
            <p:cNvSpPr/>
            <p:nvPr/>
          </p:nvSpPr>
          <p:spPr>
            <a:xfrm rot="5400000">
              <a:off x="5983708" y="4201340"/>
              <a:ext cx="279047" cy="279047"/>
            </a:xfrm>
            <a:prstGeom prst="rect">
              <a:avLst/>
            </a:prstGeom>
            <a:solidFill>
              <a:srgbClr val="9DDAD1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8BAABBB3-D91D-416B-9033-C031606D8E57}"/>
                </a:ext>
              </a:extLst>
            </p:cNvPr>
            <p:cNvSpPr/>
            <p:nvPr/>
          </p:nvSpPr>
          <p:spPr>
            <a:xfrm rot="5400000">
              <a:off x="5983551" y="4615167"/>
              <a:ext cx="279047" cy="279047"/>
            </a:xfrm>
            <a:prstGeom prst="rect">
              <a:avLst/>
            </a:prstGeom>
            <a:solidFill>
              <a:srgbClr val="D5EEEB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五边形 265">
              <a:extLst>
                <a:ext uri="{FF2B5EF4-FFF2-40B4-BE49-F238E27FC236}">
                  <a16:creationId xmlns:a16="http://schemas.microsoft.com/office/drawing/2014/main" id="{06B2AD48-4B38-4E7F-8235-6E5720AD70F0}"/>
                </a:ext>
              </a:extLst>
            </p:cNvPr>
            <p:cNvSpPr/>
            <p:nvPr/>
          </p:nvSpPr>
          <p:spPr>
            <a:xfrm>
              <a:off x="5983551" y="4987547"/>
              <a:ext cx="279047" cy="267678"/>
            </a:xfrm>
            <a:prstGeom prst="pentagon">
              <a:avLst/>
            </a:prstGeom>
            <a:solidFill>
              <a:srgbClr val="AAB69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五边形 266">
              <a:extLst>
                <a:ext uri="{FF2B5EF4-FFF2-40B4-BE49-F238E27FC236}">
                  <a16:creationId xmlns:a16="http://schemas.microsoft.com/office/drawing/2014/main" id="{A8AB7309-95CB-4BA9-83C3-423306C5D3B8}"/>
                </a:ext>
              </a:extLst>
            </p:cNvPr>
            <p:cNvSpPr/>
            <p:nvPr/>
          </p:nvSpPr>
          <p:spPr>
            <a:xfrm>
              <a:off x="7789433" y="5402308"/>
              <a:ext cx="279047" cy="279047"/>
            </a:xfrm>
            <a:prstGeom prst="pentagon">
              <a:avLst/>
            </a:prstGeom>
            <a:solidFill>
              <a:srgbClr val="D5B698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9FBD5FB0-18A9-4ACC-A30B-425E36CBCA66}"/>
                </a:ext>
              </a:extLst>
            </p:cNvPr>
            <p:cNvSpPr/>
            <p:nvPr/>
          </p:nvSpPr>
          <p:spPr>
            <a:xfrm rot="5400000">
              <a:off x="7790333" y="4230775"/>
              <a:ext cx="279047" cy="279047"/>
            </a:xfrm>
            <a:prstGeom prst="rect">
              <a:avLst/>
            </a:prstGeom>
            <a:solidFill>
              <a:srgbClr val="9DDAD1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B6E3BA2A-689A-4D50-87DD-F04AD3F16493}"/>
                </a:ext>
              </a:extLst>
            </p:cNvPr>
            <p:cNvSpPr/>
            <p:nvPr/>
          </p:nvSpPr>
          <p:spPr>
            <a:xfrm rot="5400000">
              <a:off x="7790176" y="4644602"/>
              <a:ext cx="279047" cy="279047"/>
            </a:xfrm>
            <a:prstGeom prst="rect">
              <a:avLst/>
            </a:prstGeom>
            <a:solidFill>
              <a:srgbClr val="D5EEEB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五边形 269">
              <a:extLst>
                <a:ext uri="{FF2B5EF4-FFF2-40B4-BE49-F238E27FC236}">
                  <a16:creationId xmlns:a16="http://schemas.microsoft.com/office/drawing/2014/main" id="{70F949C0-58CC-42FC-BF3B-15A0620495AC}"/>
                </a:ext>
              </a:extLst>
            </p:cNvPr>
            <p:cNvSpPr/>
            <p:nvPr/>
          </p:nvSpPr>
          <p:spPr>
            <a:xfrm>
              <a:off x="7790176" y="5016982"/>
              <a:ext cx="279047" cy="267678"/>
            </a:xfrm>
            <a:prstGeom prst="pentagon">
              <a:avLst/>
            </a:prstGeom>
            <a:solidFill>
              <a:srgbClr val="AAB69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五边形 278">
              <a:extLst>
                <a:ext uri="{FF2B5EF4-FFF2-40B4-BE49-F238E27FC236}">
                  <a16:creationId xmlns:a16="http://schemas.microsoft.com/office/drawing/2014/main" id="{BEB098D7-DF51-4138-A5FD-9BDBCB0ECCFD}"/>
                </a:ext>
              </a:extLst>
            </p:cNvPr>
            <p:cNvSpPr/>
            <p:nvPr/>
          </p:nvSpPr>
          <p:spPr>
            <a:xfrm>
              <a:off x="9687533" y="5444423"/>
              <a:ext cx="279047" cy="279047"/>
            </a:xfrm>
            <a:prstGeom prst="pentagon">
              <a:avLst/>
            </a:prstGeom>
            <a:solidFill>
              <a:srgbClr val="D5B698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D516D5CF-4CD2-46D0-81D2-38B8A3F99B2B}"/>
                </a:ext>
              </a:extLst>
            </p:cNvPr>
            <p:cNvSpPr/>
            <p:nvPr/>
          </p:nvSpPr>
          <p:spPr>
            <a:xfrm rot="5400000">
              <a:off x="9688433" y="4272890"/>
              <a:ext cx="279047" cy="279047"/>
            </a:xfrm>
            <a:prstGeom prst="rect">
              <a:avLst/>
            </a:prstGeom>
            <a:solidFill>
              <a:srgbClr val="9DDAD1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A229C760-C465-4DDE-AD3E-DBE1F02A63B5}"/>
                </a:ext>
              </a:extLst>
            </p:cNvPr>
            <p:cNvSpPr/>
            <p:nvPr/>
          </p:nvSpPr>
          <p:spPr>
            <a:xfrm rot="5400000">
              <a:off x="9688276" y="4686717"/>
              <a:ext cx="279047" cy="279047"/>
            </a:xfrm>
            <a:prstGeom prst="rect">
              <a:avLst/>
            </a:prstGeom>
            <a:solidFill>
              <a:srgbClr val="D5EEEB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五边形 281">
              <a:extLst>
                <a:ext uri="{FF2B5EF4-FFF2-40B4-BE49-F238E27FC236}">
                  <a16:creationId xmlns:a16="http://schemas.microsoft.com/office/drawing/2014/main" id="{36556CE8-A2A0-45C4-BBF4-61C033167B14}"/>
                </a:ext>
              </a:extLst>
            </p:cNvPr>
            <p:cNvSpPr/>
            <p:nvPr/>
          </p:nvSpPr>
          <p:spPr>
            <a:xfrm>
              <a:off x="9688276" y="5059097"/>
              <a:ext cx="279047" cy="267678"/>
            </a:xfrm>
            <a:prstGeom prst="pentagon">
              <a:avLst/>
            </a:prstGeom>
            <a:solidFill>
              <a:srgbClr val="AAB69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等腰三角形 282">
              <a:extLst>
                <a:ext uri="{FF2B5EF4-FFF2-40B4-BE49-F238E27FC236}">
                  <a16:creationId xmlns:a16="http://schemas.microsoft.com/office/drawing/2014/main" id="{58087380-C55C-4EFC-B32D-955A9E454E1B}"/>
                </a:ext>
              </a:extLst>
            </p:cNvPr>
            <p:cNvSpPr/>
            <p:nvPr/>
          </p:nvSpPr>
          <p:spPr>
            <a:xfrm>
              <a:off x="8204273" y="3518322"/>
              <a:ext cx="279047" cy="279047"/>
            </a:xfrm>
            <a:prstGeom prst="triangle">
              <a:avLst/>
            </a:prstGeom>
            <a:solidFill>
              <a:srgbClr val="C3A284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4" name="等腰三角形 283">
              <a:extLst>
                <a:ext uri="{FF2B5EF4-FFF2-40B4-BE49-F238E27FC236}">
                  <a16:creationId xmlns:a16="http://schemas.microsoft.com/office/drawing/2014/main" id="{7C53AF21-E359-4250-9BF7-DE4E468CAF21}"/>
                </a:ext>
              </a:extLst>
            </p:cNvPr>
            <p:cNvSpPr/>
            <p:nvPr/>
          </p:nvSpPr>
          <p:spPr>
            <a:xfrm>
              <a:off x="7877415" y="3527103"/>
              <a:ext cx="279047" cy="279047"/>
            </a:xfrm>
            <a:prstGeom prst="triangle">
              <a:avLst/>
            </a:prstGeom>
            <a:solidFill>
              <a:srgbClr val="9E7858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箭头: 下 346">
              <a:extLst>
                <a:ext uri="{FF2B5EF4-FFF2-40B4-BE49-F238E27FC236}">
                  <a16:creationId xmlns:a16="http://schemas.microsoft.com/office/drawing/2014/main" id="{D3CA22B4-0829-4FEE-A5B1-7AFB215D3EAB}"/>
                </a:ext>
              </a:extLst>
            </p:cNvPr>
            <p:cNvSpPr/>
            <p:nvPr/>
          </p:nvSpPr>
          <p:spPr>
            <a:xfrm rot="12851270">
              <a:off x="8359488" y="5734040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箭头: 下 348">
              <a:extLst>
                <a:ext uri="{FF2B5EF4-FFF2-40B4-BE49-F238E27FC236}">
                  <a16:creationId xmlns:a16="http://schemas.microsoft.com/office/drawing/2014/main" id="{6848220A-43A5-4D3A-A201-89F49D738B93}"/>
                </a:ext>
              </a:extLst>
            </p:cNvPr>
            <p:cNvSpPr/>
            <p:nvPr/>
          </p:nvSpPr>
          <p:spPr>
            <a:xfrm rot="8337243">
              <a:off x="7930519" y="5735028"/>
              <a:ext cx="106372" cy="216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等腰三角形 284">
              <a:extLst>
                <a:ext uri="{FF2B5EF4-FFF2-40B4-BE49-F238E27FC236}">
                  <a16:creationId xmlns:a16="http://schemas.microsoft.com/office/drawing/2014/main" id="{AAAB2CE8-EEE9-4EDC-84DA-75D5859E84A4}"/>
                </a:ext>
              </a:extLst>
            </p:cNvPr>
            <p:cNvSpPr/>
            <p:nvPr/>
          </p:nvSpPr>
          <p:spPr>
            <a:xfrm>
              <a:off x="7877415" y="5987168"/>
              <a:ext cx="279047" cy="279047"/>
            </a:xfrm>
            <a:prstGeom prst="triangle">
              <a:avLst/>
            </a:prstGeom>
            <a:solidFill>
              <a:srgbClr val="C3A284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E9E18FC3-7B9F-401A-BA20-B6C6B7428CEC}"/>
                </a:ext>
              </a:extLst>
            </p:cNvPr>
            <p:cNvSpPr/>
            <p:nvPr/>
          </p:nvSpPr>
          <p:spPr>
            <a:xfrm>
              <a:off x="8223181" y="6003142"/>
              <a:ext cx="279047" cy="279047"/>
            </a:xfrm>
            <a:prstGeom prst="rect">
              <a:avLst/>
            </a:prstGeom>
            <a:solidFill>
              <a:srgbClr val="6A3D1D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857F49B3-10BF-48DA-B7DA-E1C532707584}"/>
                </a:ext>
              </a:extLst>
            </p:cNvPr>
            <p:cNvSpPr/>
            <p:nvPr/>
          </p:nvSpPr>
          <p:spPr>
            <a:xfrm>
              <a:off x="10063879" y="3568940"/>
              <a:ext cx="279047" cy="279047"/>
            </a:xfrm>
            <a:prstGeom prst="triangle">
              <a:avLst/>
            </a:prstGeom>
            <a:solidFill>
              <a:srgbClr val="C3A284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3151F787-8F33-4CD5-9367-72E2CFF0D9A2}"/>
                </a:ext>
              </a:extLst>
            </p:cNvPr>
            <p:cNvSpPr txBox="1"/>
            <p:nvPr/>
          </p:nvSpPr>
          <p:spPr>
            <a:xfrm>
              <a:off x="6679626" y="35355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EFD68090-F60C-4982-BD98-A0ACFB3DC7ED}"/>
                </a:ext>
              </a:extLst>
            </p:cNvPr>
            <p:cNvGrpSpPr/>
            <p:nvPr/>
          </p:nvGrpSpPr>
          <p:grpSpPr>
            <a:xfrm>
              <a:off x="6977025" y="-29433"/>
              <a:ext cx="4087137" cy="3390614"/>
              <a:chOff x="3119757" y="2049519"/>
              <a:chExt cx="4087137" cy="3390614"/>
            </a:xfrm>
          </p:grpSpPr>
          <p:sp>
            <p:nvSpPr>
              <p:cNvPr id="150" name="等腰三角形 149">
                <a:extLst>
                  <a:ext uri="{FF2B5EF4-FFF2-40B4-BE49-F238E27FC236}">
                    <a16:creationId xmlns:a16="http://schemas.microsoft.com/office/drawing/2014/main" id="{F20988EC-7F63-4DCA-8226-B7A1144D4618}"/>
                  </a:ext>
                </a:extLst>
              </p:cNvPr>
              <p:cNvSpPr/>
              <p:nvPr/>
            </p:nvSpPr>
            <p:spPr>
              <a:xfrm rot="10800000">
                <a:off x="3917941" y="3505448"/>
                <a:ext cx="224203" cy="1679413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5FBDABFD-9058-4334-9A80-56102A6F16C3}"/>
                  </a:ext>
                </a:extLst>
              </p:cNvPr>
              <p:cNvSpPr txBox="1"/>
              <p:nvPr/>
            </p:nvSpPr>
            <p:spPr>
              <a:xfrm>
                <a:off x="3466951" y="3226897"/>
                <a:ext cx="8716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Distinct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9C76835A-4C36-4FA3-B8FE-0FCA0DAC2966}"/>
                  </a:ext>
                </a:extLst>
              </p:cNvPr>
              <p:cNvSpPr txBox="1"/>
              <p:nvPr/>
            </p:nvSpPr>
            <p:spPr>
              <a:xfrm>
                <a:off x="3161115" y="5067066"/>
                <a:ext cx="1188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Redundant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26B81D15-7CE5-4B65-A671-3319DBDB66D6}"/>
                  </a:ext>
                </a:extLst>
              </p:cNvPr>
              <p:cNvGrpSpPr/>
              <p:nvPr/>
            </p:nvGrpSpPr>
            <p:grpSpPr>
              <a:xfrm>
                <a:off x="4341772" y="2685423"/>
                <a:ext cx="1038092" cy="1549439"/>
                <a:chOff x="5580815" y="4567554"/>
                <a:chExt cx="873475" cy="1303734"/>
              </a:xfrm>
            </p:grpSpPr>
            <p:sp>
              <p:nvSpPr>
                <p:cNvPr id="197" name="矩形: 圆角 196">
                  <a:extLst>
                    <a:ext uri="{FF2B5EF4-FFF2-40B4-BE49-F238E27FC236}">
                      <a16:creationId xmlns:a16="http://schemas.microsoft.com/office/drawing/2014/main" id="{DD2B9804-0C33-4B92-B288-CD4A295211FC}"/>
                    </a:ext>
                  </a:extLst>
                </p:cNvPr>
                <p:cNvSpPr/>
                <p:nvPr/>
              </p:nvSpPr>
              <p:spPr>
                <a:xfrm>
                  <a:off x="6266793" y="4567554"/>
                  <a:ext cx="178077" cy="629204"/>
                </a:xfrm>
                <a:prstGeom prst="roundRect">
                  <a:avLst/>
                </a:prstGeom>
                <a:noFill/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8" name="矩形: 圆角 197">
                  <a:extLst>
                    <a:ext uri="{FF2B5EF4-FFF2-40B4-BE49-F238E27FC236}">
                      <a16:creationId xmlns:a16="http://schemas.microsoft.com/office/drawing/2014/main" id="{50CC6C73-533B-4C8C-B700-881D8CC0C4B6}"/>
                    </a:ext>
                  </a:extLst>
                </p:cNvPr>
                <p:cNvSpPr/>
                <p:nvPr/>
              </p:nvSpPr>
              <p:spPr>
                <a:xfrm>
                  <a:off x="6274290" y="5241288"/>
                  <a:ext cx="180000" cy="630000"/>
                </a:xfrm>
                <a:prstGeom prst="roundRect">
                  <a:avLst/>
                </a:prstGeom>
                <a:noFill/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9" name="等腰三角形 198">
                  <a:extLst>
                    <a:ext uri="{FF2B5EF4-FFF2-40B4-BE49-F238E27FC236}">
                      <a16:creationId xmlns:a16="http://schemas.microsoft.com/office/drawing/2014/main" id="{A9E8708B-2BA2-415E-9AA5-B2F99F05A8B6}"/>
                    </a:ext>
                  </a:extLst>
                </p:cNvPr>
                <p:cNvSpPr/>
                <p:nvPr/>
              </p:nvSpPr>
              <p:spPr>
                <a:xfrm>
                  <a:off x="6307726" y="4894869"/>
                  <a:ext cx="112509" cy="112509"/>
                </a:xfrm>
                <a:prstGeom prst="triangle">
                  <a:avLst/>
                </a:prstGeom>
                <a:solidFill>
                  <a:srgbClr val="199E91"/>
                </a:solidFill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0" name="等腰三角形 199">
                  <a:extLst>
                    <a:ext uri="{FF2B5EF4-FFF2-40B4-BE49-F238E27FC236}">
                      <a16:creationId xmlns:a16="http://schemas.microsoft.com/office/drawing/2014/main" id="{3403B8E9-2EF9-4B34-B0AD-CE559CDDD1F6}"/>
                    </a:ext>
                  </a:extLst>
                </p:cNvPr>
                <p:cNvSpPr/>
                <p:nvPr/>
              </p:nvSpPr>
              <p:spPr>
                <a:xfrm>
                  <a:off x="6308464" y="5060157"/>
                  <a:ext cx="112509" cy="112509"/>
                </a:xfrm>
                <a:prstGeom prst="triangle">
                  <a:avLst/>
                </a:prstGeom>
                <a:solidFill>
                  <a:srgbClr val="55BEB3"/>
                </a:solidFill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1" name="矩形 200">
                  <a:extLst>
                    <a:ext uri="{FF2B5EF4-FFF2-40B4-BE49-F238E27FC236}">
                      <a16:creationId xmlns:a16="http://schemas.microsoft.com/office/drawing/2014/main" id="{EBB565EB-9061-4DAB-A2AA-08AEFC056366}"/>
                    </a:ext>
                  </a:extLst>
                </p:cNvPr>
                <p:cNvSpPr/>
                <p:nvPr/>
              </p:nvSpPr>
              <p:spPr>
                <a:xfrm rot="5400000">
                  <a:off x="6304218" y="4745615"/>
                  <a:ext cx="112509" cy="112509"/>
                </a:xfrm>
                <a:prstGeom prst="rect">
                  <a:avLst/>
                </a:prstGeom>
                <a:solidFill>
                  <a:srgbClr val="197E6F"/>
                </a:solidFill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2" name="五边形 201">
                  <a:extLst>
                    <a:ext uri="{FF2B5EF4-FFF2-40B4-BE49-F238E27FC236}">
                      <a16:creationId xmlns:a16="http://schemas.microsoft.com/office/drawing/2014/main" id="{D85C79B6-5C4B-4C1E-9EC7-B0C858B6948C}"/>
                    </a:ext>
                  </a:extLst>
                </p:cNvPr>
                <p:cNvSpPr/>
                <p:nvPr/>
              </p:nvSpPr>
              <p:spPr>
                <a:xfrm>
                  <a:off x="6304407" y="4592039"/>
                  <a:ext cx="112509" cy="112509"/>
                </a:xfrm>
                <a:prstGeom prst="pentagon">
                  <a:avLst/>
                </a:prstGeom>
                <a:solidFill>
                  <a:srgbClr val="195E4D"/>
                </a:solidFill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3" name="矩形 202">
                  <a:extLst>
                    <a:ext uri="{FF2B5EF4-FFF2-40B4-BE49-F238E27FC236}">
                      <a16:creationId xmlns:a16="http://schemas.microsoft.com/office/drawing/2014/main" id="{BFDC0ED7-349C-4A37-BEB7-C6C5BE452B62}"/>
                    </a:ext>
                  </a:extLst>
                </p:cNvPr>
                <p:cNvSpPr/>
                <p:nvPr/>
              </p:nvSpPr>
              <p:spPr>
                <a:xfrm rot="5400000">
                  <a:off x="6307810" y="5335824"/>
                  <a:ext cx="112509" cy="112509"/>
                </a:xfrm>
                <a:prstGeom prst="rect">
                  <a:avLst/>
                </a:prstGeom>
                <a:solidFill>
                  <a:srgbClr val="9DDAD1"/>
                </a:solidFill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5" name="矩形 204">
                  <a:extLst>
                    <a:ext uri="{FF2B5EF4-FFF2-40B4-BE49-F238E27FC236}">
                      <a16:creationId xmlns:a16="http://schemas.microsoft.com/office/drawing/2014/main" id="{DBD6E44A-680E-492F-BC22-D8BC9665CDE5}"/>
                    </a:ext>
                  </a:extLst>
                </p:cNvPr>
                <p:cNvSpPr/>
                <p:nvPr/>
              </p:nvSpPr>
              <p:spPr>
                <a:xfrm rot="5400000">
                  <a:off x="6307747" y="5502675"/>
                  <a:ext cx="112509" cy="112509"/>
                </a:xfrm>
                <a:prstGeom prst="rect">
                  <a:avLst/>
                </a:prstGeom>
                <a:solidFill>
                  <a:srgbClr val="D5EEEB"/>
                </a:solidFill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6" name="五边形 205">
                  <a:extLst>
                    <a:ext uri="{FF2B5EF4-FFF2-40B4-BE49-F238E27FC236}">
                      <a16:creationId xmlns:a16="http://schemas.microsoft.com/office/drawing/2014/main" id="{4F06BBA4-E1E8-4680-AA12-938B8CAF500D}"/>
                    </a:ext>
                  </a:extLst>
                </p:cNvPr>
                <p:cNvSpPr/>
                <p:nvPr/>
              </p:nvSpPr>
              <p:spPr>
                <a:xfrm>
                  <a:off x="6307747" y="5652816"/>
                  <a:ext cx="112509" cy="107925"/>
                </a:xfrm>
                <a:prstGeom prst="pentagon">
                  <a:avLst/>
                </a:prstGeom>
                <a:solidFill>
                  <a:srgbClr val="AEB79D"/>
                </a:solidFill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13" name="直接连接符 212">
                  <a:extLst>
                    <a:ext uri="{FF2B5EF4-FFF2-40B4-BE49-F238E27FC236}">
                      <a16:creationId xmlns:a16="http://schemas.microsoft.com/office/drawing/2014/main" id="{38A9C689-34CA-487C-9D63-9D1EA4B726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33833" y="4891897"/>
                  <a:ext cx="145494" cy="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连接符 213">
                  <a:extLst>
                    <a:ext uri="{FF2B5EF4-FFF2-40B4-BE49-F238E27FC236}">
                      <a16:creationId xmlns:a16="http://schemas.microsoft.com/office/drawing/2014/main" id="{55007172-542F-4D8C-A023-46736CDC73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1615" y="4784856"/>
                  <a:ext cx="0" cy="261268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连接符 214">
                  <a:extLst>
                    <a:ext uri="{FF2B5EF4-FFF2-40B4-BE49-F238E27FC236}">
                      <a16:creationId xmlns:a16="http://schemas.microsoft.com/office/drawing/2014/main" id="{FDE2C2BC-F4E1-4E1D-83DF-5E6F87E565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1463" y="4788370"/>
                  <a:ext cx="211877" cy="2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连接符 215">
                  <a:extLst>
                    <a:ext uri="{FF2B5EF4-FFF2-40B4-BE49-F238E27FC236}">
                      <a16:creationId xmlns:a16="http://schemas.microsoft.com/office/drawing/2014/main" id="{5F5921E5-B627-48BD-B1DF-CDA0E0412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2684" y="5042494"/>
                  <a:ext cx="75477" cy="202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连接符 216">
                  <a:extLst>
                    <a:ext uri="{FF2B5EF4-FFF2-40B4-BE49-F238E27FC236}">
                      <a16:creationId xmlns:a16="http://schemas.microsoft.com/office/drawing/2014/main" id="{FBD5AA7E-8020-4A71-BC61-58FE0FBBE7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61796" y="4951976"/>
                  <a:ext cx="1" cy="181436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连接符 217">
                  <a:extLst>
                    <a:ext uri="{FF2B5EF4-FFF2-40B4-BE49-F238E27FC236}">
                      <a16:creationId xmlns:a16="http://schemas.microsoft.com/office/drawing/2014/main" id="{34DEB042-9E57-4225-ABED-BB8BB68595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59721" y="4952924"/>
                  <a:ext cx="129810" cy="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连接符 221">
                  <a:extLst>
                    <a:ext uri="{FF2B5EF4-FFF2-40B4-BE49-F238E27FC236}">
                      <a16:creationId xmlns:a16="http://schemas.microsoft.com/office/drawing/2014/main" id="{D094ED44-E365-4A28-96E8-65D587C3B7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61530" y="5131204"/>
                  <a:ext cx="129885" cy="2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连接符 287">
                  <a:extLst>
                    <a:ext uri="{FF2B5EF4-FFF2-40B4-BE49-F238E27FC236}">
                      <a16:creationId xmlns:a16="http://schemas.microsoft.com/office/drawing/2014/main" id="{F64E3C9E-47F2-4C6D-9E0F-0E0401C5F9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08260" y="4753486"/>
                  <a:ext cx="223460" cy="0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直接连接符 288">
                  <a:extLst>
                    <a:ext uri="{FF2B5EF4-FFF2-40B4-BE49-F238E27FC236}">
                      <a16:creationId xmlns:a16="http://schemas.microsoft.com/office/drawing/2014/main" id="{8D8E76F0-2940-4106-B167-9DFF954724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35011" y="4659218"/>
                  <a:ext cx="362872" cy="1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直接连接符 289">
                  <a:extLst>
                    <a:ext uri="{FF2B5EF4-FFF2-40B4-BE49-F238E27FC236}">
                      <a16:creationId xmlns:a16="http://schemas.microsoft.com/office/drawing/2014/main" id="{E8DC3037-9B8E-4C06-8E58-E1B783AC5E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06377" y="5560836"/>
                  <a:ext cx="217724" cy="3663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接连接符 290">
                  <a:extLst>
                    <a:ext uri="{FF2B5EF4-FFF2-40B4-BE49-F238E27FC236}">
                      <a16:creationId xmlns:a16="http://schemas.microsoft.com/office/drawing/2014/main" id="{189F32C3-F9C4-4C62-AFA7-6A4253ADEA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35747" y="4658223"/>
                  <a:ext cx="1260" cy="236646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接连接符 291">
                  <a:extLst>
                    <a:ext uri="{FF2B5EF4-FFF2-40B4-BE49-F238E27FC236}">
                      <a16:creationId xmlns:a16="http://schemas.microsoft.com/office/drawing/2014/main" id="{C2877B2F-99B7-440A-A738-FB47BDEE5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14309" y="4751597"/>
                  <a:ext cx="1" cy="82800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直接连接符 292">
                  <a:extLst>
                    <a:ext uri="{FF2B5EF4-FFF2-40B4-BE49-F238E27FC236}">
                      <a16:creationId xmlns:a16="http://schemas.microsoft.com/office/drawing/2014/main" id="{BB6157C6-0EC3-4070-A8C6-C70FAB4E5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3925" y="5469992"/>
                  <a:ext cx="152406" cy="0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接连接符 293">
                  <a:extLst>
                    <a:ext uri="{FF2B5EF4-FFF2-40B4-BE49-F238E27FC236}">
                      <a16:creationId xmlns:a16="http://schemas.microsoft.com/office/drawing/2014/main" id="{2E8B902A-DD4E-4D59-BBD3-037292AD39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74020" y="5388816"/>
                  <a:ext cx="2212" cy="18438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接连接符 294">
                  <a:extLst>
                    <a:ext uri="{FF2B5EF4-FFF2-40B4-BE49-F238E27FC236}">
                      <a16:creationId xmlns:a16="http://schemas.microsoft.com/office/drawing/2014/main" id="{8B259872-325F-45E3-91EC-81878E48D7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75349" y="5387620"/>
                  <a:ext cx="211877" cy="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直接连接符 295">
                  <a:extLst>
                    <a:ext uri="{FF2B5EF4-FFF2-40B4-BE49-F238E27FC236}">
                      <a16:creationId xmlns:a16="http://schemas.microsoft.com/office/drawing/2014/main" id="{879105C6-22A4-4B46-AA92-9150DA8FB2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72268" y="5570780"/>
                  <a:ext cx="211877" cy="2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直接连接符 296">
                  <a:extLst>
                    <a:ext uri="{FF2B5EF4-FFF2-40B4-BE49-F238E27FC236}">
                      <a16:creationId xmlns:a16="http://schemas.microsoft.com/office/drawing/2014/main" id="{83C5DBEA-4587-4C2B-BF17-D033E4E9FA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3665" y="5704957"/>
                  <a:ext cx="361790" cy="1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接连接符 297">
                  <a:extLst>
                    <a:ext uri="{FF2B5EF4-FFF2-40B4-BE49-F238E27FC236}">
                      <a16:creationId xmlns:a16="http://schemas.microsoft.com/office/drawing/2014/main" id="{30CA6893-BD3F-4535-9EB8-D05E1F7AF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4903" y="5468973"/>
                  <a:ext cx="1260" cy="236646"/>
                </a:xfrm>
                <a:prstGeom prst="line">
                  <a:avLst/>
                </a:prstGeom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接连接符 298">
                  <a:extLst>
                    <a:ext uri="{FF2B5EF4-FFF2-40B4-BE49-F238E27FC236}">
                      <a16:creationId xmlns:a16="http://schemas.microsoft.com/office/drawing/2014/main" id="{B2EFFAD7-D980-490E-BC1B-C634C69AE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16169" y="4745485"/>
                  <a:ext cx="935" cy="420931"/>
                </a:xfrm>
                <a:prstGeom prst="line">
                  <a:avLst/>
                </a:prstGeom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直接连接符 299">
                  <a:extLst>
                    <a:ext uri="{FF2B5EF4-FFF2-40B4-BE49-F238E27FC236}">
                      <a16:creationId xmlns:a16="http://schemas.microsoft.com/office/drawing/2014/main" id="{2A2C9E52-A68C-4895-B0E8-61EE9BD9C6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80815" y="5172666"/>
                  <a:ext cx="144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F26C32C5-2ABE-45C0-B5DB-B7F27131E454}"/>
                  </a:ext>
                </a:extLst>
              </p:cNvPr>
              <p:cNvGrpSpPr/>
              <p:nvPr/>
            </p:nvGrpSpPr>
            <p:grpSpPr>
              <a:xfrm>
                <a:off x="4275616" y="4483452"/>
                <a:ext cx="1120276" cy="956681"/>
                <a:chOff x="4165084" y="4874937"/>
                <a:chExt cx="876262" cy="748301"/>
              </a:xfrm>
            </p:grpSpPr>
            <p:sp>
              <p:nvSpPr>
                <p:cNvPr id="167" name="矩形 166">
                  <a:extLst>
                    <a:ext uri="{FF2B5EF4-FFF2-40B4-BE49-F238E27FC236}">
                      <a16:creationId xmlns:a16="http://schemas.microsoft.com/office/drawing/2014/main" id="{D6FBF01D-3C35-43F4-B721-27A92F57DCEB}"/>
                    </a:ext>
                  </a:extLst>
                </p:cNvPr>
                <p:cNvSpPr/>
                <p:nvPr/>
              </p:nvSpPr>
              <p:spPr>
                <a:xfrm rot="5400000">
                  <a:off x="4893970" y="5052998"/>
                  <a:ext cx="112509" cy="112509"/>
                </a:xfrm>
                <a:prstGeom prst="rect">
                  <a:avLst/>
                </a:prstGeom>
                <a:solidFill>
                  <a:srgbClr val="197E6F"/>
                </a:solidFill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8" name="五边形 167">
                  <a:extLst>
                    <a:ext uri="{FF2B5EF4-FFF2-40B4-BE49-F238E27FC236}">
                      <a16:creationId xmlns:a16="http://schemas.microsoft.com/office/drawing/2014/main" id="{236D08DB-2CD2-4CBA-8B23-92E90207B3E6}"/>
                    </a:ext>
                  </a:extLst>
                </p:cNvPr>
                <p:cNvSpPr/>
                <p:nvPr/>
              </p:nvSpPr>
              <p:spPr>
                <a:xfrm>
                  <a:off x="4894159" y="4899422"/>
                  <a:ext cx="112509" cy="112509"/>
                </a:xfrm>
                <a:prstGeom prst="pentagon">
                  <a:avLst/>
                </a:prstGeom>
                <a:solidFill>
                  <a:srgbClr val="195E4D"/>
                </a:solidFill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9" name="直接连接符 168">
                  <a:extLst>
                    <a:ext uri="{FF2B5EF4-FFF2-40B4-BE49-F238E27FC236}">
                      <a16:creationId xmlns:a16="http://schemas.microsoft.com/office/drawing/2014/main" id="{7DAEF12F-E254-4934-BD29-A6102110C6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3585" y="5199280"/>
                  <a:ext cx="14549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>
                  <a:extLst>
                    <a:ext uri="{FF2B5EF4-FFF2-40B4-BE49-F238E27FC236}">
                      <a16:creationId xmlns:a16="http://schemas.microsoft.com/office/drawing/2014/main" id="{CC74CB13-D4C7-4A36-B87D-C51A10D78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1367" y="5092239"/>
                  <a:ext cx="0" cy="216000"/>
                </a:xfrm>
                <a:prstGeom prst="line">
                  <a:avLst/>
                </a:prstGeom>
                <a:noFill/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接连接符 170">
                  <a:extLst>
                    <a:ext uri="{FF2B5EF4-FFF2-40B4-BE49-F238E27FC236}">
                      <a16:creationId xmlns:a16="http://schemas.microsoft.com/office/drawing/2014/main" id="{D94F889B-B379-4505-B471-EB9D2F7797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1215" y="5095753"/>
                  <a:ext cx="211877" cy="1"/>
                </a:xfrm>
                <a:prstGeom prst="line">
                  <a:avLst/>
                </a:prstGeom>
                <a:noFill/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直接连接符 171">
                  <a:extLst>
                    <a:ext uri="{FF2B5EF4-FFF2-40B4-BE49-F238E27FC236}">
                      <a16:creationId xmlns:a16="http://schemas.microsoft.com/office/drawing/2014/main" id="{612D49B3-5BDA-49B7-8725-074AAE6DE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98012" y="5060869"/>
                  <a:ext cx="22345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连接符 172">
                  <a:extLst>
                    <a:ext uri="{FF2B5EF4-FFF2-40B4-BE49-F238E27FC236}">
                      <a16:creationId xmlns:a16="http://schemas.microsoft.com/office/drawing/2014/main" id="{FE67FDF7-FDD4-444C-B1AF-8C47C19A84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4763" y="4966601"/>
                  <a:ext cx="362872" cy="1"/>
                </a:xfrm>
                <a:prstGeom prst="line">
                  <a:avLst/>
                </a:prstGeom>
                <a:noFill/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连接符 173">
                  <a:extLst>
                    <a:ext uri="{FF2B5EF4-FFF2-40B4-BE49-F238E27FC236}">
                      <a16:creationId xmlns:a16="http://schemas.microsoft.com/office/drawing/2014/main" id="{6072A85C-40FA-43DB-8F08-B34EAC5B8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5499" y="4965606"/>
                  <a:ext cx="1259" cy="23664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6" name="矩形: 圆角 175">
                  <a:extLst>
                    <a:ext uri="{FF2B5EF4-FFF2-40B4-BE49-F238E27FC236}">
                      <a16:creationId xmlns:a16="http://schemas.microsoft.com/office/drawing/2014/main" id="{C1076D85-DBD5-4372-A425-D9FD90CA7643}"/>
                    </a:ext>
                  </a:extLst>
                </p:cNvPr>
                <p:cNvSpPr/>
                <p:nvPr/>
              </p:nvSpPr>
              <p:spPr>
                <a:xfrm>
                  <a:off x="4863269" y="4874937"/>
                  <a:ext cx="178077" cy="348848"/>
                </a:xfrm>
                <a:prstGeom prst="roundRect">
                  <a:avLst/>
                </a:prstGeom>
                <a:noFill/>
                <a:ln w="12700">
                  <a:solidFill>
                    <a:srgbClr val="9B203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7" name="等腰三角形 176">
                  <a:extLst>
                    <a:ext uri="{FF2B5EF4-FFF2-40B4-BE49-F238E27FC236}">
                      <a16:creationId xmlns:a16="http://schemas.microsoft.com/office/drawing/2014/main" id="{F9AABB92-DB9F-4202-B0D9-8046460BCE48}"/>
                    </a:ext>
                  </a:extLst>
                </p:cNvPr>
                <p:cNvSpPr/>
                <p:nvPr/>
              </p:nvSpPr>
              <p:spPr>
                <a:xfrm>
                  <a:off x="4897478" y="5314451"/>
                  <a:ext cx="112509" cy="112509"/>
                </a:xfrm>
                <a:prstGeom prst="triangle">
                  <a:avLst/>
                </a:prstGeom>
                <a:solidFill>
                  <a:srgbClr val="199E91"/>
                </a:solidFill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8" name="等腰三角形 177">
                  <a:extLst>
                    <a:ext uri="{FF2B5EF4-FFF2-40B4-BE49-F238E27FC236}">
                      <a16:creationId xmlns:a16="http://schemas.microsoft.com/office/drawing/2014/main" id="{B0BF0F18-BD64-444F-B601-17E5E8599861}"/>
                    </a:ext>
                  </a:extLst>
                </p:cNvPr>
                <p:cNvSpPr/>
                <p:nvPr/>
              </p:nvSpPr>
              <p:spPr>
                <a:xfrm>
                  <a:off x="4898216" y="5479739"/>
                  <a:ext cx="112509" cy="112509"/>
                </a:xfrm>
                <a:prstGeom prst="triangle">
                  <a:avLst/>
                </a:prstGeom>
                <a:solidFill>
                  <a:srgbClr val="55BEB3"/>
                </a:solidFill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80" name="直接连接符 179">
                  <a:extLst>
                    <a:ext uri="{FF2B5EF4-FFF2-40B4-BE49-F238E27FC236}">
                      <a16:creationId xmlns:a16="http://schemas.microsoft.com/office/drawing/2014/main" id="{C0D3E91A-7F61-4712-8F65-581FE6AE49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1367" y="5197718"/>
                  <a:ext cx="0" cy="270000"/>
                </a:xfrm>
                <a:prstGeom prst="line">
                  <a:avLst/>
                </a:prstGeom>
                <a:noFill/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连接符 181">
                  <a:extLst>
                    <a:ext uri="{FF2B5EF4-FFF2-40B4-BE49-F238E27FC236}">
                      <a16:creationId xmlns:a16="http://schemas.microsoft.com/office/drawing/2014/main" id="{4392C607-45E1-4DC0-9263-14F2E596EE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2436" y="5462076"/>
                  <a:ext cx="75477" cy="2020"/>
                </a:xfrm>
                <a:prstGeom prst="line">
                  <a:avLst/>
                </a:prstGeom>
                <a:noFill/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直接连接符 183">
                  <a:extLst>
                    <a:ext uri="{FF2B5EF4-FFF2-40B4-BE49-F238E27FC236}">
                      <a16:creationId xmlns:a16="http://schemas.microsoft.com/office/drawing/2014/main" id="{EF37D608-FD8E-4649-BE04-7C6E5D1CE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51548" y="5371558"/>
                  <a:ext cx="1" cy="181436"/>
                </a:xfrm>
                <a:prstGeom prst="line">
                  <a:avLst/>
                </a:prstGeom>
                <a:noFill/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直接连接符 184">
                  <a:extLst>
                    <a:ext uri="{FF2B5EF4-FFF2-40B4-BE49-F238E27FC236}">
                      <a16:creationId xmlns:a16="http://schemas.microsoft.com/office/drawing/2014/main" id="{8F50FE4F-22B6-4B6B-87E7-E82C62964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9473" y="5372506"/>
                  <a:ext cx="129810" cy="0"/>
                </a:xfrm>
                <a:prstGeom prst="line">
                  <a:avLst/>
                </a:prstGeom>
                <a:noFill/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连接符 189">
                  <a:extLst>
                    <a:ext uri="{FF2B5EF4-FFF2-40B4-BE49-F238E27FC236}">
                      <a16:creationId xmlns:a16="http://schemas.microsoft.com/office/drawing/2014/main" id="{D7EA5F3B-BB26-46CC-AA8B-0DEDFC22FF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51282" y="5550786"/>
                  <a:ext cx="129885" cy="1"/>
                </a:xfrm>
                <a:prstGeom prst="line">
                  <a:avLst/>
                </a:prstGeom>
                <a:noFill/>
                <a:ln w="190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矩形: 圆角 190">
                  <a:extLst>
                    <a:ext uri="{FF2B5EF4-FFF2-40B4-BE49-F238E27FC236}">
                      <a16:creationId xmlns:a16="http://schemas.microsoft.com/office/drawing/2014/main" id="{2E4EE3F3-C891-40C5-B2EC-965BA471278F}"/>
                    </a:ext>
                  </a:extLst>
                </p:cNvPr>
                <p:cNvSpPr/>
                <p:nvPr/>
              </p:nvSpPr>
              <p:spPr>
                <a:xfrm>
                  <a:off x="4863269" y="5260683"/>
                  <a:ext cx="178077" cy="362555"/>
                </a:xfrm>
                <a:prstGeom prst="roundRect">
                  <a:avLst/>
                </a:prstGeom>
                <a:noFill/>
                <a:ln w="127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94" name="直接连接符 193">
                  <a:extLst>
                    <a:ext uri="{FF2B5EF4-FFF2-40B4-BE49-F238E27FC236}">
                      <a16:creationId xmlns:a16="http://schemas.microsoft.com/office/drawing/2014/main" id="{5EA06B04-BE3D-4329-BD9E-AD90BA02B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9387" y="5060869"/>
                  <a:ext cx="935" cy="4209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>
                  <a:extLst>
                    <a:ext uri="{FF2B5EF4-FFF2-40B4-BE49-F238E27FC236}">
                      <a16:creationId xmlns:a16="http://schemas.microsoft.com/office/drawing/2014/main" id="{F041E4DA-74C6-40F0-81DE-100747594A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65084" y="5480878"/>
                  <a:ext cx="1440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连接符 195">
                  <a:extLst>
                    <a:ext uri="{FF2B5EF4-FFF2-40B4-BE49-F238E27FC236}">
                      <a16:creationId xmlns:a16="http://schemas.microsoft.com/office/drawing/2014/main" id="{C424A739-D8FD-47A6-A9F6-8AD94F683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7021" y="4959610"/>
                  <a:ext cx="1259" cy="108000"/>
                </a:xfrm>
                <a:prstGeom prst="line">
                  <a:avLst/>
                </a:prstGeom>
                <a:noFill/>
                <a:ln w="19050">
                  <a:solidFill>
                    <a:srgbClr val="9B203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7D75D660-72ED-4608-9898-D36EECE40C16}"/>
                  </a:ext>
                </a:extLst>
              </p:cNvPr>
              <p:cNvCxnSpPr>
                <a:cxnSpLocks/>
                <a:stCxn id="197" idx="0"/>
              </p:cNvCxnSpPr>
              <p:nvPr/>
            </p:nvCxnSpPr>
            <p:spPr>
              <a:xfrm flipV="1">
                <a:off x="5262850" y="2397691"/>
                <a:ext cx="598331" cy="2877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9AECEB7D-3FDB-4CE1-81F3-0AE3C547971E}"/>
                  </a:ext>
                </a:extLst>
              </p:cNvPr>
              <p:cNvCxnSpPr>
                <a:cxnSpLocks/>
                <a:stCxn id="197" idx="2"/>
              </p:cNvCxnSpPr>
              <p:nvPr/>
            </p:nvCxnSpPr>
            <p:spPr>
              <a:xfrm>
                <a:off x="5262850" y="3433208"/>
                <a:ext cx="628275" cy="586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B2D5C5D5-442E-44F2-8EB9-12B489F55402}"/>
                  </a:ext>
                </a:extLst>
              </p:cNvPr>
              <p:cNvSpPr txBox="1"/>
              <p:nvPr/>
            </p:nvSpPr>
            <p:spPr>
              <a:xfrm>
                <a:off x="5659622" y="2049519"/>
                <a:ext cx="8716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Distinct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FF15553F-EC0A-40A1-AB41-EC3CA8F002CA}"/>
                  </a:ext>
                </a:extLst>
              </p:cNvPr>
              <p:cNvSpPr txBox="1"/>
              <p:nvPr/>
            </p:nvSpPr>
            <p:spPr>
              <a:xfrm>
                <a:off x="5571018" y="3927924"/>
                <a:ext cx="1188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Redundant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2" name="等腰三角形 161">
                <a:extLst>
                  <a:ext uri="{FF2B5EF4-FFF2-40B4-BE49-F238E27FC236}">
                    <a16:creationId xmlns:a16="http://schemas.microsoft.com/office/drawing/2014/main" id="{F636495F-024F-48FE-B956-40A8832D5814}"/>
                  </a:ext>
                </a:extLst>
              </p:cNvPr>
              <p:cNvSpPr/>
              <p:nvPr/>
            </p:nvSpPr>
            <p:spPr>
              <a:xfrm rot="10800000">
                <a:off x="5983331" y="2345889"/>
                <a:ext cx="224203" cy="1679413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等腰三角形 162">
                <a:extLst>
                  <a:ext uri="{FF2B5EF4-FFF2-40B4-BE49-F238E27FC236}">
                    <a16:creationId xmlns:a16="http://schemas.microsoft.com/office/drawing/2014/main" id="{D1914460-5829-40AD-B3FA-6D107FB4F872}"/>
                  </a:ext>
                </a:extLst>
              </p:cNvPr>
              <p:cNvSpPr/>
              <p:nvPr/>
            </p:nvSpPr>
            <p:spPr>
              <a:xfrm>
                <a:off x="5769098" y="3641829"/>
                <a:ext cx="214334" cy="214334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4" name="五边形 163">
                <a:extLst>
                  <a:ext uri="{FF2B5EF4-FFF2-40B4-BE49-F238E27FC236}">
                    <a16:creationId xmlns:a16="http://schemas.microsoft.com/office/drawing/2014/main" id="{590B03BC-66E6-49F7-A0C0-365FF6B8E92D}"/>
                  </a:ext>
                </a:extLst>
              </p:cNvPr>
              <p:cNvSpPr/>
              <p:nvPr/>
            </p:nvSpPr>
            <p:spPr>
              <a:xfrm>
                <a:off x="5749122" y="2489214"/>
                <a:ext cx="214334" cy="214334"/>
              </a:xfrm>
              <a:prstGeom prst="pentagon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8335E21-24AC-4CEE-84E9-56E11ADDAFA0}"/>
                  </a:ext>
                </a:extLst>
              </p:cNvPr>
              <p:cNvSpPr txBox="1"/>
              <p:nvPr/>
            </p:nvSpPr>
            <p:spPr>
              <a:xfrm>
                <a:off x="3119757" y="4192444"/>
                <a:ext cx="189162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9B20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Regional </a:t>
                </a:r>
                <a:r>
                  <a:rPr lang="en-US" altLang="zh-CN" sz="1400" dirty="0" err="1">
                    <a:solidFill>
                      <a:srgbClr val="9B20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evol</a:t>
                </a:r>
                <a:r>
                  <a:rPr lang="en-US" altLang="zh-CN" sz="1400" dirty="0">
                    <a:solidFill>
                      <a:srgbClr val="9B20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altLang="zh-CN" sz="1400" dirty="0" err="1">
                    <a:solidFill>
                      <a:srgbClr val="9B20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distinc</a:t>
                </a:r>
                <a:r>
                  <a:rPr lang="en-US" altLang="zh-CN" sz="1400" dirty="0">
                    <a:solidFill>
                      <a:srgbClr val="9B20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8095E592-AC02-4F6A-AB4A-877B0565EBFB}"/>
                  </a:ext>
                </a:extLst>
              </p:cNvPr>
              <p:cNvSpPr txBox="1"/>
              <p:nvPr/>
            </p:nvSpPr>
            <p:spPr>
              <a:xfrm>
                <a:off x="5372135" y="2988585"/>
                <a:ext cx="18347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Species </a:t>
                </a:r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evol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distinc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534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>
            <a:extLst>
              <a:ext uri="{FF2B5EF4-FFF2-40B4-BE49-F238E27FC236}">
                <a16:creationId xmlns:a16="http://schemas.microsoft.com/office/drawing/2014/main" id="{383A1F3F-654C-478C-A5F9-DCCE279B88C4}"/>
              </a:ext>
            </a:extLst>
          </p:cNvPr>
          <p:cNvGrpSpPr/>
          <p:nvPr/>
        </p:nvGrpSpPr>
        <p:grpSpPr>
          <a:xfrm>
            <a:off x="2390576" y="517212"/>
            <a:ext cx="7410847" cy="5314301"/>
            <a:chOff x="2571960" y="517212"/>
            <a:chExt cx="7410847" cy="5314301"/>
          </a:xfrm>
        </p:grpSpPr>
        <p:sp>
          <p:nvSpPr>
            <p:cNvPr id="162" name="等腰三角形 161">
              <a:extLst>
                <a:ext uri="{FF2B5EF4-FFF2-40B4-BE49-F238E27FC236}">
                  <a16:creationId xmlns:a16="http://schemas.microsoft.com/office/drawing/2014/main" id="{F636495F-024F-48FE-B956-40A8832D5814}"/>
                </a:ext>
              </a:extLst>
            </p:cNvPr>
            <p:cNvSpPr/>
            <p:nvPr/>
          </p:nvSpPr>
          <p:spPr>
            <a:xfrm rot="10800000">
              <a:off x="8924107" y="1394211"/>
              <a:ext cx="224203" cy="1317984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8095E592-AC02-4F6A-AB4A-877B0565EBFB}"/>
                </a:ext>
              </a:extLst>
            </p:cNvPr>
            <p:cNvSpPr txBox="1"/>
            <p:nvPr/>
          </p:nvSpPr>
          <p:spPr>
            <a:xfrm>
              <a:off x="8182807" y="1902494"/>
              <a:ext cx="1800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5D1806C-AA9A-4E59-97A0-E91AFD6B85F1}"/>
                </a:ext>
              </a:extLst>
            </p:cNvPr>
            <p:cNvCxnSpPr>
              <a:cxnSpLocks/>
            </p:cNvCxnSpPr>
            <p:nvPr/>
          </p:nvCxnSpPr>
          <p:spPr>
            <a:xfrm>
              <a:off x="3882396" y="1646445"/>
              <a:ext cx="13320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AA3092EF-7C5F-4B17-8588-B978168157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5725" y="1362356"/>
              <a:ext cx="180000" cy="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五边形 224">
              <a:extLst>
                <a:ext uri="{FF2B5EF4-FFF2-40B4-BE49-F238E27FC236}">
                  <a16:creationId xmlns:a16="http://schemas.microsoft.com/office/drawing/2014/main" id="{4F345281-5EB0-4715-88F6-D6A8470CA283}"/>
                </a:ext>
              </a:extLst>
            </p:cNvPr>
            <p:cNvSpPr/>
            <p:nvPr/>
          </p:nvSpPr>
          <p:spPr>
            <a:xfrm>
              <a:off x="3224527" y="4110320"/>
              <a:ext cx="279047" cy="267678"/>
            </a:xfrm>
            <a:prstGeom prst="pentagon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等腰三角形 225">
              <a:extLst>
                <a:ext uri="{FF2B5EF4-FFF2-40B4-BE49-F238E27FC236}">
                  <a16:creationId xmlns:a16="http://schemas.microsoft.com/office/drawing/2014/main" id="{4928CBE6-F935-46B5-9AC4-E0202DDADC7A}"/>
                </a:ext>
              </a:extLst>
            </p:cNvPr>
            <p:cNvSpPr/>
            <p:nvPr/>
          </p:nvSpPr>
          <p:spPr>
            <a:xfrm>
              <a:off x="3211295" y="4486676"/>
              <a:ext cx="279047" cy="279047"/>
            </a:xfrm>
            <a:prstGeom prst="triangle">
              <a:avLst/>
            </a:prstGeom>
            <a:noFill/>
            <a:ln w="19050">
              <a:solidFill>
                <a:schemeClr val="accent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93976F2C-753E-43D7-B294-D2038E9BB7C1}"/>
                </a:ext>
              </a:extLst>
            </p:cNvPr>
            <p:cNvGrpSpPr/>
            <p:nvPr/>
          </p:nvGrpSpPr>
          <p:grpSpPr>
            <a:xfrm>
              <a:off x="3713128" y="4017798"/>
              <a:ext cx="461183" cy="900000"/>
              <a:chOff x="4344536" y="2559975"/>
              <a:chExt cx="227666" cy="463516"/>
            </a:xfrm>
            <a:noFill/>
          </p:grpSpPr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45D6716F-5A38-46C8-A5E0-0204DFFA2844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4" name="矩形 303">
                <a:extLst>
                  <a:ext uri="{FF2B5EF4-FFF2-40B4-BE49-F238E27FC236}">
                    <a16:creationId xmlns:a16="http://schemas.microsoft.com/office/drawing/2014/main" id="{FE136193-F997-47FB-BC54-D214CA97E3DB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等腰三角形 304">
                <a:extLst>
                  <a:ext uri="{FF2B5EF4-FFF2-40B4-BE49-F238E27FC236}">
                    <a16:creationId xmlns:a16="http://schemas.microsoft.com/office/drawing/2014/main" id="{DA2D706C-43E1-4D66-AB12-3F353FFEF7E3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2D9C9F-3FF4-44B0-B1D9-BAD4BE9530C6}"/>
                </a:ext>
              </a:extLst>
            </p:cNvPr>
            <p:cNvSpPr txBox="1"/>
            <p:nvPr/>
          </p:nvSpPr>
          <p:spPr>
            <a:xfrm>
              <a:off x="2619223" y="3418814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29131F5-6896-475B-B0EF-1A192A8C8040}"/>
                </a:ext>
              </a:extLst>
            </p:cNvPr>
            <p:cNvSpPr/>
            <p:nvPr/>
          </p:nvSpPr>
          <p:spPr>
            <a:xfrm rot="16200000">
              <a:off x="3602918" y="4548899"/>
              <a:ext cx="106372" cy="252000"/>
            </a:xfrm>
            <a:prstGeom prst="downArrow">
              <a:avLst/>
            </a:prstGeom>
            <a:solidFill>
              <a:srgbClr val="42B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015469A-838C-47B2-94AF-C3ECBAF15117}"/>
                </a:ext>
              </a:extLst>
            </p:cNvPr>
            <p:cNvSpPr txBox="1"/>
            <p:nvPr/>
          </p:nvSpPr>
          <p:spPr>
            <a:xfrm>
              <a:off x="3512100" y="4435144"/>
              <a:ext cx="20258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42B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1400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B4728E10-CE11-4AA4-BCFE-48010FD801BC}"/>
                </a:ext>
              </a:extLst>
            </p:cNvPr>
            <p:cNvSpPr/>
            <p:nvPr/>
          </p:nvSpPr>
          <p:spPr>
            <a:xfrm rot="16200000">
              <a:off x="3602988" y="4138654"/>
              <a:ext cx="106372" cy="252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676E54F-CAAE-4C34-AC20-31CF160F83D4}"/>
                </a:ext>
              </a:extLst>
            </p:cNvPr>
            <p:cNvSpPr txBox="1"/>
            <p:nvPr/>
          </p:nvSpPr>
          <p:spPr>
            <a:xfrm>
              <a:off x="6219830" y="3409284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4C266C8-F768-408C-B498-9D367827A08C}"/>
                </a:ext>
              </a:extLst>
            </p:cNvPr>
            <p:cNvSpPr txBox="1"/>
            <p:nvPr/>
          </p:nvSpPr>
          <p:spPr>
            <a:xfrm>
              <a:off x="7985563" y="3396169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14F1CC4-A70D-485B-8777-5417BCAFA3C8}"/>
                </a:ext>
              </a:extLst>
            </p:cNvPr>
            <p:cNvSpPr txBox="1"/>
            <p:nvPr/>
          </p:nvSpPr>
          <p:spPr>
            <a:xfrm rot="7821256">
              <a:off x="6852685" y="3793626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1307C3-21D9-484A-8D1B-DAF6E4F6BD7D}"/>
                </a:ext>
              </a:extLst>
            </p:cNvPr>
            <p:cNvSpPr txBox="1"/>
            <p:nvPr/>
          </p:nvSpPr>
          <p:spPr>
            <a:xfrm rot="3220518">
              <a:off x="9034846" y="3810853"/>
              <a:ext cx="318383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9CF08A63-46A9-4401-ACD5-BE7AE0D68463}"/>
                </a:ext>
              </a:extLst>
            </p:cNvPr>
            <p:cNvSpPr txBox="1"/>
            <p:nvPr/>
          </p:nvSpPr>
          <p:spPr>
            <a:xfrm>
              <a:off x="3496912" y="4011978"/>
              <a:ext cx="31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2786AD-3FF8-46DA-BF98-45761DB1641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505629" y="4675810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136D17E-F821-4629-A072-E2CA258AC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7116" y="5485810"/>
              <a:ext cx="5266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4BD567-CEEB-459C-9D38-33904737CC1E}"/>
                </a:ext>
              </a:extLst>
            </p:cNvPr>
            <p:cNvSpPr txBox="1"/>
            <p:nvPr/>
          </p:nvSpPr>
          <p:spPr>
            <a:xfrm>
              <a:off x="2621189" y="5523736"/>
              <a:ext cx="1834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709862F-B2CD-409D-932F-E01DB20B5F20}"/>
                </a:ext>
              </a:extLst>
            </p:cNvPr>
            <p:cNvSpPr txBox="1"/>
            <p:nvPr/>
          </p:nvSpPr>
          <p:spPr>
            <a:xfrm>
              <a:off x="6008779" y="5518664"/>
              <a:ext cx="189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327DFCAB-99EE-45D1-9D7F-E9DE82AEB35E}"/>
                </a:ext>
              </a:extLst>
            </p:cNvPr>
            <p:cNvSpPr txBox="1"/>
            <p:nvPr/>
          </p:nvSpPr>
          <p:spPr>
            <a:xfrm>
              <a:off x="4608525" y="3424430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B6CC4B8F-695A-4F31-B878-8EE9D0F68E5B}"/>
                </a:ext>
              </a:extLst>
            </p:cNvPr>
            <p:cNvSpPr txBox="1"/>
            <p:nvPr/>
          </p:nvSpPr>
          <p:spPr>
            <a:xfrm rot="2813487">
              <a:off x="7389036" y="3762537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EED0596-52BA-4E2E-B8C9-11F9D2D2FD86}"/>
                </a:ext>
              </a:extLst>
            </p:cNvPr>
            <p:cNvSpPr txBox="1"/>
            <p:nvPr/>
          </p:nvSpPr>
          <p:spPr>
            <a:xfrm>
              <a:off x="2571960" y="517212"/>
              <a:ext cx="29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DA192DBC-4B49-4A38-9BAA-8B6E07C4FCF8}"/>
                </a:ext>
              </a:extLst>
            </p:cNvPr>
            <p:cNvSpPr/>
            <p:nvPr/>
          </p:nvSpPr>
          <p:spPr>
            <a:xfrm>
              <a:off x="4247156" y="1401545"/>
              <a:ext cx="198969" cy="198969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2A1371B5-CF6B-49BF-BEF9-DD559FA7BA20}"/>
                </a:ext>
              </a:extLst>
            </p:cNvPr>
            <p:cNvSpPr/>
            <p:nvPr/>
          </p:nvSpPr>
          <p:spPr>
            <a:xfrm>
              <a:off x="4248461" y="1675751"/>
              <a:ext cx="198969" cy="198969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78CD41D6-23AE-4A32-9000-44EDBDD71C07}"/>
                </a:ext>
              </a:extLst>
            </p:cNvPr>
            <p:cNvSpPr/>
            <p:nvPr/>
          </p:nvSpPr>
          <p:spPr>
            <a:xfrm rot="5400000">
              <a:off x="4240951" y="1125796"/>
              <a:ext cx="198969" cy="198969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五边形 207">
              <a:extLst>
                <a:ext uri="{FF2B5EF4-FFF2-40B4-BE49-F238E27FC236}">
                  <a16:creationId xmlns:a16="http://schemas.microsoft.com/office/drawing/2014/main" id="{29958954-EDFF-4BA9-805E-51DED13677A0}"/>
                </a:ext>
              </a:extLst>
            </p:cNvPr>
            <p:cNvSpPr/>
            <p:nvPr/>
          </p:nvSpPr>
          <p:spPr>
            <a:xfrm>
              <a:off x="4241286" y="811998"/>
              <a:ext cx="198969" cy="198969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739B34BD-73C4-48B3-82FE-1F6A1EA05893}"/>
                </a:ext>
              </a:extLst>
            </p:cNvPr>
            <p:cNvSpPr/>
            <p:nvPr/>
          </p:nvSpPr>
          <p:spPr>
            <a:xfrm rot="5400000">
              <a:off x="4247305" y="2195850"/>
              <a:ext cx="198969" cy="198969"/>
            </a:xfrm>
            <a:prstGeom prst="rect">
              <a:avLst/>
            </a:prstGeom>
            <a:solidFill>
              <a:srgbClr val="DAB897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8C0A21C8-C424-4DB2-BB33-2FF9D6C99E05}"/>
                </a:ext>
              </a:extLst>
            </p:cNvPr>
            <p:cNvSpPr/>
            <p:nvPr/>
          </p:nvSpPr>
          <p:spPr>
            <a:xfrm rot="5400000">
              <a:off x="4247192" y="2609745"/>
              <a:ext cx="198969" cy="198969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五边形 248">
              <a:extLst>
                <a:ext uri="{FF2B5EF4-FFF2-40B4-BE49-F238E27FC236}">
                  <a16:creationId xmlns:a16="http://schemas.microsoft.com/office/drawing/2014/main" id="{5891E8FF-A2E2-4C13-AB4D-DD0F24807B4B}"/>
                </a:ext>
              </a:extLst>
            </p:cNvPr>
            <p:cNvSpPr/>
            <p:nvPr/>
          </p:nvSpPr>
          <p:spPr>
            <a:xfrm>
              <a:off x="4247192" y="2975756"/>
              <a:ext cx="198969" cy="190863"/>
            </a:xfrm>
            <a:prstGeom prst="pentagon">
              <a:avLst/>
            </a:prstGeom>
            <a:solidFill>
              <a:srgbClr val="562400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3151F787-8F33-4CD5-9367-72E2CFF0D9A2}"/>
                </a:ext>
              </a:extLst>
            </p:cNvPr>
            <p:cNvSpPr txBox="1"/>
            <p:nvPr/>
          </p:nvSpPr>
          <p:spPr>
            <a:xfrm>
              <a:off x="5465077" y="517212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等腰三角形 149">
              <a:extLst>
                <a:ext uri="{FF2B5EF4-FFF2-40B4-BE49-F238E27FC236}">
                  <a16:creationId xmlns:a16="http://schemas.microsoft.com/office/drawing/2014/main" id="{F20988EC-7F63-4DCA-8226-B7A1144D4618}"/>
                </a:ext>
              </a:extLst>
            </p:cNvPr>
            <p:cNvSpPr/>
            <p:nvPr/>
          </p:nvSpPr>
          <p:spPr>
            <a:xfrm rot="10800000">
              <a:off x="6720699" y="1331529"/>
              <a:ext cx="224203" cy="1679413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5FBDABFD-9058-4334-9A80-56102A6F16C3}"/>
                </a:ext>
              </a:extLst>
            </p:cNvPr>
            <p:cNvSpPr txBox="1"/>
            <p:nvPr/>
          </p:nvSpPr>
          <p:spPr>
            <a:xfrm>
              <a:off x="6197797" y="1014145"/>
              <a:ext cx="8716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Distinct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9C76835A-4C36-4FA3-B8FE-0FCA0DAC2966}"/>
                </a:ext>
              </a:extLst>
            </p:cNvPr>
            <p:cNvSpPr txBox="1"/>
            <p:nvPr/>
          </p:nvSpPr>
          <p:spPr>
            <a:xfrm>
              <a:off x="5963873" y="2893147"/>
              <a:ext cx="118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Redundant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7D75D660-72ED-4608-9898-D36EECE40C16}"/>
                </a:ext>
              </a:extLst>
            </p:cNvPr>
            <p:cNvCxnSpPr>
              <a:cxnSpLocks/>
              <a:stCxn id="255" idx="0"/>
            </p:cNvCxnSpPr>
            <p:nvPr/>
          </p:nvCxnSpPr>
          <p:spPr>
            <a:xfrm flipV="1">
              <a:off x="8049370" y="1347959"/>
              <a:ext cx="655075" cy="9001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9AECEB7D-3FDB-4CE1-81F3-0AE3C547971E}"/>
                </a:ext>
              </a:extLst>
            </p:cNvPr>
            <p:cNvCxnSpPr>
              <a:cxnSpLocks/>
              <a:stCxn id="252" idx="2"/>
            </p:cNvCxnSpPr>
            <p:nvPr/>
          </p:nvCxnSpPr>
          <p:spPr>
            <a:xfrm flipV="1">
              <a:off x="8041454" y="2906432"/>
              <a:ext cx="828892" cy="4139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B2D5C5D5-442E-44F2-8EB9-12B489F55402}"/>
                </a:ext>
              </a:extLst>
            </p:cNvPr>
            <p:cNvSpPr txBox="1"/>
            <p:nvPr/>
          </p:nvSpPr>
          <p:spPr>
            <a:xfrm>
              <a:off x="8626499" y="1050313"/>
              <a:ext cx="8716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Distinct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FF15553F-EC0A-40A1-AB41-EC3CA8F002CA}"/>
                </a:ext>
              </a:extLst>
            </p:cNvPr>
            <p:cNvSpPr txBox="1"/>
            <p:nvPr/>
          </p:nvSpPr>
          <p:spPr>
            <a:xfrm>
              <a:off x="8459195" y="2616772"/>
              <a:ext cx="118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Redundant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等腰三角形 162">
              <a:extLst>
                <a:ext uri="{FF2B5EF4-FFF2-40B4-BE49-F238E27FC236}">
                  <a16:creationId xmlns:a16="http://schemas.microsoft.com/office/drawing/2014/main" id="{D1914460-5829-40AD-B3FA-6D107FB4F872}"/>
                </a:ext>
              </a:extLst>
            </p:cNvPr>
            <p:cNvSpPr/>
            <p:nvPr/>
          </p:nvSpPr>
          <p:spPr>
            <a:xfrm>
              <a:off x="8675880" y="2416188"/>
              <a:ext cx="214334" cy="214334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五边形 163">
              <a:extLst>
                <a:ext uri="{FF2B5EF4-FFF2-40B4-BE49-F238E27FC236}">
                  <a16:creationId xmlns:a16="http://schemas.microsoft.com/office/drawing/2014/main" id="{590B03BC-66E6-49F7-A0C0-365FF6B8E92D}"/>
                </a:ext>
              </a:extLst>
            </p:cNvPr>
            <p:cNvSpPr/>
            <p:nvPr/>
          </p:nvSpPr>
          <p:spPr>
            <a:xfrm>
              <a:off x="8660682" y="1439451"/>
              <a:ext cx="214334" cy="214334"/>
            </a:xfrm>
            <a:prstGeom prst="pen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58335E21-24AC-4CEE-84E9-56E11ADDAFA0}"/>
                </a:ext>
              </a:extLst>
            </p:cNvPr>
            <p:cNvSpPr txBox="1"/>
            <p:nvPr/>
          </p:nvSpPr>
          <p:spPr>
            <a:xfrm>
              <a:off x="5922515" y="2018525"/>
              <a:ext cx="1872000" cy="288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83CD608-01D6-4115-80DE-91F4D5ABBA1A}"/>
                </a:ext>
              </a:extLst>
            </p:cNvPr>
            <p:cNvGrpSpPr/>
            <p:nvPr/>
          </p:nvGrpSpPr>
          <p:grpSpPr>
            <a:xfrm>
              <a:off x="4675941" y="1119613"/>
              <a:ext cx="461183" cy="900000"/>
              <a:chOff x="4344536" y="2559975"/>
              <a:chExt cx="227666" cy="463516"/>
            </a:xfrm>
          </p:grpSpPr>
          <p:sp>
            <p:nvSpPr>
              <p:cNvPr id="191" name="矩形: 圆角 190">
                <a:extLst>
                  <a:ext uri="{FF2B5EF4-FFF2-40B4-BE49-F238E27FC236}">
                    <a16:creationId xmlns:a16="http://schemas.microsoft.com/office/drawing/2014/main" id="{2E4EE3F3-C891-40C5-B2EC-965BA471278F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CB9467F6-FC91-419B-9689-965A8C14D97D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等腰三角形 222">
                <a:extLst>
                  <a:ext uri="{FF2B5EF4-FFF2-40B4-BE49-F238E27FC236}">
                    <a16:creationId xmlns:a16="http://schemas.microsoft.com/office/drawing/2014/main" id="{9F44B01E-A0D9-4F32-84AF-ECCCD3A83454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55" name="矩形: 圆角 254">
              <a:extLst>
                <a:ext uri="{FF2B5EF4-FFF2-40B4-BE49-F238E27FC236}">
                  <a16:creationId xmlns:a16="http://schemas.microsoft.com/office/drawing/2014/main" id="{93D61294-6973-4DDE-B0BB-027B8FF1C1C5}"/>
                </a:ext>
              </a:extLst>
            </p:cNvPr>
            <p:cNvSpPr/>
            <p:nvPr/>
          </p:nvSpPr>
          <p:spPr>
            <a:xfrm>
              <a:off x="7917970" y="2248117"/>
              <a:ext cx="262800" cy="243813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2" name="矩形: 圆角 251">
              <a:extLst>
                <a:ext uri="{FF2B5EF4-FFF2-40B4-BE49-F238E27FC236}">
                  <a16:creationId xmlns:a16="http://schemas.microsoft.com/office/drawing/2014/main" id="{1F6C64E3-1398-41E8-BAF0-CFED3D804624}"/>
                </a:ext>
              </a:extLst>
            </p:cNvPr>
            <p:cNvSpPr/>
            <p:nvPr/>
          </p:nvSpPr>
          <p:spPr>
            <a:xfrm>
              <a:off x="7909457" y="3056762"/>
              <a:ext cx="263994" cy="263586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06" name="组合 305">
              <a:extLst>
                <a:ext uri="{FF2B5EF4-FFF2-40B4-BE49-F238E27FC236}">
                  <a16:creationId xmlns:a16="http://schemas.microsoft.com/office/drawing/2014/main" id="{8D9620A5-3E7F-4D52-9914-2739C20A5FDA}"/>
                </a:ext>
              </a:extLst>
            </p:cNvPr>
            <p:cNvGrpSpPr/>
            <p:nvPr/>
          </p:nvGrpSpPr>
          <p:grpSpPr>
            <a:xfrm>
              <a:off x="5535971" y="4017798"/>
              <a:ext cx="461183" cy="900000"/>
              <a:chOff x="4344536" y="2559975"/>
              <a:chExt cx="227666" cy="463516"/>
            </a:xfrm>
          </p:grpSpPr>
          <p:sp>
            <p:nvSpPr>
              <p:cNvPr id="307" name="矩形: 圆角 306">
                <a:extLst>
                  <a:ext uri="{FF2B5EF4-FFF2-40B4-BE49-F238E27FC236}">
                    <a16:creationId xmlns:a16="http://schemas.microsoft.com/office/drawing/2014/main" id="{F80B93A5-123D-40F0-BEDE-1175BE75C829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C4033B6E-748F-40CD-8E0F-8573021F9B33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等腰三角形 308">
                <a:extLst>
                  <a:ext uri="{FF2B5EF4-FFF2-40B4-BE49-F238E27FC236}">
                    <a16:creationId xmlns:a16="http://schemas.microsoft.com/office/drawing/2014/main" id="{C317105B-3AC0-4E58-A84C-16C95E5667F5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0" name="组合 309">
              <a:extLst>
                <a:ext uri="{FF2B5EF4-FFF2-40B4-BE49-F238E27FC236}">
                  <a16:creationId xmlns:a16="http://schemas.microsoft.com/office/drawing/2014/main" id="{14A6B880-B69C-43E5-BC58-1CAF6F218575}"/>
                </a:ext>
              </a:extLst>
            </p:cNvPr>
            <p:cNvGrpSpPr/>
            <p:nvPr/>
          </p:nvGrpSpPr>
          <p:grpSpPr>
            <a:xfrm>
              <a:off x="4971642" y="4027354"/>
              <a:ext cx="461183" cy="900000"/>
              <a:chOff x="3287155" y="2545620"/>
              <a:chExt cx="227666" cy="445992"/>
            </a:xfrm>
          </p:grpSpPr>
          <p:sp>
            <p:nvSpPr>
              <p:cNvPr id="311" name="五边形 310">
                <a:extLst>
                  <a:ext uri="{FF2B5EF4-FFF2-40B4-BE49-F238E27FC236}">
                    <a16:creationId xmlns:a16="http://schemas.microsoft.com/office/drawing/2014/main" id="{D6F46F0C-FDF8-424F-9211-FD916CD52F33}"/>
                  </a:ext>
                </a:extLst>
              </p:cNvPr>
              <p:cNvSpPr/>
              <p:nvPr/>
            </p:nvSpPr>
            <p:spPr>
              <a:xfrm>
                <a:off x="3326647" y="2576923"/>
                <a:ext cx="143840" cy="14383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矩形: 圆角 311">
                <a:extLst>
                  <a:ext uri="{FF2B5EF4-FFF2-40B4-BE49-F238E27FC236}">
                    <a16:creationId xmlns:a16="http://schemas.microsoft.com/office/drawing/2014/main" id="{E0476EC7-96E7-45E3-9734-6BF3462D5FC4}"/>
                  </a:ext>
                </a:extLst>
              </p:cNvPr>
              <p:cNvSpPr/>
              <p:nvPr/>
            </p:nvSpPr>
            <p:spPr>
              <a:xfrm>
                <a:off x="3287155" y="2545620"/>
                <a:ext cx="227666" cy="445992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4" name="等腰三角形 313">
                <a:extLst>
                  <a:ext uri="{FF2B5EF4-FFF2-40B4-BE49-F238E27FC236}">
                    <a16:creationId xmlns:a16="http://schemas.microsoft.com/office/drawing/2014/main" id="{56F2AFF3-648F-400B-9EA8-E512C7F563C4}"/>
                  </a:ext>
                </a:extLst>
              </p:cNvPr>
              <p:cNvSpPr/>
              <p:nvPr/>
            </p:nvSpPr>
            <p:spPr>
              <a:xfrm>
                <a:off x="3334688" y="2767136"/>
                <a:ext cx="144000" cy="144000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92" name="箭头: 下 191">
              <a:extLst>
                <a:ext uri="{FF2B5EF4-FFF2-40B4-BE49-F238E27FC236}">
                  <a16:creationId xmlns:a16="http://schemas.microsoft.com/office/drawing/2014/main" id="{383B6B05-A50A-4B7F-B863-2526AF90D115}"/>
                </a:ext>
              </a:extLst>
            </p:cNvPr>
            <p:cNvSpPr/>
            <p:nvPr/>
          </p:nvSpPr>
          <p:spPr>
            <a:xfrm rot="16200000">
              <a:off x="5436621" y="4516708"/>
              <a:ext cx="106372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9BAE5B0-5514-4A5D-9903-74F1215A9C1A}"/>
                </a:ext>
              </a:extLst>
            </p:cNvPr>
            <p:cNvSpPr txBox="1"/>
            <p:nvPr/>
          </p:nvSpPr>
          <p:spPr>
            <a:xfrm>
              <a:off x="5356748" y="4410159"/>
              <a:ext cx="202588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箭头: 下 329">
              <a:extLst>
                <a:ext uri="{FF2B5EF4-FFF2-40B4-BE49-F238E27FC236}">
                  <a16:creationId xmlns:a16="http://schemas.microsoft.com/office/drawing/2014/main" id="{A4543428-EF2D-49A1-B15D-BB022CBB58EC}"/>
                </a:ext>
              </a:extLst>
            </p:cNvPr>
            <p:cNvSpPr/>
            <p:nvPr/>
          </p:nvSpPr>
          <p:spPr>
            <a:xfrm rot="16200000">
              <a:off x="5398448" y="4119659"/>
              <a:ext cx="171650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7DD24100-8CD1-4046-9AE2-220F32BFAE32}"/>
                </a:ext>
              </a:extLst>
            </p:cNvPr>
            <p:cNvSpPr txBox="1"/>
            <p:nvPr/>
          </p:nvSpPr>
          <p:spPr>
            <a:xfrm>
              <a:off x="5345760" y="3945711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spc="-1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spc="-1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16" name="组合 315">
              <a:extLst>
                <a:ext uri="{FF2B5EF4-FFF2-40B4-BE49-F238E27FC236}">
                  <a16:creationId xmlns:a16="http://schemas.microsoft.com/office/drawing/2014/main" id="{B44483E4-991A-4B72-B8E7-C2BF997E236A}"/>
                </a:ext>
              </a:extLst>
            </p:cNvPr>
            <p:cNvGrpSpPr/>
            <p:nvPr/>
          </p:nvGrpSpPr>
          <p:grpSpPr>
            <a:xfrm>
              <a:off x="7271372" y="4100384"/>
              <a:ext cx="461183" cy="900000"/>
              <a:chOff x="4344536" y="2559975"/>
              <a:chExt cx="227666" cy="463516"/>
            </a:xfrm>
          </p:grpSpPr>
          <p:sp>
            <p:nvSpPr>
              <p:cNvPr id="317" name="矩形: 圆角 316">
                <a:extLst>
                  <a:ext uri="{FF2B5EF4-FFF2-40B4-BE49-F238E27FC236}">
                    <a16:creationId xmlns:a16="http://schemas.microsoft.com/office/drawing/2014/main" id="{0138C4B2-F547-4C25-931A-6C9E7CECD078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8" name="矩形 317">
                <a:extLst>
                  <a:ext uri="{FF2B5EF4-FFF2-40B4-BE49-F238E27FC236}">
                    <a16:creationId xmlns:a16="http://schemas.microsoft.com/office/drawing/2014/main" id="{54564061-836D-496D-9750-3675FF1857DB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等腰三角形 318">
                <a:extLst>
                  <a:ext uri="{FF2B5EF4-FFF2-40B4-BE49-F238E27FC236}">
                    <a16:creationId xmlns:a16="http://schemas.microsoft.com/office/drawing/2014/main" id="{5ED02C16-9A1B-4FDF-84ED-2F5588B6A35C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26EBD606-030F-4B10-836F-DBEB781445CC}"/>
                </a:ext>
              </a:extLst>
            </p:cNvPr>
            <p:cNvGrpSpPr/>
            <p:nvPr/>
          </p:nvGrpSpPr>
          <p:grpSpPr>
            <a:xfrm>
              <a:off x="6707043" y="4101231"/>
              <a:ext cx="461183" cy="900000"/>
              <a:chOff x="3287155" y="2545620"/>
              <a:chExt cx="227666" cy="445992"/>
            </a:xfrm>
          </p:grpSpPr>
          <p:sp>
            <p:nvSpPr>
              <p:cNvPr id="321" name="五边形 320">
                <a:extLst>
                  <a:ext uri="{FF2B5EF4-FFF2-40B4-BE49-F238E27FC236}">
                    <a16:creationId xmlns:a16="http://schemas.microsoft.com/office/drawing/2014/main" id="{568E86E4-35C1-43FF-A50D-DCDFC7B3C626}"/>
                  </a:ext>
                </a:extLst>
              </p:cNvPr>
              <p:cNvSpPr/>
              <p:nvPr/>
            </p:nvSpPr>
            <p:spPr>
              <a:xfrm>
                <a:off x="3326647" y="2576923"/>
                <a:ext cx="143840" cy="14383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矩形: 圆角 321">
                <a:extLst>
                  <a:ext uri="{FF2B5EF4-FFF2-40B4-BE49-F238E27FC236}">
                    <a16:creationId xmlns:a16="http://schemas.microsoft.com/office/drawing/2014/main" id="{F83C3D35-A8A0-46A3-86ED-1B09A3B5DF71}"/>
                  </a:ext>
                </a:extLst>
              </p:cNvPr>
              <p:cNvSpPr/>
              <p:nvPr/>
            </p:nvSpPr>
            <p:spPr>
              <a:xfrm>
                <a:off x="3287155" y="2545620"/>
                <a:ext cx="227666" cy="445992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3" name="等腰三角形 322">
                <a:extLst>
                  <a:ext uri="{FF2B5EF4-FFF2-40B4-BE49-F238E27FC236}">
                    <a16:creationId xmlns:a16="http://schemas.microsoft.com/office/drawing/2014/main" id="{EB81E7B6-989D-44C8-8371-9F6D80C2DEEB}"/>
                  </a:ext>
                </a:extLst>
              </p:cNvPr>
              <p:cNvSpPr/>
              <p:nvPr/>
            </p:nvSpPr>
            <p:spPr>
              <a:xfrm>
                <a:off x="3334688" y="2767136"/>
                <a:ext cx="144000" cy="144000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24" name="矩形 323">
              <a:extLst>
                <a:ext uri="{FF2B5EF4-FFF2-40B4-BE49-F238E27FC236}">
                  <a16:creationId xmlns:a16="http://schemas.microsoft.com/office/drawing/2014/main" id="{A9784EA9-A054-47D9-B981-23ADDB6E9425}"/>
                </a:ext>
              </a:extLst>
            </p:cNvPr>
            <p:cNvSpPr/>
            <p:nvPr/>
          </p:nvSpPr>
          <p:spPr>
            <a:xfrm rot="5400000">
              <a:off x="6880444" y="3645351"/>
              <a:ext cx="291600" cy="291600"/>
            </a:xfrm>
            <a:prstGeom prst="rect">
              <a:avLst/>
            </a:prstGeom>
            <a:solidFill>
              <a:srgbClr val="DAB897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04F5A64B-234E-4BD0-B5ED-61127D4B27F2}"/>
                </a:ext>
              </a:extLst>
            </p:cNvPr>
            <p:cNvSpPr/>
            <p:nvPr/>
          </p:nvSpPr>
          <p:spPr>
            <a:xfrm rot="5400000">
              <a:off x="7226129" y="3644378"/>
              <a:ext cx="291600" cy="291600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7503131-4078-4679-87AF-3AC5DF37AAD5}"/>
                </a:ext>
              </a:extLst>
            </p:cNvPr>
            <p:cNvGrpSpPr/>
            <p:nvPr/>
          </p:nvGrpSpPr>
          <p:grpSpPr>
            <a:xfrm>
              <a:off x="4679045" y="2208567"/>
              <a:ext cx="461183" cy="900000"/>
              <a:chOff x="4749385" y="2335179"/>
              <a:chExt cx="461183" cy="900000"/>
            </a:xfrm>
          </p:grpSpPr>
          <p:sp>
            <p:nvSpPr>
              <p:cNvPr id="176" name="矩形: 圆角 175">
                <a:extLst>
                  <a:ext uri="{FF2B5EF4-FFF2-40B4-BE49-F238E27FC236}">
                    <a16:creationId xmlns:a16="http://schemas.microsoft.com/office/drawing/2014/main" id="{C1076D85-DBD5-4372-A425-D9FD90CA7643}"/>
                  </a:ext>
                </a:extLst>
              </p:cNvPr>
              <p:cNvSpPr/>
              <p:nvPr/>
            </p:nvSpPr>
            <p:spPr>
              <a:xfrm>
                <a:off x="4749385" y="2335179"/>
                <a:ext cx="461183" cy="900000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6" name="五边形 325">
                <a:extLst>
                  <a:ext uri="{FF2B5EF4-FFF2-40B4-BE49-F238E27FC236}">
                    <a16:creationId xmlns:a16="http://schemas.microsoft.com/office/drawing/2014/main" id="{A9E9A4CB-1C7D-4112-8F9D-CBE169026B9E}"/>
                  </a:ext>
                </a:extLst>
              </p:cNvPr>
              <p:cNvSpPr/>
              <p:nvPr/>
            </p:nvSpPr>
            <p:spPr>
              <a:xfrm>
                <a:off x="4820648" y="2432405"/>
                <a:ext cx="291377" cy="290263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" name="等腰三角形 326">
                <a:extLst>
                  <a:ext uri="{FF2B5EF4-FFF2-40B4-BE49-F238E27FC236}">
                    <a16:creationId xmlns:a16="http://schemas.microsoft.com/office/drawing/2014/main" id="{AED1B9C3-00D4-402C-9CC0-12A5DCCDD492}"/>
                  </a:ext>
                </a:extLst>
              </p:cNvPr>
              <p:cNvSpPr/>
              <p:nvPr/>
            </p:nvSpPr>
            <p:spPr>
              <a:xfrm>
                <a:off x="4836937" y="2816249"/>
                <a:ext cx="291701" cy="290588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28" name="矩形 327">
              <a:extLst>
                <a:ext uri="{FF2B5EF4-FFF2-40B4-BE49-F238E27FC236}">
                  <a16:creationId xmlns:a16="http://schemas.microsoft.com/office/drawing/2014/main" id="{6BD7ED63-21E3-45A3-AC80-351D8DCBEAA4}"/>
                </a:ext>
              </a:extLst>
            </p:cNvPr>
            <p:cNvSpPr/>
            <p:nvPr/>
          </p:nvSpPr>
          <p:spPr>
            <a:xfrm rot="5400000">
              <a:off x="6880444" y="5127303"/>
              <a:ext cx="291600" cy="291600"/>
            </a:xfrm>
            <a:prstGeom prst="rect">
              <a:avLst/>
            </a:prstGeom>
            <a:solidFill>
              <a:srgbClr val="DAB897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五边形 328">
              <a:extLst>
                <a:ext uri="{FF2B5EF4-FFF2-40B4-BE49-F238E27FC236}">
                  <a16:creationId xmlns:a16="http://schemas.microsoft.com/office/drawing/2014/main" id="{F05AD1EF-59F3-4F82-99BE-7BE73F6E3432}"/>
                </a:ext>
              </a:extLst>
            </p:cNvPr>
            <p:cNvSpPr/>
            <p:nvPr/>
          </p:nvSpPr>
          <p:spPr>
            <a:xfrm>
              <a:off x="7229901" y="5113932"/>
              <a:ext cx="291600" cy="291600"/>
            </a:xfrm>
            <a:prstGeom prst="pentagon">
              <a:avLst/>
            </a:prstGeom>
            <a:solidFill>
              <a:srgbClr val="562400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2" name="组合 331">
              <a:extLst>
                <a:ext uri="{FF2B5EF4-FFF2-40B4-BE49-F238E27FC236}">
                  <a16:creationId xmlns:a16="http://schemas.microsoft.com/office/drawing/2014/main" id="{5CB97A48-6728-41AE-9812-94093AB388EA}"/>
                </a:ext>
              </a:extLst>
            </p:cNvPr>
            <p:cNvGrpSpPr/>
            <p:nvPr/>
          </p:nvGrpSpPr>
          <p:grpSpPr>
            <a:xfrm>
              <a:off x="8981524" y="4070132"/>
              <a:ext cx="461183" cy="900000"/>
              <a:chOff x="4344536" y="2559975"/>
              <a:chExt cx="227666" cy="463516"/>
            </a:xfrm>
          </p:grpSpPr>
          <p:sp>
            <p:nvSpPr>
              <p:cNvPr id="333" name="矩形: 圆角 332">
                <a:extLst>
                  <a:ext uri="{FF2B5EF4-FFF2-40B4-BE49-F238E27FC236}">
                    <a16:creationId xmlns:a16="http://schemas.microsoft.com/office/drawing/2014/main" id="{41232B14-8750-4404-AF47-53F69498ED60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4" name="矩形 333">
                <a:extLst>
                  <a:ext uri="{FF2B5EF4-FFF2-40B4-BE49-F238E27FC236}">
                    <a16:creationId xmlns:a16="http://schemas.microsoft.com/office/drawing/2014/main" id="{DD2499BC-89D4-4E33-8098-EF329354F394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等腰三角形 335">
                <a:extLst>
                  <a:ext uri="{FF2B5EF4-FFF2-40B4-BE49-F238E27FC236}">
                    <a16:creationId xmlns:a16="http://schemas.microsoft.com/office/drawing/2014/main" id="{C2CDCA04-7E67-4A3A-A9C4-438A716901E2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2471EA2B-06EB-4986-84DE-DC35DAD596D0}"/>
                </a:ext>
              </a:extLst>
            </p:cNvPr>
            <p:cNvGrpSpPr/>
            <p:nvPr/>
          </p:nvGrpSpPr>
          <p:grpSpPr>
            <a:xfrm>
              <a:off x="8417195" y="4079688"/>
              <a:ext cx="461183" cy="900000"/>
              <a:chOff x="3287155" y="2545620"/>
              <a:chExt cx="227666" cy="445992"/>
            </a:xfrm>
          </p:grpSpPr>
          <p:sp>
            <p:nvSpPr>
              <p:cNvPr id="338" name="五边形 337">
                <a:extLst>
                  <a:ext uri="{FF2B5EF4-FFF2-40B4-BE49-F238E27FC236}">
                    <a16:creationId xmlns:a16="http://schemas.microsoft.com/office/drawing/2014/main" id="{9A59F604-6BF1-4993-8EF1-84C1A9484692}"/>
                  </a:ext>
                </a:extLst>
              </p:cNvPr>
              <p:cNvSpPr/>
              <p:nvPr/>
            </p:nvSpPr>
            <p:spPr>
              <a:xfrm>
                <a:off x="3326647" y="2576923"/>
                <a:ext cx="143840" cy="14383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矩形: 圆角 339">
                <a:extLst>
                  <a:ext uri="{FF2B5EF4-FFF2-40B4-BE49-F238E27FC236}">
                    <a16:creationId xmlns:a16="http://schemas.microsoft.com/office/drawing/2014/main" id="{96F994EA-C2F2-413E-A66A-EF9640E42E6B}"/>
                  </a:ext>
                </a:extLst>
              </p:cNvPr>
              <p:cNvSpPr/>
              <p:nvPr/>
            </p:nvSpPr>
            <p:spPr>
              <a:xfrm>
                <a:off x="3287155" y="2545620"/>
                <a:ext cx="227666" cy="445992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1" name="等腰三角形 340">
                <a:extLst>
                  <a:ext uri="{FF2B5EF4-FFF2-40B4-BE49-F238E27FC236}">
                    <a16:creationId xmlns:a16="http://schemas.microsoft.com/office/drawing/2014/main" id="{2469CF7D-AC1A-4FA8-B3D2-5528CD9CD7DC}"/>
                  </a:ext>
                </a:extLst>
              </p:cNvPr>
              <p:cNvSpPr/>
              <p:nvPr/>
            </p:nvSpPr>
            <p:spPr>
              <a:xfrm>
                <a:off x="3334688" y="2767136"/>
                <a:ext cx="144000" cy="144000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42" name="矩形 341">
              <a:extLst>
                <a:ext uri="{FF2B5EF4-FFF2-40B4-BE49-F238E27FC236}">
                  <a16:creationId xmlns:a16="http://schemas.microsoft.com/office/drawing/2014/main" id="{59173154-E296-45D8-A51F-24375AF96DEA}"/>
                </a:ext>
              </a:extLst>
            </p:cNvPr>
            <p:cNvSpPr/>
            <p:nvPr/>
          </p:nvSpPr>
          <p:spPr>
            <a:xfrm rot="5400000">
              <a:off x="8769058" y="3627751"/>
              <a:ext cx="291600" cy="291600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文本框 343">
              <a:extLst>
                <a:ext uri="{FF2B5EF4-FFF2-40B4-BE49-F238E27FC236}">
                  <a16:creationId xmlns:a16="http://schemas.microsoft.com/office/drawing/2014/main" id="{03BC438A-ECCD-4E80-A56C-0A7BC421C7F6}"/>
                </a:ext>
              </a:extLst>
            </p:cNvPr>
            <p:cNvSpPr txBox="1"/>
            <p:nvPr/>
          </p:nvSpPr>
          <p:spPr>
            <a:xfrm>
              <a:off x="2926807" y="4099231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①</a:t>
              </a:r>
              <a:endParaRPr lang="zh-CN" altLang="en-US" sz="1400" dirty="0"/>
            </a:p>
          </p:txBody>
        </p:sp>
        <p:sp>
          <p:nvSpPr>
            <p:cNvPr id="345" name="文本框 344">
              <a:extLst>
                <a:ext uri="{FF2B5EF4-FFF2-40B4-BE49-F238E27FC236}">
                  <a16:creationId xmlns:a16="http://schemas.microsoft.com/office/drawing/2014/main" id="{1D9A6C25-8990-43D6-84D6-D6D159CF015C}"/>
                </a:ext>
              </a:extLst>
            </p:cNvPr>
            <p:cNvSpPr txBox="1"/>
            <p:nvPr/>
          </p:nvSpPr>
          <p:spPr>
            <a:xfrm>
              <a:off x="2931337" y="4478540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②</a:t>
              </a:r>
              <a:endParaRPr lang="zh-CN" altLang="en-US" sz="1400" dirty="0"/>
            </a:p>
          </p:txBody>
        </p:sp>
        <p:sp>
          <p:nvSpPr>
            <p:cNvPr id="346" name="文本框 345">
              <a:extLst>
                <a:ext uri="{FF2B5EF4-FFF2-40B4-BE49-F238E27FC236}">
                  <a16:creationId xmlns:a16="http://schemas.microsoft.com/office/drawing/2014/main" id="{7D24943A-ACDD-4AE3-9794-C00E30E8DFCE}"/>
                </a:ext>
              </a:extLst>
            </p:cNvPr>
            <p:cNvSpPr txBox="1"/>
            <p:nvPr/>
          </p:nvSpPr>
          <p:spPr>
            <a:xfrm>
              <a:off x="4758158" y="4096012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①</a:t>
              </a:r>
              <a:endParaRPr lang="zh-CN" altLang="en-US" sz="1400" dirty="0"/>
            </a:p>
          </p:txBody>
        </p: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49D0456A-C26C-4255-A55C-F174225B30A9}"/>
                </a:ext>
              </a:extLst>
            </p:cNvPr>
            <p:cNvSpPr txBox="1"/>
            <p:nvPr/>
          </p:nvSpPr>
          <p:spPr>
            <a:xfrm>
              <a:off x="4758158" y="4476626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②</a:t>
              </a:r>
              <a:endParaRPr lang="zh-CN" altLang="en-US" sz="1400" dirty="0"/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B4E88B33-C565-4CA2-B8C1-56BFFF5ADC4A}"/>
                </a:ext>
              </a:extLst>
            </p:cNvPr>
            <p:cNvSpPr txBox="1"/>
            <p:nvPr/>
          </p:nvSpPr>
          <p:spPr>
            <a:xfrm>
              <a:off x="6577647" y="5112845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④</a:t>
              </a:r>
              <a:endParaRPr lang="zh-CN" altLang="en-US" sz="1400" dirty="0"/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764CB3B8-E233-4A6D-8009-B4BE222D5FB5}"/>
                </a:ext>
              </a:extLst>
            </p:cNvPr>
            <p:cNvSpPr txBox="1"/>
            <p:nvPr/>
          </p:nvSpPr>
          <p:spPr>
            <a:xfrm>
              <a:off x="6577647" y="3655429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③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BDBBDA80-BDD9-4306-A821-E377E207AF6D}"/>
                </a:ext>
              </a:extLst>
            </p:cNvPr>
            <p:cNvSpPr txBox="1"/>
            <p:nvPr/>
          </p:nvSpPr>
          <p:spPr>
            <a:xfrm>
              <a:off x="8464047" y="3603480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</a:rPr>
                <a:t>⑤</a:t>
              </a:r>
              <a:endParaRPr lang="zh-CN" altLang="en-US" sz="1400" dirty="0"/>
            </a:p>
          </p:txBody>
        </p:sp>
        <p:sp>
          <p:nvSpPr>
            <p:cNvPr id="426" name="箭头: 下 425">
              <a:extLst>
                <a:ext uri="{FF2B5EF4-FFF2-40B4-BE49-F238E27FC236}">
                  <a16:creationId xmlns:a16="http://schemas.microsoft.com/office/drawing/2014/main" id="{116F8154-7FBF-4A6D-96A0-889265660BE1}"/>
                </a:ext>
              </a:extLst>
            </p:cNvPr>
            <p:cNvSpPr/>
            <p:nvPr/>
          </p:nvSpPr>
          <p:spPr>
            <a:xfrm rot="18855457">
              <a:off x="7362013" y="3942169"/>
              <a:ext cx="171650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5" name="箭头: 下 424">
              <a:extLst>
                <a:ext uri="{FF2B5EF4-FFF2-40B4-BE49-F238E27FC236}">
                  <a16:creationId xmlns:a16="http://schemas.microsoft.com/office/drawing/2014/main" id="{0B48193B-3B63-4E70-9D44-4655EE5FDA6D}"/>
                </a:ext>
              </a:extLst>
            </p:cNvPr>
            <p:cNvSpPr/>
            <p:nvPr/>
          </p:nvSpPr>
          <p:spPr>
            <a:xfrm rot="2510736">
              <a:off x="6870951" y="3932661"/>
              <a:ext cx="171650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" name="箭头: 下 357">
              <a:extLst>
                <a:ext uri="{FF2B5EF4-FFF2-40B4-BE49-F238E27FC236}">
                  <a16:creationId xmlns:a16="http://schemas.microsoft.com/office/drawing/2014/main" id="{0F7D42C5-C12C-49D4-AEDA-B8FCD4E7210D}"/>
                </a:ext>
              </a:extLst>
            </p:cNvPr>
            <p:cNvSpPr/>
            <p:nvPr/>
          </p:nvSpPr>
          <p:spPr>
            <a:xfrm rot="12967608">
              <a:off x="7392174" y="4865010"/>
              <a:ext cx="106372" cy="216000"/>
            </a:xfrm>
            <a:prstGeom prst="downArrow">
              <a:avLst/>
            </a:prstGeom>
            <a:pattFill prst="dkVert">
              <a:fgClr>
                <a:srgbClr val="FF0000"/>
              </a:fgClr>
              <a:bgClr>
                <a:srgbClr val="00B0F0"/>
              </a:bgClr>
            </a:patt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箭头: 下 362">
              <a:extLst>
                <a:ext uri="{FF2B5EF4-FFF2-40B4-BE49-F238E27FC236}">
                  <a16:creationId xmlns:a16="http://schemas.microsoft.com/office/drawing/2014/main" id="{1F15F001-0CAA-434E-AAC0-5F48124A99BB}"/>
                </a:ext>
              </a:extLst>
            </p:cNvPr>
            <p:cNvSpPr/>
            <p:nvPr/>
          </p:nvSpPr>
          <p:spPr>
            <a:xfrm rot="8700333">
              <a:off x="6963766" y="4871687"/>
              <a:ext cx="106372" cy="216000"/>
            </a:xfrm>
            <a:prstGeom prst="downArrow">
              <a:avLst/>
            </a:prstGeom>
            <a:pattFill prst="dkVert">
              <a:fgClr>
                <a:srgbClr val="FF0000"/>
              </a:fgClr>
              <a:bgClr>
                <a:srgbClr val="00B0F0"/>
              </a:bgClr>
            </a:patt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D6417D07-78CD-424E-92AA-6EF1BAAD221E}"/>
                </a:ext>
              </a:extLst>
            </p:cNvPr>
            <p:cNvSpPr txBox="1"/>
            <p:nvPr/>
          </p:nvSpPr>
          <p:spPr>
            <a:xfrm>
              <a:off x="7367559" y="4914986"/>
              <a:ext cx="515694" cy="307777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en-US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US" altLang="zh-CN" sz="1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文本框 365">
              <a:extLst>
                <a:ext uri="{FF2B5EF4-FFF2-40B4-BE49-F238E27FC236}">
                  <a16:creationId xmlns:a16="http://schemas.microsoft.com/office/drawing/2014/main" id="{41B02752-4215-49EC-ABF4-463CC3B6A3CD}"/>
                </a:ext>
              </a:extLst>
            </p:cNvPr>
            <p:cNvSpPr txBox="1"/>
            <p:nvPr/>
          </p:nvSpPr>
          <p:spPr>
            <a:xfrm>
              <a:off x="6711385" y="4914986"/>
              <a:ext cx="51569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en-US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US" altLang="zh-CN" sz="1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4D8276B2-42FB-4F92-8BBF-A16768993CC7}"/>
                </a:ext>
              </a:extLst>
            </p:cNvPr>
            <p:cNvSpPr/>
            <p:nvPr/>
          </p:nvSpPr>
          <p:spPr>
            <a:xfrm rot="19388721">
              <a:off x="9051595" y="3920863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34DC0F3-A225-4F84-A519-4A2E5DE39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9749" y="1428684"/>
              <a:ext cx="22680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C48BBC2-9F6E-40B5-8EB2-942E16700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8322" y="1435519"/>
              <a:ext cx="0" cy="21600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6949607-1FFB-42A8-B2E4-F06F74DB2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8095" y="1232365"/>
              <a:ext cx="317183" cy="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E696694-98D4-4BE1-90B1-3D9362296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838" y="1613298"/>
              <a:ext cx="1" cy="1800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22EF9E3-625E-481B-B7D7-AAED364B8D27}"/>
                </a:ext>
              </a:extLst>
            </p:cNvPr>
            <p:cNvCxnSpPr>
              <a:cxnSpLocks/>
            </p:cNvCxnSpPr>
            <p:nvPr/>
          </p:nvCxnSpPr>
          <p:spPr>
            <a:xfrm>
              <a:off x="4012282" y="1499448"/>
              <a:ext cx="19432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DB6C746-33B5-47B0-9799-25E439F7D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4990" y="1781654"/>
              <a:ext cx="194440" cy="4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1CEA7EF2-DE47-4667-9157-1B17AD096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9897" y="1979610"/>
              <a:ext cx="228009" cy="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B887DE39-2C39-4B06-A8A4-E5463FE893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6437" y="1189506"/>
              <a:ext cx="33452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CA2A93DC-FA1B-432A-9E3F-150BFFBDFD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887" y="936439"/>
              <a:ext cx="543224" cy="1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94D4EA2E-1224-4974-B7C8-ED6507B4A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3618" y="2775889"/>
              <a:ext cx="325934" cy="819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78263F03-7651-47FB-95FA-91800B575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6989" y="1172919"/>
              <a:ext cx="2186" cy="25200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0CF6A25D-DA0F-4959-8A34-9E75BF9D3CB0}"/>
                </a:ext>
              </a:extLst>
            </p:cNvPr>
            <p:cNvCxnSpPr>
              <a:cxnSpLocks/>
            </p:cNvCxnSpPr>
            <p:nvPr/>
          </p:nvCxnSpPr>
          <p:spPr>
            <a:xfrm>
              <a:off x="3336828" y="1997122"/>
              <a:ext cx="0" cy="79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A3B0F171-516A-45D3-B5CE-FF811ACC62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9291" y="2516579"/>
              <a:ext cx="22815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5EEAC8B8-04AC-44D5-A1DC-5A0E849F6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3987" y="2280354"/>
              <a:ext cx="3311" cy="43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2FA9C159-BD11-4469-BDC3-A4B13AD71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5977" y="2293714"/>
              <a:ext cx="317183" cy="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97CCFFF3-5097-47D1-B074-A70C686C5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1364" y="2727452"/>
              <a:ext cx="317183" cy="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FB61016C-9C39-4FFC-8F7E-FE3A2128C4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8904" y="3070569"/>
              <a:ext cx="541605" cy="1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2E6BCD7A-38A2-4EE1-B8A7-09D885034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0754" y="2507745"/>
              <a:ext cx="1885" cy="576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CA1522B6-6B3F-449F-BD3A-901529434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047" y="1492139"/>
              <a:ext cx="1" cy="165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065D4DA2-C756-4898-81B6-1C1B9C3E9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0095" y="927756"/>
              <a:ext cx="1885" cy="2520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DEEB5F9C-43F7-4081-8966-87D6E15157F3}"/>
                </a:ext>
              </a:extLst>
            </p:cNvPr>
            <p:cNvCxnSpPr>
              <a:cxnSpLocks/>
            </p:cNvCxnSpPr>
            <p:nvPr/>
          </p:nvCxnSpPr>
          <p:spPr>
            <a:xfrm>
              <a:off x="3337114" y="1182482"/>
              <a:ext cx="0" cy="792000"/>
            </a:xfrm>
            <a:prstGeom prst="line">
              <a:avLst/>
            </a:prstGeom>
            <a:ln w="2286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048D6D98-8160-4208-8826-B1AC005BD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8777" y="1225121"/>
              <a:ext cx="0" cy="216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等腰三角形 370">
              <a:extLst>
                <a:ext uri="{FF2B5EF4-FFF2-40B4-BE49-F238E27FC236}">
                  <a16:creationId xmlns:a16="http://schemas.microsoft.com/office/drawing/2014/main" id="{053AFF02-1894-4FF7-AAF1-EAEBA4D878EC}"/>
                </a:ext>
              </a:extLst>
            </p:cNvPr>
            <p:cNvSpPr/>
            <p:nvPr/>
          </p:nvSpPr>
          <p:spPr>
            <a:xfrm>
              <a:off x="7955244" y="2812166"/>
              <a:ext cx="165600" cy="1656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等腰三角形 371">
              <a:extLst>
                <a:ext uri="{FF2B5EF4-FFF2-40B4-BE49-F238E27FC236}">
                  <a16:creationId xmlns:a16="http://schemas.microsoft.com/office/drawing/2014/main" id="{4C14CF7B-9997-438C-861F-AEFC7F3C8FB6}"/>
                </a:ext>
              </a:extLst>
            </p:cNvPr>
            <p:cNvSpPr/>
            <p:nvPr/>
          </p:nvSpPr>
          <p:spPr>
            <a:xfrm>
              <a:off x="7959284" y="3091789"/>
              <a:ext cx="165600" cy="165600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12DFC72D-B76E-4B1F-B45E-460448DC7751}"/>
                </a:ext>
              </a:extLst>
            </p:cNvPr>
            <p:cNvSpPr/>
            <p:nvPr/>
          </p:nvSpPr>
          <p:spPr>
            <a:xfrm rot="5400000">
              <a:off x="7957881" y="2585136"/>
              <a:ext cx="165600" cy="1656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五边形 373">
              <a:extLst>
                <a:ext uri="{FF2B5EF4-FFF2-40B4-BE49-F238E27FC236}">
                  <a16:creationId xmlns:a16="http://schemas.microsoft.com/office/drawing/2014/main" id="{12B9A91E-3233-43B2-81F0-174A054BD70B}"/>
                </a:ext>
              </a:extLst>
            </p:cNvPr>
            <p:cNvSpPr/>
            <p:nvPr/>
          </p:nvSpPr>
          <p:spPr>
            <a:xfrm>
              <a:off x="7957881" y="2291018"/>
              <a:ext cx="165600" cy="165600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矩形: 圆角 374">
              <a:extLst>
                <a:ext uri="{FF2B5EF4-FFF2-40B4-BE49-F238E27FC236}">
                  <a16:creationId xmlns:a16="http://schemas.microsoft.com/office/drawing/2014/main" id="{D98C3A59-4497-4A7D-BBA6-6EFA1E7A1CA4}"/>
                </a:ext>
              </a:extLst>
            </p:cNvPr>
            <p:cNvSpPr/>
            <p:nvPr/>
          </p:nvSpPr>
          <p:spPr>
            <a:xfrm>
              <a:off x="7914928" y="2511164"/>
              <a:ext cx="262800" cy="5148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6E1E2CB-1B76-41AD-B03D-54AA93535D9B}"/>
                </a:ext>
              </a:extLst>
            </p:cNvPr>
            <p:cNvGrpSpPr/>
            <p:nvPr/>
          </p:nvGrpSpPr>
          <p:grpSpPr>
            <a:xfrm>
              <a:off x="7903210" y="906512"/>
              <a:ext cx="262800" cy="514800"/>
              <a:chOff x="7313876" y="368326"/>
              <a:chExt cx="262800" cy="514800"/>
            </a:xfrm>
          </p:grpSpPr>
          <p:sp>
            <p:nvSpPr>
              <p:cNvPr id="391" name="等腰三角形 390">
                <a:extLst>
                  <a:ext uri="{FF2B5EF4-FFF2-40B4-BE49-F238E27FC236}">
                    <a16:creationId xmlns:a16="http://schemas.microsoft.com/office/drawing/2014/main" id="{E62F57C9-DFFE-4B05-962D-4FCBE1670D82}"/>
                  </a:ext>
                </a:extLst>
              </p:cNvPr>
              <p:cNvSpPr/>
              <p:nvPr/>
            </p:nvSpPr>
            <p:spPr>
              <a:xfrm>
                <a:off x="7354192" y="669328"/>
                <a:ext cx="165600" cy="1656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2" name="矩形 391">
                <a:extLst>
                  <a:ext uri="{FF2B5EF4-FFF2-40B4-BE49-F238E27FC236}">
                    <a16:creationId xmlns:a16="http://schemas.microsoft.com/office/drawing/2014/main" id="{A38034A0-78CC-40DC-94E3-1807FDCD6D86}"/>
                  </a:ext>
                </a:extLst>
              </p:cNvPr>
              <p:cNvSpPr/>
              <p:nvPr/>
            </p:nvSpPr>
            <p:spPr>
              <a:xfrm rot="5400000">
                <a:off x="7356829" y="442298"/>
                <a:ext cx="165600" cy="1656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" name="矩形: 圆角 392">
                <a:extLst>
                  <a:ext uri="{FF2B5EF4-FFF2-40B4-BE49-F238E27FC236}">
                    <a16:creationId xmlns:a16="http://schemas.microsoft.com/office/drawing/2014/main" id="{705C9E4D-17AC-4689-B312-F3B041FC7995}"/>
                  </a:ext>
                </a:extLst>
              </p:cNvPr>
              <p:cNvSpPr/>
              <p:nvPr/>
            </p:nvSpPr>
            <p:spPr>
              <a:xfrm>
                <a:off x="7313876" y="368326"/>
                <a:ext cx="262800" cy="514800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75" name="矩形: 圆角 274">
              <a:extLst>
                <a:ext uri="{FF2B5EF4-FFF2-40B4-BE49-F238E27FC236}">
                  <a16:creationId xmlns:a16="http://schemas.microsoft.com/office/drawing/2014/main" id="{5BA00B7F-C523-45DF-A78B-0695DFE5DD49}"/>
                </a:ext>
              </a:extLst>
            </p:cNvPr>
            <p:cNvSpPr/>
            <p:nvPr/>
          </p:nvSpPr>
          <p:spPr>
            <a:xfrm>
              <a:off x="7903754" y="1505532"/>
              <a:ext cx="263994" cy="51518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25C8FB97-8FC4-4892-8A84-6D83A795D971}"/>
                </a:ext>
              </a:extLst>
            </p:cNvPr>
            <p:cNvSpPr/>
            <p:nvPr/>
          </p:nvSpPr>
          <p:spPr>
            <a:xfrm rot="5400000">
              <a:off x="7952222" y="1572650"/>
              <a:ext cx="165600" cy="165600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五边形 300">
              <a:extLst>
                <a:ext uri="{FF2B5EF4-FFF2-40B4-BE49-F238E27FC236}">
                  <a16:creationId xmlns:a16="http://schemas.microsoft.com/office/drawing/2014/main" id="{7A9C5B24-B57C-4087-8181-EA2FEE55A1C5}"/>
                </a:ext>
              </a:extLst>
            </p:cNvPr>
            <p:cNvSpPr/>
            <p:nvPr/>
          </p:nvSpPr>
          <p:spPr>
            <a:xfrm>
              <a:off x="7960053" y="1794626"/>
              <a:ext cx="165600" cy="165600"/>
            </a:xfrm>
            <a:prstGeom prst="pentagon">
              <a:avLst/>
            </a:prstGeom>
            <a:solidFill>
              <a:srgbClr val="562400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C83F5DD8-84F7-4A19-882A-BD593DD428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8344" y="1216083"/>
              <a:ext cx="1765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9F95CAF4-55CE-418A-807D-96450CD4B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8016" y="1215876"/>
              <a:ext cx="0" cy="1594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85FE14F5-1031-43C0-95DE-A6B17E3C6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7842" y="1065939"/>
              <a:ext cx="242982" cy="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0FA2967D-543D-4015-AE9B-65C4CEA4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4631" y="1366065"/>
              <a:ext cx="86558" cy="33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4635FD59-86DE-4ABA-ADC8-785E2B548A46}"/>
                </a:ext>
              </a:extLst>
            </p:cNvPr>
            <p:cNvCxnSpPr>
              <a:cxnSpLocks/>
            </p:cNvCxnSpPr>
            <p:nvPr/>
          </p:nvCxnSpPr>
          <p:spPr>
            <a:xfrm>
              <a:off x="7782977" y="1263058"/>
              <a:ext cx="148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35D90CF6-5B41-42DD-895D-CBEDBEA35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5237" y="1034307"/>
              <a:ext cx="256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9D91DB2B-828A-4DD9-B5C8-545922CAA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3078" y="1682881"/>
              <a:ext cx="249686" cy="6048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0E42FB90-2846-431D-93FC-C60401172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26122" y="1025024"/>
              <a:ext cx="1675" cy="185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DFDBA7A1-998F-4928-9081-099EF14C6FC0}"/>
                </a:ext>
              </a:extLst>
            </p:cNvPr>
            <p:cNvCxnSpPr>
              <a:cxnSpLocks/>
            </p:cNvCxnSpPr>
            <p:nvPr/>
          </p:nvCxnSpPr>
          <p:spPr>
            <a:xfrm>
              <a:off x="7267262" y="1369938"/>
              <a:ext cx="0" cy="31883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6282E084-6629-4D59-BA93-A96722997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2564" y="1487200"/>
              <a:ext cx="17478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FDFCBA53-518F-4526-BB37-BB85B9317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4695" y="1472302"/>
              <a:ext cx="2536" cy="185987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ADFED851-B5AB-4F58-8A7E-B2FE5F1AD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9727" y="1651711"/>
              <a:ext cx="252000" cy="3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E601CDC1-7AF8-42F0-A345-423C30BF8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2267" y="1893921"/>
              <a:ext cx="414904" cy="1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>
              <a:extLst>
                <a:ext uri="{FF2B5EF4-FFF2-40B4-BE49-F238E27FC236}">
                  <a16:creationId xmlns:a16="http://schemas.microsoft.com/office/drawing/2014/main" id="{5EDFA5BD-FED6-4119-90E0-EAE661DED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3685" y="1482830"/>
              <a:ext cx="1444" cy="42511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FE0EA714-5147-437F-988C-7BA359141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563" y="1260957"/>
              <a:ext cx="1" cy="1062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连接符 416">
              <a:extLst>
                <a:ext uri="{FF2B5EF4-FFF2-40B4-BE49-F238E27FC236}">
                  <a16:creationId xmlns:a16="http://schemas.microsoft.com/office/drawing/2014/main" id="{296BDF78-CF5C-4AFF-B2AE-864920E70F55}"/>
                </a:ext>
              </a:extLst>
            </p:cNvPr>
            <p:cNvCxnSpPr>
              <a:cxnSpLocks/>
            </p:cNvCxnSpPr>
            <p:nvPr/>
          </p:nvCxnSpPr>
          <p:spPr>
            <a:xfrm>
              <a:off x="7265756" y="1029123"/>
              <a:ext cx="0" cy="31883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201ABC64-30DE-4D7E-A65E-8F19BCCCF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88365" y="1060592"/>
              <a:ext cx="0" cy="1594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5DAFF4A6-904A-4D24-890E-8B1A1724AEA5}"/>
                </a:ext>
              </a:extLst>
            </p:cNvPr>
            <p:cNvGrpSpPr/>
            <p:nvPr/>
          </p:nvGrpSpPr>
          <p:grpSpPr>
            <a:xfrm>
              <a:off x="7128618" y="2388901"/>
              <a:ext cx="829756" cy="815266"/>
              <a:chOff x="7128614" y="2388901"/>
              <a:chExt cx="869702" cy="815266"/>
            </a:xfrm>
          </p:grpSpPr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F041E4DA-74C6-40F0-81DE-100747594A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28614" y="3084211"/>
                <a:ext cx="180000" cy="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94F8DB51-7B1D-4C1E-9333-8F95E1566D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9524" y="2867768"/>
                <a:ext cx="182077" cy="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C15E6C1F-BC40-43AD-9BB9-435391B645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556" y="2867503"/>
                <a:ext cx="0" cy="204081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AB497744-41C7-436E-8FA7-940FECC5EE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376" y="2675559"/>
                <a:ext cx="233945" cy="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46C973B9-73C9-4B0A-A943-C10573ADE9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2517" y="2927904"/>
                <a:ext cx="1509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0F0DE9FE-A2F6-41B6-87EC-D709D097E0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44657" y="3194537"/>
                <a:ext cx="153659" cy="4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78A14044-7A5F-4E52-9FE1-D5934D18CF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08420" y="2635065"/>
                <a:ext cx="264360" cy="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39378C70-0DE2-4452-B472-CFB24B6A9B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76676" y="2395963"/>
                <a:ext cx="415064" cy="1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D4A719D8-D835-4475-AE2B-E4D9A84DA4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77547" y="2619393"/>
                <a:ext cx="1728" cy="24120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93FBADD9-77BA-4F64-B1F9-3709F6BEE1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43122" y="2919057"/>
                <a:ext cx="1" cy="180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2CFA7EFB-9E41-40EC-BCA3-B30CEF05C4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78768" y="2388901"/>
                <a:ext cx="1490" cy="238094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726550CA-60AE-44C0-AF02-01778ABC5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8955" y="2628429"/>
                <a:ext cx="0" cy="468000"/>
              </a:xfrm>
              <a:prstGeom prst="line">
                <a:avLst/>
              </a:prstGeom>
              <a:ln w="2286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2EC066BB-9F87-46D0-B388-870C00394C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915" y="2668715"/>
                <a:ext cx="0" cy="2040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EFFF7C6A-01FB-4BD6-B692-C6059E5BF6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41538" y="3052967"/>
                <a:ext cx="1" cy="151200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AB4AA6E6-D193-4D82-8C3C-E32B756B64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7006" y="3064038"/>
                <a:ext cx="113199" cy="1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6231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1C6E4CB-D22F-405C-91E1-8F6507B0DC75}"/>
              </a:ext>
            </a:extLst>
          </p:cNvPr>
          <p:cNvGrpSpPr/>
          <p:nvPr/>
        </p:nvGrpSpPr>
        <p:grpSpPr>
          <a:xfrm>
            <a:off x="2390576" y="517212"/>
            <a:ext cx="7410847" cy="5314301"/>
            <a:chOff x="2390576" y="517212"/>
            <a:chExt cx="7410847" cy="5314301"/>
          </a:xfrm>
        </p:grpSpPr>
        <p:sp>
          <p:nvSpPr>
            <p:cNvPr id="162" name="等腰三角形 161">
              <a:extLst>
                <a:ext uri="{FF2B5EF4-FFF2-40B4-BE49-F238E27FC236}">
                  <a16:creationId xmlns:a16="http://schemas.microsoft.com/office/drawing/2014/main" id="{F636495F-024F-48FE-B956-40A8832D5814}"/>
                </a:ext>
              </a:extLst>
            </p:cNvPr>
            <p:cNvSpPr/>
            <p:nvPr/>
          </p:nvSpPr>
          <p:spPr>
            <a:xfrm rot="10800000">
              <a:off x="8742723" y="1394211"/>
              <a:ext cx="224203" cy="1317984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8095E592-AC02-4F6A-AB4A-877B0565EBFB}"/>
                </a:ext>
              </a:extLst>
            </p:cNvPr>
            <p:cNvSpPr txBox="1"/>
            <p:nvPr/>
          </p:nvSpPr>
          <p:spPr>
            <a:xfrm>
              <a:off x="8001423" y="1902494"/>
              <a:ext cx="1800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5D1806C-AA9A-4E59-97A0-E91AFD6B85F1}"/>
                </a:ext>
              </a:extLst>
            </p:cNvPr>
            <p:cNvCxnSpPr>
              <a:cxnSpLocks/>
            </p:cNvCxnSpPr>
            <p:nvPr/>
          </p:nvCxnSpPr>
          <p:spPr>
            <a:xfrm>
              <a:off x="3701012" y="1646445"/>
              <a:ext cx="13320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AA3092EF-7C5F-4B17-8588-B978168157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4341" y="1362356"/>
              <a:ext cx="180000" cy="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五边形 224">
              <a:extLst>
                <a:ext uri="{FF2B5EF4-FFF2-40B4-BE49-F238E27FC236}">
                  <a16:creationId xmlns:a16="http://schemas.microsoft.com/office/drawing/2014/main" id="{4F345281-5EB0-4715-88F6-D6A8470CA283}"/>
                </a:ext>
              </a:extLst>
            </p:cNvPr>
            <p:cNvSpPr/>
            <p:nvPr/>
          </p:nvSpPr>
          <p:spPr>
            <a:xfrm>
              <a:off x="3043143" y="4197731"/>
              <a:ext cx="279047" cy="267678"/>
            </a:xfrm>
            <a:prstGeom prst="pentagon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等腰三角形 225">
              <a:extLst>
                <a:ext uri="{FF2B5EF4-FFF2-40B4-BE49-F238E27FC236}">
                  <a16:creationId xmlns:a16="http://schemas.microsoft.com/office/drawing/2014/main" id="{4928CBE6-F935-46B5-9AC4-E0202DDADC7A}"/>
                </a:ext>
              </a:extLst>
            </p:cNvPr>
            <p:cNvSpPr/>
            <p:nvPr/>
          </p:nvSpPr>
          <p:spPr>
            <a:xfrm>
              <a:off x="3029911" y="4574087"/>
              <a:ext cx="279047" cy="279047"/>
            </a:xfrm>
            <a:prstGeom prst="triangle">
              <a:avLst/>
            </a:prstGeom>
            <a:noFill/>
            <a:ln w="19050">
              <a:solidFill>
                <a:schemeClr val="accent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93976F2C-753E-43D7-B294-D2038E9BB7C1}"/>
                </a:ext>
              </a:extLst>
            </p:cNvPr>
            <p:cNvGrpSpPr/>
            <p:nvPr/>
          </p:nvGrpSpPr>
          <p:grpSpPr>
            <a:xfrm>
              <a:off x="3531744" y="4105209"/>
              <a:ext cx="461183" cy="900000"/>
              <a:chOff x="4344536" y="2559975"/>
              <a:chExt cx="227666" cy="463516"/>
            </a:xfrm>
            <a:noFill/>
          </p:grpSpPr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45D6716F-5A38-46C8-A5E0-0204DFFA2844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4" name="矩形 303">
                <a:extLst>
                  <a:ext uri="{FF2B5EF4-FFF2-40B4-BE49-F238E27FC236}">
                    <a16:creationId xmlns:a16="http://schemas.microsoft.com/office/drawing/2014/main" id="{FE136193-F997-47FB-BC54-D214CA97E3DB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等腰三角形 304">
                <a:extLst>
                  <a:ext uri="{FF2B5EF4-FFF2-40B4-BE49-F238E27FC236}">
                    <a16:creationId xmlns:a16="http://schemas.microsoft.com/office/drawing/2014/main" id="{DA2D706C-43E1-4D66-AB12-3F353FFEF7E3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2D9C9F-3FF4-44B0-B1D9-BAD4BE9530C6}"/>
                </a:ext>
              </a:extLst>
            </p:cNvPr>
            <p:cNvSpPr txBox="1"/>
            <p:nvPr/>
          </p:nvSpPr>
          <p:spPr>
            <a:xfrm>
              <a:off x="2437839" y="3418814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729131F5-6896-475B-B0EF-1A192A8C8040}"/>
                </a:ext>
              </a:extLst>
            </p:cNvPr>
            <p:cNvSpPr/>
            <p:nvPr/>
          </p:nvSpPr>
          <p:spPr>
            <a:xfrm rot="16200000">
              <a:off x="3421534" y="4636310"/>
              <a:ext cx="106372" cy="252000"/>
            </a:xfrm>
            <a:prstGeom prst="downArrow">
              <a:avLst/>
            </a:prstGeom>
            <a:solidFill>
              <a:srgbClr val="42B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015469A-838C-47B2-94AF-C3ECBAF15117}"/>
                </a:ext>
              </a:extLst>
            </p:cNvPr>
            <p:cNvSpPr txBox="1"/>
            <p:nvPr/>
          </p:nvSpPr>
          <p:spPr>
            <a:xfrm>
              <a:off x="3330716" y="4522555"/>
              <a:ext cx="20258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42B9E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1400" b="1" dirty="0">
                <a:solidFill>
                  <a:srgbClr val="42B9E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B4728E10-CE11-4AA4-BCFE-48010FD801BC}"/>
                </a:ext>
              </a:extLst>
            </p:cNvPr>
            <p:cNvSpPr/>
            <p:nvPr/>
          </p:nvSpPr>
          <p:spPr>
            <a:xfrm rot="16200000">
              <a:off x="3421604" y="4226065"/>
              <a:ext cx="106372" cy="252000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1676E54F-CAAE-4C34-AC20-31CF160F83D4}"/>
                </a:ext>
              </a:extLst>
            </p:cNvPr>
            <p:cNvSpPr txBox="1"/>
            <p:nvPr/>
          </p:nvSpPr>
          <p:spPr>
            <a:xfrm>
              <a:off x="6038446" y="3409284"/>
              <a:ext cx="179983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24C266C8-F768-408C-B498-9D367827A08C}"/>
                </a:ext>
              </a:extLst>
            </p:cNvPr>
            <p:cNvSpPr txBox="1"/>
            <p:nvPr/>
          </p:nvSpPr>
          <p:spPr>
            <a:xfrm>
              <a:off x="7804179" y="3396169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914F1CC4-A70D-485B-8777-5417BCAFA3C8}"/>
                </a:ext>
              </a:extLst>
            </p:cNvPr>
            <p:cNvSpPr txBox="1"/>
            <p:nvPr/>
          </p:nvSpPr>
          <p:spPr>
            <a:xfrm rot="7821256">
              <a:off x="6671301" y="3793626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1307C3-21D9-484A-8D1B-DAF6E4F6BD7D}"/>
                </a:ext>
              </a:extLst>
            </p:cNvPr>
            <p:cNvSpPr txBox="1"/>
            <p:nvPr/>
          </p:nvSpPr>
          <p:spPr>
            <a:xfrm rot="3220518">
              <a:off x="8853462" y="3810853"/>
              <a:ext cx="318383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9CF08A63-46A9-4401-ACD5-BE7AE0D68463}"/>
                </a:ext>
              </a:extLst>
            </p:cNvPr>
            <p:cNvSpPr txBox="1"/>
            <p:nvPr/>
          </p:nvSpPr>
          <p:spPr>
            <a:xfrm>
              <a:off x="3315528" y="4099389"/>
              <a:ext cx="31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2786AD-3FF8-46DA-BF98-45761DB1641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24245" y="4675810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136D17E-F821-4629-A072-E2CA258AC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5732" y="5485810"/>
              <a:ext cx="5266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44BD567-CEEB-459C-9D38-33904737CC1E}"/>
                </a:ext>
              </a:extLst>
            </p:cNvPr>
            <p:cNvSpPr txBox="1"/>
            <p:nvPr/>
          </p:nvSpPr>
          <p:spPr>
            <a:xfrm>
              <a:off x="2439805" y="5523736"/>
              <a:ext cx="1834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Species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C709862F-B2CD-409D-932F-E01DB20B5F20}"/>
                </a:ext>
              </a:extLst>
            </p:cNvPr>
            <p:cNvSpPr txBox="1"/>
            <p:nvPr/>
          </p:nvSpPr>
          <p:spPr>
            <a:xfrm>
              <a:off x="5827395" y="5518664"/>
              <a:ext cx="1891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327DFCAB-99EE-45D1-9D7F-E9DE82AEB35E}"/>
                </a:ext>
              </a:extLst>
            </p:cNvPr>
            <p:cNvSpPr txBox="1"/>
            <p:nvPr/>
          </p:nvSpPr>
          <p:spPr>
            <a:xfrm>
              <a:off x="4427141" y="3424430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文本框 426">
              <a:extLst>
                <a:ext uri="{FF2B5EF4-FFF2-40B4-BE49-F238E27FC236}">
                  <a16:creationId xmlns:a16="http://schemas.microsoft.com/office/drawing/2014/main" id="{B6CC4B8F-695A-4F31-B878-8EE9D0F68E5B}"/>
                </a:ext>
              </a:extLst>
            </p:cNvPr>
            <p:cNvSpPr txBox="1"/>
            <p:nvPr/>
          </p:nvSpPr>
          <p:spPr>
            <a:xfrm rot="2813487">
              <a:off x="7207652" y="3762537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EED0596-52BA-4E2E-B8C9-11F9D2D2FD86}"/>
                </a:ext>
              </a:extLst>
            </p:cNvPr>
            <p:cNvSpPr txBox="1"/>
            <p:nvPr/>
          </p:nvSpPr>
          <p:spPr>
            <a:xfrm>
              <a:off x="2390576" y="517212"/>
              <a:ext cx="29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DA192DBC-4B49-4A38-9BAA-8B6E07C4FCF8}"/>
                </a:ext>
              </a:extLst>
            </p:cNvPr>
            <p:cNvSpPr/>
            <p:nvPr/>
          </p:nvSpPr>
          <p:spPr>
            <a:xfrm>
              <a:off x="4065772" y="1401545"/>
              <a:ext cx="198969" cy="198969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2A1371B5-CF6B-49BF-BEF9-DD559FA7BA20}"/>
                </a:ext>
              </a:extLst>
            </p:cNvPr>
            <p:cNvSpPr/>
            <p:nvPr/>
          </p:nvSpPr>
          <p:spPr>
            <a:xfrm>
              <a:off x="4067077" y="1675751"/>
              <a:ext cx="198969" cy="198969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78CD41D6-23AE-4A32-9000-44EDBDD71C07}"/>
                </a:ext>
              </a:extLst>
            </p:cNvPr>
            <p:cNvSpPr/>
            <p:nvPr/>
          </p:nvSpPr>
          <p:spPr>
            <a:xfrm rot="5400000">
              <a:off x="4059567" y="1125796"/>
              <a:ext cx="198969" cy="198969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五边形 207">
              <a:extLst>
                <a:ext uri="{FF2B5EF4-FFF2-40B4-BE49-F238E27FC236}">
                  <a16:creationId xmlns:a16="http://schemas.microsoft.com/office/drawing/2014/main" id="{29958954-EDFF-4BA9-805E-51DED13677A0}"/>
                </a:ext>
              </a:extLst>
            </p:cNvPr>
            <p:cNvSpPr/>
            <p:nvPr/>
          </p:nvSpPr>
          <p:spPr>
            <a:xfrm>
              <a:off x="4059902" y="811998"/>
              <a:ext cx="198969" cy="198969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739B34BD-73C4-48B3-82FE-1F6A1EA05893}"/>
                </a:ext>
              </a:extLst>
            </p:cNvPr>
            <p:cNvSpPr/>
            <p:nvPr/>
          </p:nvSpPr>
          <p:spPr>
            <a:xfrm rot="5400000">
              <a:off x="4065921" y="2195850"/>
              <a:ext cx="198969" cy="198969"/>
            </a:xfrm>
            <a:prstGeom prst="rect">
              <a:avLst/>
            </a:prstGeom>
            <a:solidFill>
              <a:srgbClr val="DAB897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8C0A21C8-C424-4DB2-BB33-2FF9D6C99E05}"/>
                </a:ext>
              </a:extLst>
            </p:cNvPr>
            <p:cNvSpPr/>
            <p:nvPr/>
          </p:nvSpPr>
          <p:spPr>
            <a:xfrm rot="5400000">
              <a:off x="4065808" y="2609745"/>
              <a:ext cx="198969" cy="198969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五边形 248">
              <a:extLst>
                <a:ext uri="{FF2B5EF4-FFF2-40B4-BE49-F238E27FC236}">
                  <a16:creationId xmlns:a16="http://schemas.microsoft.com/office/drawing/2014/main" id="{5891E8FF-A2E2-4C13-AB4D-DD0F24807B4B}"/>
                </a:ext>
              </a:extLst>
            </p:cNvPr>
            <p:cNvSpPr/>
            <p:nvPr/>
          </p:nvSpPr>
          <p:spPr>
            <a:xfrm>
              <a:off x="4065808" y="2975756"/>
              <a:ext cx="198969" cy="190863"/>
            </a:xfrm>
            <a:prstGeom prst="pentagon">
              <a:avLst/>
            </a:prstGeom>
            <a:solidFill>
              <a:srgbClr val="562400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3151F787-8F33-4CD5-9367-72E2CFF0D9A2}"/>
                </a:ext>
              </a:extLst>
            </p:cNvPr>
            <p:cNvSpPr txBox="1"/>
            <p:nvPr/>
          </p:nvSpPr>
          <p:spPr>
            <a:xfrm>
              <a:off x="5283693" y="517212"/>
              <a:ext cx="202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等腰三角形 149">
              <a:extLst>
                <a:ext uri="{FF2B5EF4-FFF2-40B4-BE49-F238E27FC236}">
                  <a16:creationId xmlns:a16="http://schemas.microsoft.com/office/drawing/2014/main" id="{F20988EC-7F63-4DCA-8226-B7A1144D4618}"/>
                </a:ext>
              </a:extLst>
            </p:cNvPr>
            <p:cNvSpPr/>
            <p:nvPr/>
          </p:nvSpPr>
          <p:spPr>
            <a:xfrm rot="10800000">
              <a:off x="6539315" y="1331529"/>
              <a:ext cx="224203" cy="1679413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5FBDABFD-9058-4334-9A80-56102A6F16C3}"/>
                </a:ext>
              </a:extLst>
            </p:cNvPr>
            <p:cNvSpPr txBox="1"/>
            <p:nvPr/>
          </p:nvSpPr>
          <p:spPr>
            <a:xfrm>
              <a:off x="6016413" y="1014145"/>
              <a:ext cx="8716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Distinct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9C76835A-4C36-4FA3-B8FE-0FCA0DAC2966}"/>
                </a:ext>
              </a:extLst>
            </p:cNvPr>
            <p:cNvSpPr txBox="1"/>
            <p:nvPr/>
          </p:nvSpPr>
          <p:spPr>
            <a:xfrm>
              <a:off x="5782489" y="2893147"/>
              <a:ext cx="118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Redundant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7D75D660-72ED-4608-9898-D36EECE40C16}"/>
                </a:ext>
              </a:extLst>
            </p:cNvPr>
            <p:cNvCxnSpPr>
              <a:cxnSpLocks/>
              <a:stCxn id="255" idx="0"/>
            </p:cNvCxnSpPr>
            <p:nvPr/>
          </p:nvCxnSpPr>
          <p:spPr>
            <a:xfrm flipV="1">
              <a:off x="7867986" y="1347959"/>
              <a:ext cx="655075" cy="9001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9AECEB7D-3FDB-4CE1-81F3-0AE3C547971E}"/>
                </a:ext>
              </a:extLst>
            </p:cNvPr>
            <p:cNvCxnSpPr>
              <a:cxnSpLocks/>
              <a:stCxn id="252" idx="2"/>
            </p:cNvCxnSpPr>
            <p:nvPr/>
          </p:nvCxnSpPr>
          <p:spPr>
            <a:xfrm flipV="1">
              <a:off x="7860070" y="2906432"/>
              <a:ext cx="828892" cy="4139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B2D5C5D5-442E-44F2-8EB9-12B489F55402}"/>
                </a:ext>
              </a:extLst>
            </p:cNvPr>
            <p:cNvSpPr txBox="1"/>
            <p:nvPr/>
          </p:nvSpPr>
          <p:spPr>
            <a:xfrm>
              <a:off x="8445115" y="1050313"/>
              <a:ext cx="8716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Distinct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FF15553F-EC0A-40A1-AB41-EC3CA8F002CA}"/>
                </a:ext>
              </a:extLst>
            </p:cNvPr>
            <p:cNvSpPr txBox="1"/>
            <p:nvPr/>
          </p:nvSpPr>
          <p:spPr>
            <a:xfrm>
              <a:off x="8277811" y="2616772"/>
              <a:ext cx="118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Redundant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等腰三角形 162">
              <a:extLst>
                <a:ext uri="{FF2B5EF4-FFF2-40B4-BE49-F238E27FC236}">
                  <a16:creationId xmlns:a16="http://schemas.microsoft.com/office/drawing/2014/main" id="{D1914460-5829-40AD-B3FA-6D107FB4F872}"/>
                </a:ext>
              </a:extLst>
            </p:cNvPr>
            <p:cNvSpPr/>
            <p:nvPr/>
          </p:nvSpPr>
          <p:spPr>
            <a:xfrm>
              <a:off x="8494496" y="2416188"/>
              <a:ext cx="214334" cy="214334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五边形 163">
              <a:extLst>
                <a:ext uri="{FF2B5EF4-FFF2-40B4-BE49-F238E27FC236}">
                  <a16:creationId xmlns:a16="http://schemas.microsoft.com/office/drawing/2014/main" id="{590B03BC-66E6-49F7-A0C0-365FF6B8E92D}"/>
                </a:ext>
              </a:extLst>
            </p:cNvPr>
            <p:cNvSpPr/>
            <p:nvPr/>
          </p:nvSpPr>
          <p:spPr>
            <a:xfrm>
              <a:off x="8479298" y="1439451"/>
              <a:ext cx="214334" cy="214334"/>
            </a:xfrm>
            <a:prstGeom prst="pentagon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58335E21-24AC-4CEE-84E9-56E11ADDAFA0}"/>
                </a:ext>
              </a:extLst>
            </p:cNvPr>
            <p:cNvSpPr txBox="1"/>
            <p:nvPr/>
          </p:nvSpPr>
          <p:spPr>
            <a:xfrm>
              <a:off x="5741131" y="2018525"/>
              <a:ext cx="1872000" cy="288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Regional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evol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altLang="zh-CN" sz="1400" dirty="0" err="1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distinc</a:t>
              </a:r>
              <a:r>
                <a:rPr lang="en-US" altLang="zh-CN" sz="1400" dirty="0">
                  <a:solidFill>
                    <a:srgbClr val="9B20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zh-CN" altLang="en-US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83CD608-01D6-4115-80DE-91F4D5ABBA1A}"/>
                </a:ext>
              </a:extLst>
            </p:cNvPr>
            <p:cNvGrpSpPr/>
            <p:nvPr/>
          </p:nvGrpSpPr>
          <p:grpSpPr>
            <a:xfrm>
              <a:off x="4494557" y="1119613"/>
              <a:ext cx="461183" cy="900000"/>
              <a:chOff x="4344536" y="2559975"/>
              <a:chExt cx="227666" cy="463516"/>
            </a:xfrm>
          </p:grpSpPr>
          <p:sp>
            <p:nvSpPr>
              <p:cNvPr id="191" name="矩形: 圆角 190">
                <a:extLst>
                  <a:ext uri="{FF2B5EF4-FFF2-40B4-BE49-F238E27FC236}">
                    <a16:creationId xmlns:a16="http://schemas.microsoft.com/office/drawing/2014/main" id="{2E4EE3F3-C891-40C5-B2EC-965BA471278F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CB9467F6-FC91-419B-9689-965A8C14D97D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等腰三角形 222">
                <a:extLst>
                  <a:ext uri="{FF2B5EF4-FFF2-40B4-BE49-F238E27FC236}">
                    <a16:creationId xmlns:a16="http://schemas.microsoft.com/office/drawing/2014/main" id="{9F44B01E-A0D9-4F32-84AF-ECCCD3A83454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55" name="矩形: 圆角 254">
              <a:extLst>
                <a:ext uri="{FF2B5EF4-FFF2-40B4-BE49-F238E27FC236}">
                  <a16:creationId xmlns:a16="http://schemas.microsoft.com/office/drawing/2014/main" id="{93D61294-6973-4DDE-B0BB-027B8FF1C1C5}"/>
                </a:ext>
              </a:extLst>
            </p:cNvPr>
            <p:cNvSpPr/>
            <p:nvPr/>
          </p:nvSpPr>
          <p:spPr>
            <a:xfrm>
              <a:off x="7736586" y="2248117"/>
              <a:ext cx="262800" cy="243813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2" name="矩形: 圆角 251">
              <a:extLst>
                <a:ext uri="{FF2B5EF4-FFF2-40B4-BE49-F238E27FC236}">
                  <a16:creationId xmlns:a16="http://schemas.microsoft.com/office/drawing/2014/main" id="{1F6C64E3-1398-41E8-BAF0-CFED3D804624}"/>
                </a:ext>
              </a:extLst>
            </p:cNvPr>
            <p:cNvSpPr/>
            <p:nvPr/>
          </p:nvSpPr>
          <p:spPr>
            <a:xfrm>
              <a:off x="7728073" y="3056762"/>
              <a:ext cx="263994" cy="263586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06" name="组合 305">
              <a:extLst>
                <a:ext uri="{FF2B5EF4-FFF2-40B4-BE49-F238E27FC236}">
                  <a16:creationId xmlns:a16="http://schemas.microsoft.com/office/drawing/2014/main" id="{8D9620A5-3E7F-4D52-9914-2739C20A5FDA}"/>
                </a:ext>
              </a:extLst>
            </p:cNvPr>
            <p:cNvGrpSpPr/>
            <p:nvPr/>
          </p:nvGrpSpPr>
          <p:grpSpPr>
            <a:xfrm>
              <a:off x="5354587" y="4098486"/>
              <a:ext cx="461183" cy="900000"/>
              <a:chOff x="4344536" y="2559975"/>
              <a:chExt cx="227666" cy="463516"/>
            </a:xfrm>
          </p:grpSpPr>
          <p:sp>
            <p:nvSpPr>
              <p:cNvPr id="307" name="矩形: 圆角 306">
                <a:extLst>
                  <a:ext uri="{FF2B5EF4-FFF2-40B4-BE49-F238E27FC236}">
                    <a16:creationId xmlns:a16="http://schemas.microsoft.com/office/drawing/2014/main" id="{F80B93A5-123D-40F0-BEDE-1175BE75C829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C4033B6E-748F-40CD-8E0F-8573021F9B33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9" name="等腰三角形 308">
                <a:extLst>
                  <a:ext uri="{FF2B5EF4-FFF2-40B4-BE49-F238E27FC236}">
                    <a16:creationId xmlns:a16="http://schemas.microsoft.com/office/drawing/2014/main" id="{C317105B-3AC0-4E58-A84C-16C95E5667F5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10" name="组合 309">
              <a:extLst>
                <a:ext uri="{FF2B5EF4-FFF2-40B4-BE49-F238E27FC236}">
                  <a16:creationId xmlns:a16="http://schemas.microsoft.com/office/drawing/2014/main" id="{14A6B880-B69C-43E5-BC58-1CAF6F218575}"/>
                </a:ext>
              </a:extLst>
            </p:cNvPr>
            <p:cNvGrpSpPr/>
            <p:nvPr/>
          </p:nvGrpSpPr>
          <p:grpSpPr>
            <a:xfrm>
              <a:off x="4790258" y="4108042"/>
              <a:ext cx="461183" cy="900000"/>
              <a:chOff x="3287155" y="2545620"/>
              <a:chExt cx="227666" cy="445992"/>
            </a:xfrm>
          </p:grpSpPr>
          <p:sp>
            <p:nvSpPr>
              <p:cNvPr id="311" name="五边形 310">
                <a:extLst>
                  <a:ext uri="{FF2B5EF4-FFF2-40B4-BE49-F238E27FC236}">
                    <a16:creationId xmlns:a16="http://schemas.microsoft.com/office/drawing/2014/main" id="{D6F46F0C-FDF8-424F-9211-FD916CD52F33}"/>
                  </a:ext>
                </a:extLst>
              </p:cNvPr>
              <p:cNvSpPr/>
              <p:nvPr/>
            </p:nvSpPr>
            <p:spPr>
              <a:xfrm>
                <a:off x="3326647" y="2576923"/>
                <a:ext cx="143840" cy="14383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矩形: 圆角 311">
                <a:extLst>
                  <a:ext uri="{FF2B5EF4-FFF2-40B4-BE49-F238E27FC236}">
                    <a16:creationId xmlns:a16="http://schemas.microsoft.com/office/drawing/2014/main" id="{E0476EC7-96E7-45E3-9734-6BF3462D5FC4}"/>
                  </a:ext>
                </a:extLst>
              </p:cNvPr>
              <p:cNvSpPr/>
              <p:nvPr/>
            </p:nvSpPr>
            <p:spPr>
              <a:xfrm>
                <a:off x="3287155" y="2545620"/>
                <a:ext cx="227666" cy="445992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4" name="等腰三角形 313">
                <a:extLst>
                  <a:ext uri="{FF2B5EF4-FFF2-40B4-BE49-F238E27FC236}">
                    <a16:creationId xmlns:a16="http://schemas.microsoft.com/office/drawing/2014/main" id="{56F2AFF3-648F-400B-9EA8-E512C7F563C4}"/>
                  </a:ext>
                </a:extLst>
              </p:cNvPr>
              <p:cNvSpPr/>
              <p:nvPr/>
            </p:nvSpPr>
            <p:spPr>
              <a:xfrm>
                <a:off x="3334688" y="2767136"/>
                <a:ext cx="144000" cy="144000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92" name="箭头: 下 191">
              <a:extLst>
                <a:ext uri="{FF2B5EF4-FFF2-40B4-BE49-F238E27FC236}">
                  <a16:creationId xmlns:a16="http://schemas.microsoft.com/office/drawing/2014/main" id="{383B6B05-A50A-4B7F-B863-2526AF90D115}"/>
                </a:ext>
              </a:extLst>
            </p:cNvPr>
            <p:cNvSpPr/>
            <p:nvPr/>
          </p:nvSpPr>
          <p:spPr>
            <a:xfrm rot="16200000">
              <a:off x="5255237" y="4597396"/>
              <a:ext cx="106372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29BAE5B0-5514-4A5D-9903-74F1215A9C1A}"/>
                </a:ext>
              </a:extLst>
            </p:cNvPr>
            <p:cNvSpPr txBox="1"/>
            <p:nvPr/>
          </p:nvSpPr>
          <p:spPr>
            <a:xfrm>
              <a:off x="5175364" y="4490847"/>
              <a:ext cx="202588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箭头: 下 329">
              <a:extLst>
                <a:ext uri="{FF2B5EF4-FFF2-40B4-BE49-F238E27FC236}">
                  <a16:creationId xmlns:a16="http://schemas.microsoft.com/office/drawing/2014/main" id="{A4543428-EF2D-49A1-B15D-BB022CBB58EC}"/>
                </a:ext>
              </a:extLst>
            </p:cNvPr>
            <p:cNvSpPr/>
            <p:nvPr/>
          </p:nvSpPr>
          <p:spPr>
            <a:xfrm rot="16200000">
              <a:off x="5217064" y="4200347"/>
              <a:ext cx="171650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7DD24100-8CD1-4046-9AE2-220F32BFAE32}"/>
                </a:ext>
              </a:extLst>
            </p:cNvPr>
            <p:cNvSpPr txBox="1"/>
            <p:nvPr/>
          </p:nvSpPr>
          <p:spPr>
            <a:xfrm>
              <a:off x="5164376" y="3959159"/>
              <a:ext cx="20258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1" spc="-1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endParaRPr lang="zh-CN" altLang="en-US" b="1" spc="-1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16" name="组合 315">
              <a:extLst>
                <a:ext uri="{FF2B5EF4-FFF2-40B4-BE49-F238E27FC236}">
                  <a16:creationId xmlns:a16="http://schemas.microsoft.com/office/drawing/2014/main" id="{B44483E4-991A-4B72-B8E7-C2BF997E236A}"/>
                </a:ext>
              </a:extLst>
            </p:cNvPr>
            <p:cNvGrpSpPr/>
            <p:nvPr/>
          </p:nvGrpSpPr>
          <p:grpSpPr>
            <a:xfrm>
              <a:off x="7089988" y="4100384"/>
              <a:ext cx="461183" cy="900000"/>
              <a:chOff x="4344536" y="2559975"/>
              <a:chExt cx="227666" cy="463516"/>
            </a:xfrm>
          </p:grpSpPr>
          <p:sp>
            <p:nvSpPr>
              <p:cNvPr id="317" name="矩形: 圆角 316">
                <a:extLst>
                  <a:ext uri="{FF2B5EF4-FFF2-40B4-BE49-F238E27FC236}">
                    <a16:creationId xmlns:a16="http://schemas.microsoft.com/office/drawing/2014/main" id="{0138C4B2-F547-4C25-931A-6C9E7CECD078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8" name="矩形 317">
                <a:extLst>
                  <a:ext uri="{FF2B5EF4-FFF2-40B4-BE49-F238E27FC236}">
                    <a16:creationId xmlns:a16="http://schemas.microsoft.com/office/drawing/2014/main" id="{54564061-836D-496D-9750-3675FF1857DB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等腰三角形 318">
                <a:extLst>
                  <a:ext uri="{FF2B5EF4-FFF2-40B4-BE49-F238E27FC236}">
                    <a16:creationId xmlns:a16="http://schemas.microsoft.com/office/drawing/2014/main" id="{5ED02C16-9A1B-4FDF-84ED-2F5588B6A35C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26EBD606-030F-4B10-836F-DBEB781445CC}"/>
                </a:ext>
              </a:extLst>
            </p:cNvPr>
            <p:cNvGrpSpPr/>
            <p:nvPr/>
          </p:nvGrpSpPr>
          <p:grpSpPr>
            <a:xfrm>
              <a:off x="6525659" y="4101231"/>
              <a:ext cx="461183" cy="900000"/>
              <a:chOff x="3287155" y="2545620"/>
              <a:chExt cx="227666" cy="445992"/>
            </a:xfrm>
          </p:grpSpPr>
          <p:sp>
            <p:nvSpPr>
              <p:cNvPr id="321" name="五边形 320">
                <a:extLst>
                  <a:ext uri="{FF2B5EF4-FFF2-40B4-BE49-F238E27FC236}">
                    <a16:creationId xmlns:a16="http://schemas.microsoft.com/office/drawing/2014/main" id="{568E86E4-35C1-43FF-A50D-DCDFC7B3C626}"/>
                  </a:ext>
                </a:extLst>
              </p:cNvPr>
              <p:cNvSpPr/>
              <p:nvPr/>
            </p:nvSpPr>
            <p:spPr>
              <a:xfrm>
                <a:off x="3326647" y="2576923"/>
                <a:ext cx="143840" cy="14383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矩形: 圆角 321">
                <a:extLst>
                  <a:ext uri="{FF2B5EF4-FFF2-40B4-BE49-F238E27FC236}">
                    <a16:creationId xmlns:a16="http://schemas.microsoft.com/office/drawing/2014/main" id="{F83C3D35-A8A0-46A3-86ED-1B09A3B5DF71}"/>
                  </a:ext>
                </a:extLst>
              </p:cNvPr>
              <p:cNvSpPr/>
              <p:nvPr/>
            </p:nvSpPr>
            <p:spPr>
              <a:xfrm>
                <a:off x="3287155" y="2545620"/>
                <a:ext cx="227666" cy="445992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3" name="等腰三角形 322">
                <a:extLst>
                  <a:ext uri="{FF2B5EF4-FFF2-40B4-BE49-F238E27FC236}">
                    <a16:creationId xmlns:a16="http://schemas.microsoft.com/office/drawing/2014/main" id="{EB81E7B6-989D-44C8-8371-9F6D80C2DEEB}"/>
                  </a:ext>
                </a:extLst>
              </p:cNvPr>
              <p:cNvSpPr/>
              <p:nvPr/>
            </p:nvSpPr>
            <p:spPr>
              <a:xfrm>
                <a:off x="3334688" y="2767136"/>
                <a:ext cx="144000" cy="144000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24" name="矩形 323">
              <a:extLst>
                <a:ext uri="{FF2B5EF4-FFF2-40B4-BE49-F238E27FC236}">
                  <a16:creationId xmlns:a16="http://schemas.microsoft.com/office/drawing/2014/main" id="{A9784EA9-A054-47D9-B981-23ADDB6E9425}"/>
                </a:ext>
              </a:extLst>
            </p:cNvPr>
            <p:cNvSpPr/>
            <p:nvPr/>
          </p:nvSpPr>
          <p:spPr>
            <a:xfrm rot="5400000">
              <a:off x="6699060" y="3645351"/>
              <a:ext cx="291600" cy="291600"/>
            </a:xfrm>
            <a:prstGeom prst="rect">
              <a:avLst/>
            </a:prstGeom>
            <a:solidFill>
              <a:srgbClr val="DAB897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04F5A64B-234E-4BD0-B5ED-61127D4B27F2}"/>
                </a:ext>
              </a:extLst>
            </p:cNvPr>
            <p:cNvSpPr/>
            <p:nvPr/>
          </p:nvSpPr>
          <p:spPr>
            <a:xfrm rot="5400000">
              <a:off x="7044745" y="3644378"/>
              <a:ext cx="291600" cy="291600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7503131-4078-4679-87AF-3AC5DF37AAD5}"/>
                </a:ext>
              </a:extLst>
            </p:cNvPr>
            <p:cNvGrpSpPr/>
            <p:nvPr/>
          </p:nvGrpSpPr>
          <p:grpSpPr>
            <a:xfrm>
              <a:off x="4497661" y="2208567"/>
              <a:ext cx="461183" cy="900000"/>
              <a:chOff x="4749385" y="2335179"/>
              <a:chExt cx="461183" cy="900000"/>
            </a:xfrm>
          </p:grpSpPr>
          <p:sp>
            <p:nvSpPr>
              <p:cNvPr id="176" name="矩形: 圆角 175">
                <a:extLst>
                  <a:ext uri="{FF2B5EF4-FFF2-40B4-BE49-F238E27FC236}">
                    <a16:creationId xmlns:a16="http://schemas.microsoft.com/office/drawing/2014/main" id="{C1076D85-DBD5-4372-A425-D9FD90CA7643}"/>
                  </a:ext>
                </a:extLst>
              </p:cNvPr>
              <p:cNvSpPr/>
              <p:nvPr/>
            </p:nvSpPr>
            <p:spPr>
              <a:xfrm>
                <a:off x="4749385" y="2335179"/>
                <a:ext cx="461183" cy="900000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6" name="五边形 325">
                <a:extLst>
                  <a:ext uri="{FF2B5EF4-FFF2-40B4-BE49-F238E27FC236}">
                    <a16:creationId xmlns:a16="http://schemas.microsoft.com/office/drawing/2014/main" id="{A9E9A4CB-1C7D-4112-8F9D-CBE169026B9E}"/>
                  </a:ext>
                </a:extLst>
              </p:cNvPr>
              <p:cNvSpPr/>
              <p:nvPr/>
            </p:nvSpPr>
            <p:spPr>
              <a:xfrm>
                <a:off x="4820648" y="2432405"/>
                <a:ext cx="291377" cy="290263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7" name="等腰三角形 326">
                <a:extLst>
                  <a:ext uri="{FF2B5EF4-FFF2-40B4-BE49-F238E27FC236}">
                    <a16:creationId xmlns:a16="http://schemas.microsoft.com/office/drawing/2014/main" id="{AED1B9C3-00D4-402C-9CC0-12A5DCCDD492}"/>
                  </a:ext>
                </a:extLst>
              </p:cNvPr>
              <p:cNvSpPr/>
              <p:nvPr/>
            </p:nvSpPr>
            <p:spPr>
              <a:xfrm>
                <a:off x="4836937" y="2816249"/>
                <a:ext cx="291701" cy="290588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28" name="矩形 327">
              <a:extLst>
                <a:ext uri="{FF2B5EF4-FFF2-40B4-BE49-F238E27FC236}">
                  <a16:creationId xmlns:a16="http://schemas.microsoft.com/office/drawing/2014/main" id="{6BD7ED63-21E3-45A3-AC80-351D8DCBEAA4}"/>
                </a:ext>
              </a:extLst>
            </p:cNvPr>
            <p:cNvSpPr/>
            <p:nvPr/>
          </p:nvSpPr>
          <p:spPr>
            <a:xfrm rot="5400000">
              <a:off x="6699060" y="5127303"/>
              <a:ext cx="291600" cy="291600"/>
            </a:xfrm>
            <a:prstGeom prst="rect">
              <a:avLst/>
            </a:prstGeom>
            <a:solidFill>
              <a:srgbClr val="DAB897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五边形 328">
              <a:extLst>
                <a:ext uri="{FF2B5EF4-FFF2-40B4-BE49-F238E27FC236}">
                  <a16:creationId xmlns:a16="http://schemas.microsoft.com/office/drawing/2014/main" id="{F05AD1EF-59F3-4F82-99BE-7BE73F6E3432}"/>
                </a:ext>
              </a:extLst>
            </p:cNvPr>
            <p:cNvSpPr/>
            <p:nvPr/>
          </p:nvSpPr>
          <p:spPr>
            <a:xfrm>
              <a:off x="7048517" y="5113932"/>
              <a:ext cx="291600" cy="291600"/>
            </a:xfrm>
            <a:prstGeom prst="pentagon">
              <a:avLst/>
            </a:prstGeom>
            <a:solidFill>
              <a:srgbClr val="562400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2" name="组合 331">
              <a:extLst>
                <a:ext uri="{FF2B5EF4-FFF2-40B4-BE49-F238E27FC236}">
                  <a16:creationId xmlns:a16="http://schemas.microsoft.com/office/drawing/2014/main" id="{5CB97A48-6728-41AE-9812-94093AB388EA}"/>
                </a:ext>
              </a:extLst>
            </p:cNvPr>
            <p:cNvGrpSpPr/>
            <p:nvPr/>
          </p:nvGrpSpPr>
          <p:grpSpPr>
            <a:xfrm>
              <a:off x="8800140" y="4070132"/>
              <a:ext cx="461183" cy="900000"/>
              <a:chOff x="4344536" y="2559975"/>
              <a:chExt cx="227666" cy="463516"/>
            </a:xfrm>
          </p:grpSpPr>
          <p:sp>
            <p:nvSpPr>
              <p:cNvPr id="333" name="矩形: 圆角 332">
                <a:extLst>
                  <a:ext uri="{FF2B5EF4-FFF2-40B4-BE49-F238E27FC236}">
                    <a16:creationId xmlns:a16="http://schemas.microsoft.com/office/drawing/2014/main" id="{41232B14-8750-4404-AF47-53F69498ED60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227666" cy="46351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4" name="矩形 333">
                <a:extLst>
                  <a:ext uri="{FF2B5EF4-FFF2-40B4-BE49-F238E27FC236}">
                    <a16:creationId xmlns:a16="http://schemas.microsoft.com/office/drawing/2014/main" id="{DD2499BC-89D4-4E33-8098-EF329354F394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等腰三角形 335">
                <a:extLst>
                  <a:ext uri="{FF2B5EF4-FFF2-40B4-BE49-F238E27FC236}">
                    <a16:creationId xmlns:a16="http://schemas.microsoft.com/office/drawing/2014/main" id="{C2CDCA04-7E67-4A3A-A9C4-438A716901E2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2471EA2B-06EB-4986-84DE-DC35DAD596D0}"/>
                </a:ext>
              </a:extLst>
            </p:cNvPr>
            <p:cNvGrpSpPr/>
            <p:nvPr/>
          </p:nvGrpSpPr>
          <p:grpSpPr>
            <a:xfrm>
              <a:off x="8235811" y="4079688"/>
              <a:ext cx="461183" cy="900000"/>
              <a:chOff x="3287155" y="2545620"/>
              <a:chExt cx="227666" cy="445992"/>
            </a:xfrm>
          </p:grpSpPr>
          <p:sp>
            <p:nvSpPr>
              <p:cNvPr id="338" name="五边形 337">
                <a:extLst>
                  <a:ext uri="{FF2B5EF4-FFF2-40B4-BE49-F238E27FC236}">
                    <a16:creationId xmlns:a16="http://schemas.microsoft.com/office/drawing/2014/main" id="{9A59F604-6BF1-4993-8EF1-84C1A9484692}"/>
                  </a:ext>
                </a:extLst>
              </p:cNvPr>
              <p:cNvSpPr/>
              <p:nvPr/>
            </p:nvSpPr>
            <p:spPr>
              <a:xfrm>
                <a:off x="3326647" y="2576923"/>
                <a:ext cx="143840" cy="143839"/>
              </a:xfrm>
              <a:prstGeom prst="pentagon">
                <a:avLst/>
              </a:prstGeom>
              <a:solidFill>
                <a:srgbClr val="195E4D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矩形: 圆角 339">
                <a:extLst>
                  <a:ext uri="{FF2B5EF4-FFF2-40B4-BE49-F238E27FC236}">
                    <a16:creationId xmlns:a16="http://schemas.microsoft.com/office/drawing/2014/main" id="{96F994EA-C2F2-413E-A66A-EF9640E42E6B}"/>
                  </a:ext>
                </a:extLst>
              </p:cNvPr>
              <p:cNvSpPr/>
              <p:nvPr/>
            </p:nvSpPr>
            <p:spPr>
              <a:xfrm>
                <a:off x="3287155" y="2545620"/>
                <a:ext cx="227666" cy="445992"/>
              </a:xfrm>
              <a:prstGeom prst="roundRect">
                <a:avLst/>
              </a:prstGeom>
              <a:noFill/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1" name="等腰三角形 340">
                <a:extLst>
                  <a:ext uri="{FF2B5EF4-FFF2-40B4-BE49-F238E27FC236}">
                    <a16:creationId xmlns:a16="http://schemas.microsoft.com/office/drawing/2014/main" id="{2469CF7D-AC1A-4FA8-B3D2-5528CD9CD7DC}"/>
                  </a:ext>
                </a:extLst>
              </p:cNvPr>
              <p:cNvSpPr/>
              <p:nvPr/>
            </p:nvSpPr>
            <p:spPr>
              <a:xfrm>
                <a:off x="3334688" y="2767136"/>
                <a:ext cx="144000" cy="144000"/>
              </a:xfrm>
              <a:prstGeom prst="triangle">
                <a:avLst/>
              </a:prstGeom>
              <a:solidFill>
                <a:srgbClr val="D1EDE9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42" name="矩形 341">
              <a:extLst>
                <a:ext uri="{FF2B5EF4-FFF2-40B4-BE49-F238E27FC236}">
                  <a16:creationId xmlns:a16="http://schemas.microsoft.com/office/drawing/2014/main" id="{59173154-E296-45D8-A51F-24375AF96DEA}"/>
                </a:ext>
              </a:extLst>
            </p:cNvPr>
            <p:cNvSpPr/>
            <p:nvPr/>
          </p:nvSpPr>
          <p:spPr>
            <a:xfrm rot="5400000">
              <a:off x="8587674" y="3627751"/>
              <a:ext cx="291600" cy="291600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文本框 343">
              <a:extLst>
                <a:ext uri="{FF2B5EF4-FFF2-40B4-BE49-F238E27FC236}">
                  <a16:creationId xmlns:a16="http://schemas.microsoft.com/office/drawing/2014/main" id="{03BC438A-ECCD-4E80-A56C-0A7BC421C7F6}"/>
                </a:ext>
              </a:extLst>
            </p:cNvPr>
            <p:cNvSpPr txBox="1"/>
            <p:nvPr/>
          </p:nvSpPr>
          <p:spPr>
            <a:xfrm>
              <a:off x="2745423" y="4193367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①</a:t>
              </a:r>
              <a:endParaRPr lang="zh-CN" altLang="en-US" sz="1400" dirty="0"/>
            </a:p>
          </p:txBody>
        </p:sp>
        <p:sp>
          <p:nvSpPr>
            <p:cNvPr id="345" name="文本框 344">
              <a:extLst>
                <a:ext uri="{FF2B5EF4-FFF2-40B4-BE49-F238E27FC236}">
                  <a16:creationId xmlns:a16="http://schemas.microsoft.com/office/drawing/2014/main" id="{1D9A6C25-8990-43D6-84D6-D6D159CF015C}"/>
                </a:ext>
              </a:extLst>
            </p:cNvPr>
            <p:cNvSpPr txBox="1"/>
            <p:nvPr/>
          </p:nvSpPr>
          <p:spPr>
            <a:xfrm>
              <a:off x="2749953" y="4565951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②</a:t>
              </a:r>
              <a:endParaRPr lang="zh-CN" altLang="en-US" sz="1400" dirty="0"/>
            </a:p>
          </p:txBody>
        </p:sp>
        <p:sp>
          <p:nvSpPr>
            <p:cNvPr id="346" name="文本框 345">
              <a:extLst>
                <a:ext uri="{FF2B5EF4-FFF2-40B4-BE49-F238E27FC236}">
                  <a16:creationId xmlns:a16="http://schemas.microsoft.com/office/drawing/2014/main" id="{7D24943A-ACDD-4AE3-9794-C00E30E8DFCE}"/>
                </a:ext>
              </a:extLst>
            </p:cNvPr>
            <p:cNvSpPr txBox="1"/>
            <p:nvPr/>
          </p:nvSpPr>
          <p:spPr>
            <a:xfrm>
              <a:off x="4576774" y="4176700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①</a:t>
              </a:r>
              <a:endParaRPr lang="zh-CN" altLang="en-US" sz="1400" dirty="0"/>
            </a:p>
          </p:txBody>
        </p: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49D0456A-C26C-4255-A55C-F174225B30A9}"/>
                </a:ext>
              </a:extLst>
            </p:cNvPr>
            <p:cNvSpPr txBox="1"/>
            <p:nvPr/>
          </p:nvSpPr>
          <p:spPr>
            <a:xfrm>
              <a:off x="4576774" y="4557314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②</a:t>
              </a:r>
              <a:endParaRPr lang="zh-CN" altLang="en-US" sz="1400" dirty="0"/>
            </a:p>
          </p:txBody>
        </p: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B4E88B33-C565-4CA2-B8C1-56BFFF5ADC4A}"/>
                </a:ext>
              </a:extLst>
            </p:cNvPr>
            <p:cNvSpPr txBox="1"/>
            <p:nvPr/>
          </p:nvSpPr>
          <p:spPr>
            <a:xfrm>
              <a:off x="6396263" y="5112845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  <a:ea typeface="等线" panose="02010600030101010101" pitchFamily="2" charset="-122"/>
                </a:rPr>
                <a:t>④</a:t>
              </a:r>
              <a:endParaRPr lang="zh-CN" altLang="en-US" sz="1400" dirty="0"/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764CB3B8-E233-4A6D-8009-B4BE222D5FB5}"/>
                </a:ext>
              </a:extLst>
            </p:cNvPr>
            <p:cNvSpPr txBox="1"/>
            <p:nvPr/>
          </p:nvSpPr>
          <p:spPr>
            <a:xfrm>
              <a:off x="6396263" y="3655429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③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BDBBDA80-BDD9-4306-A821-E377E207AF6D}"/>
                </a:ext>
              </a:extLst>
            </p:cNvPr>
            <p:cNvSpPr txBox="1"/>
            <p:nvPr/>
          </p:nvSpPr>
          <p:spPr>
            <a:xfrm>
              <a:off x="8282663" y="3603480"/>
              <a:ext cx="359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等线" panose="02010600030101010101" pitchFamily="2" charset="-122"/>
                </a:rPr>
                <a:t>⑤</a:t>
              </a:r>
              <a:endParaRPr lang="zh-CN" altLang="en-US" sz="1400" dirty="0"/>
            </a:p>
          </p:txBody>
        </p:sp>
        <p:sp>
          <p:nvSpPr>
            <p:cNvPr id="426" name="箭头: 下 425">
              <a:extLst>
                <a:ext uri="{FF2B5EF4-FFF2-40B4-BE49-F238E27FC236}">
                  <a16:creationId xmlns:a16="http://schemas.microsoft.com/office/drawing/2014/main" id="{116F8154-7FBF-4A6D-96A0-889265660BE1}"/>
                </a:ext>
              </a:extLst>
            </p:cNvPr>
            <p:cNvSpPr/>
            <p:nvPr/>
          </p:nvSpPr>
          <p:spPr>
            <a:xfrm rot="18855457">
              <a:off x="7180629" y="3942169"/>
              <a:ext cx="171650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5" name="箭头: 下 424">
              <a:extLst>
                <a:ext uri="{FF2B5EF4-FFF2-40B4-BE49-F238E27FC236}">
                  <a16:creationId xmlns:a16="http://schemas.microsoft.com/office/drawing/2014/main" id="{0B48193B-3B63-4E70-9D44-4655EE5FDA6D}"/>
                </a:ext>
              </a:extLst>
            </p:cNvPr>
            <p:cNvSpPr/>
            <p:nvPr/>
          </p:nvSpPr>
          <p:spPr>
            <a:xfrm rot="2510736">
              <a:off x="6689567" y="3932661"/>
              <a:ext cx="171650" cy="252000"/>
            </a:xfrm>
            <a:prstGeom prst="downArrow">
              <a:avLst/>
            </a:prstGeom>
            <a:solidFill>
              <a:srgbClr val="00B0F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" name="箭头: 下 357">
              <a:extLst>
                <a:ext uri="{FF2B5EF4-FFF2-40B4-BE49-F238E27FC236}">
                  <a16:creationId xmlns:a16="http://schemas.microsoft.com/office/drawing/2014/main" id="{0F7D42C5-C12C-49D4-AEDA-B8FCD4E7210D}"/>
                </a:ext>
              </a:extLst>
            </p:cNvPr>
            <p:cNvSpPr/>
            <p:nvPr/>
          </p:nvSpPr>
          <p:spPr>
            <a:xfrm rot="12967608">
              <a:off x="7210790" y="4865010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箭头: 下 362">
              <a:extLst>
                <a:ext uri="{FF2B5EF4-FFF2-40B4-BE49-F238E27FC236}">
                  <a16:creationId xmlns:a16="http://schemas.microsoft.com/office/drawing/2014/main" id="{1F15F001-0CAA-434E-AAC0-5F48124A99BB}"/>
                </a:ext>
              </a:extLst>
            </p:cNvPr>
            <p:cNvSpPr/>
            <p:nvPr/>
          </p:nvSpPr>
          <p:spPr>
            <a:xfrm rot="8700333">
              <a:off x="6782382" y="4871687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D6417D07-78CD-424E-92AA-6EF1BAAD221E}"/>
                </a:ext>
              </a:extLst>
            </p:cNvPr>
            <p:cNvSpPr txBox="1"/>
            <p:nvPr/>
          </p:nvSpPr>
          <p:spPr>
            <a:xfrm>
              <a:off x="7169676" y="4888887"/>
              <a:ext cx="515694" cy="307777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文本框 365">
              <a:extLst>
                <a:ext uri="{FF2B5EF4-FFF2-40B4-BE49-F238E27FC236}">
                  <a16:creationId xmlns:a16="http://schemas.microsoft.com/office/drawing/2014/main" id="{41B02752-4215-49EC-ABF4-463CC3B6A3CD}"/>
                </a:ext>
              </a:extLst>
            </p:cNvPr>
            <p:cNvSpPr txBox="1"/>
            <p:nvPr/>
          </p:nvSpPr>
          <p:spPr>
            <a:xfrm>
              <a:off x="6618149" y="4891289"/>
              <a:ext cx="5156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zh-CN" altLang="en-US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箭头: 下 229">
              <a:extLst>
                <a:ext uri="{FF2B5EF4-FFF2-40B4-BE49-F238E27FC236}">
                  <a16:creationId xmlns:a16="http://schemas.microsoft.com/office/drawing/2014/main" id="{4D8276B2-42FB-4F92-8BBF-A16768993CC7}"/>
                </a:ext>
              </a:extLst>
            </p:cNvPr>
            <p:cNvSpPr/>
            <p:nvPr/>
          </p:nvSpPr>
          <p:spPr>
            <a:xfrm rot="19388721">
              <a:off x="8870211" y="3920863"/>
              <a:ext cx="106372" cy="216000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34DC0F3-A225-4F84-A519-4A2E5DE39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8365" y="1428684"/>
              <a:ext cx="22680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C48BBC2-9F6E-40B5-8EB2-942E16700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6938" y="1435519"/>
              <a:ext cx="0" cy="21600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6949607-1FFB-42A8-B2E4-F06F74DB2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6711" y="1232365"/>
              <a:ext cx="317183" cy="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E696694-98D4-4BE1-90B1-3D9362296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2454" y="1613298"/>
              <a:ext cx="1" cy="1800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22EF9E3-625E-481B-B7D7-AAED364B8D27}"/>
                </a:ext>
              </a:extLst>
            </p:cNvPr>
            <p:cNvCxnSpPr>
              <a:cxnSpLocks/>
            </p:cNvCxnSpPr>
            <p:nvPr/>
          </p:nvCxnSpPr>
          <p:spPr>
            <a:xfrm>
              <a:off x="3830898" y="1499448"/>
              <a:ext cx="19432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DB6C746-33B5-47B0-9799-25E439F7D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606" y="1781654"/>
              <a:ext cx="194440" cy="4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1CEA7EF2-DE47-4667-9157-1B17AD096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8513" y="1979610"/>
              <a:ext cx="228009" cy="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B887DE39-2C39-4B06-A8A4-E5463FE893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5053" y="1189506"/>
              <a:ext cx="33452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CA2A93DC-FA1B-432A-9E3F-150BFFBDFD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4503" y="936439"/>
              <a:ext cx="543224" cy="1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94D4EA2E-1224-4974-B7C8-ED6507B4A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2234" y="2775889"/>
              <a:ext cx="325934" cy="819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78263F03-7651-47FB-95FA-91800B575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5605" y="1172919"/>
              <a:ext cx="2186" cy="25200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0CF6A25D-DA0F-4959-8A34-9E75BF9D3CB0}"/>
                </a:ext>
              </a:extLst>
            </p:cNvPr>
            <p:cNvCxnSpPr>
              <a:cxnSpLocks/>
            </p:cNvCxnSpPr>
            <p:nvPr/>
          </p:nvCxnSpPr>
          <p:spPr>
            <a:xfrm>
              <a:off x="3155444" y="1997122"/>
              <a:ext cx="0" cy="79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A3B0F171-516A-45D3-B5CE-FF811ACC62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907" y="2516579"/>
              <a:ext cx="228155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5EEAC8B8-04AC-44D5-A1DC-5A0E849F6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2603" y="2280354"/>
              <a:ext cx="3311" cy="43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2FA9C159-BD11-4469-BDC3-A4B13AD71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4593" y="2293714"/>
              <a:ext cx="317183" cy="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97CCFFF3-5097-47D1-B074-A70C686C5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9980" y="2727452"/>
              <a:ext cx="317183" cy="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FB61016C-9C39-4FFC-8F7E-FE3A2128C4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520" y="3070569"/>
              <a:ext cx="541605" cy="1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2E6BCD7A-38A2-4EE1-B8A7-09D885034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9370" y="2507745"/>
              <a:ext cx="1885" cy="5760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CA1522B6-6B3F-449F-BD3A-901529434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663" y="1492139"/>
              <a:ext cx="1" cy="165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065D4DA2-C756-4898-81B6-1C1B9C3E9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8711" y="927756"/>
              <a:ext cx="1885" cy="2520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DEEB5F9C-43F7-4081-8966-87D6E15157F3}"/>
                </a:ext>
              </a:extLst>
            </p:cNvPr>
            <p:cNvCxnSpPr>
              <a:cxnSpLocks/>
            </p:cNvCxnSpPr>
            <p:nvPr/>
          </p:nvCxnSpPr>
          <p:spPr>
            <a:xfrm>
              <a:off x="3155730" y="1182482"/>
              <a:ext cx="0" cy="792000"/>
            </a:xfrm>
            <a:prstGeom prst="line">
              <a:avLst/>
            </a:prstGeom>
            <a:ln w="2286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048D6D98-8160-4208-8826-B1AC005BD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7393" y="1225121"/>
              <a:ext cx="0" cy="216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等腰三角形 370">
              <a:extLst>
                <a:ext uri="{FF2B5EF4-FFF2-40B4-BE49-F238E27FC236}">
                  <a16:creationId xmlns:a16="http://schemas.microsoft.com/office/drawing/2014/main" id="{053AFF02-1894-4FF7-AAF1-EAEBA4D878EC}"/>
                </a:ext>
              </a:extLst>
            </p:cNvPr>
            <p:cNvSpPr/>
            <p:nvPr/>
          </p:nvSpPr>
          <p:spPr>
            <a:xfrm>
              <a:off x="7773860" y="2812166"/>
              <a:ext cx="165600" cy="1656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等腰三角形 371">
              <a:extLst>
                <a:ext uri="{FF2B5EF4-FFF2-40B4-BE49-F238E27FC236}">
                  <a16:creationId xmlns:a16="http://schemas.microsoft.com/office/drawing/2014/main" id="{4C14CF7B-9997-438C-861F-AEFC7F3C8FB6}"/>
                </a:ext>
              </a:extLst>
            </p:cNvPr>
            <p:cNvSpPr/>
            <p:nvPr/>
          </p:nvSpPr>
          <p:spPr>
            <a:xfrm>
              <a:off x="7777900" y="3091789"/>
              <a:ext cx="165600" cy="165600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12DFC72D-B76E-4B1F-B45E-460448DC7751}"/>
                </a:ext>
              </a:extLst>
            </p:cNvPr>
            <p:cNvSpPr/>
            <p:nvPr/>
          </p:nvSpPr>
          <p:spPr>
            <a:xfrm rot="5400000">
              <a:off x="7776497" y="2585136"/>
              <a:ext cx="165600" cy="1656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五边形 373">
              <a:extLst>
                <a:ext uri="{FF2B5EF4-FFF2-40B4-BE49-F238E27FC236}">
                  <a16:creationId xmlns:a16="http://schemas.microsoft.com/office/drawing/2014/main" id="{12B9A91E-3233-43B2-81F0-174A054BD70B}"/>
                </a:ext>
              </a:extLst>
            </p:cNvPr>
            <p:cNvSpPr/>
            <p:nvPr/>
          </p:nvSpPr>
          <p:spPr>
            <a:xfrm>
              <a:off x="7776497" y="2291018"/>
              <a:ext cx="165600" cy="165600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矩形: 圆角 374">
              <a:extLst>
                <a:ext uri="{FF2B5EF4-FFF2-40B4-BE49-F238E27FC236}">
                  <a16:creationId xmlns:a16="http://schemas.microsoft.com/office/drawing/2014/main" id="{D98C3A59-4497-4A7D-BBA6-6EFA1E7A1CA4}"/>
                </a:ext>
              </a:extLst>
            </p:cNvPr>
            <p:cNvSpPr/>
            <p:nvPr/>
          </p:nvSpPr>
          <p:spPr>
            <a:xfrm>
              <a:off x="7733544" y="2511164"/>
              <a:ext cx="262800" cy="5148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6E1E2CB-1B76-41AD-B03D-54AA93535D9B}"/>
                </a:ext>
              </a:extLst>
            </p:cNvPr>
            <p:cNvGrpSpPr/>
            <p:nvPr/>
          </p:nvGrpSpPr>
          <p:grpSpPr>
            <a:xfrm>
              <a:off x="7721826" y="906512"/>
              <a:ext cx="262800" cy="514800"/>
              <a:chOff x="7313876" y="368326"/>
              <a:chExt cx="262800" cy="514800"/>
            </a:xfrm>
          </p:grpSpPr>
          <p:sp>
            <p:nvSpPr>
              <p:cNvPr id="391" name="等腰三角形 390">
                <a:extLst>
                  <a:ext uri="{FF2B5EF4-FFF2-40B4-BE49-F238E27FC236}">
                    <a16:creationId xmlns:a16="http://schemas.microsoft.com/office/drawing/2014/main" id="{E62F57C9-DFFE-4B05-962D-4FCBE1670D82}"/>
                  </a:ext>
                </a:extLst>
              </p:cNvPr>
              <p:cNvSpPr/>
              <p:nvPr/>
            </p:nvSpPr>
            <p:spPr>
              <a:xfrm>
                <a:off x="7354192" y="669328"/>
                <a:ext cx="165600" cy="165600"/>
              </a:xfrm>
              <a:prstGeom prst="triangle">
                <a:avLst/>
              </a:prstGeom>
              <a:solidFill>
                <a:srgbClr val="93D6C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2" name="矩形 391">
                <a:extLst>
                  <a:ext uri="{FF2B5EF4-FFF2-40B4-BE49-F238E27FC236}">
                    <a16:creationId xmlns:a16="http://schemas.microsoft.com/office/drawing/2014/main" id="{A38034A0-78CC-40DC-94E3-1807FDCD6D86}"/>
                  </a:ext>
                </a:extLst>
              </p:cNvPr>
              <p:cNvSpPr/>
              <p:nvPr/>
            </p:nvSpPr>
            <p:spPr>
              <a:xfrm rot="5400000">
                <a:off x="7356829" y="442298"/>
                <a:ext cx="165600" cy="165600"/>
              </a:xfrm>
              <a:prstGeom prst="rect">
                <a:avLst/>
              </a:prstGeom>
              <a:solidFill>
                <a:srgbClr val="009385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3" name="矩形: 圆角 392">
                <a:extLst>
                  <a:ext uri="{FF2B5EF4-FFF2-40B4-BE49-F238E27FC236}">
                    <a16:creationId xmlns:a16="http://schemas.microsoft.com/office/drawing/2014/main" id="{705C9E4D-17AC-4689-B312-F3B041FC7995}"/>
                  </a:ext>
                </a:extLst>
              </p:cNvPr>
              <p:cNvSpPr/>
              <p:nvPr/>
            </p:nvSpPr>
            <p:spPr>
              <a:xfrm>
                <a:off x="7313876" y="368326"/>
                <a:ext cx="262800" cy="514800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75" name="矩形: 圆角 274">
              <a:extLst>
                <a:ext uri="{FF2B5EF4-FFF2-40B4-BE49-F238E27FC236}">
                  <a16:creationId xmlns:a16="http://schemas.microsoft.com/office/drawing/2014/main" id="{5BA00B7F-C523-45DF-A78B-0695DFE5DD49}"/>
                </a:ext>
              </a:extLst>
            </p:cNvPr>
            <p:cNvSpPr/>
            <p:nvPr/>
          </p:nvSpPr>
          <p:spPr>
            <a:xfrm>
              <a:off x="7722370" y="1505532"/>
              <a:ext cx="263994" cy="51518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25C8FB97-8FC4-4892-8A84-6D83A795D971}"/>
                </a:ext>
              </a:extLst>
            </p:cNvPr>
            <p:cNvSpPr/>
            <p:nvPr/>
          </p:nvSpPr>
          <p:spPr>
            <a:xfrm rot="5400000">
              <a:off x="7770838" y="1572650"/>
              <a:ext cx="165600" cy="165600"/>
            </a:xfrm>
            <a:prstGeom prst="rect">
              <a:avLst/>
            </a:prstGeom>
            <a:solidFill>
              <a:srgbClr val="B5895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五边形 300">
              <a:extLst>
                <a:ext uri="{FF2B5EF4-FFF2-40B4-BE49-F238E27FC236}">
                  <a16:creationId xmlns:a16="http://schemas.microsoft.com/office/drawing/2014/main" id="{7A9C5B24-B57C-4087-8181-EA2FEE55A1C5}"/>
                </a:ext>
              </a:extLst>
            </p:cNvPr>
            <p:cNvSpPr/>
            <p:nvPr/>
          </p:nvSpPr>
          <p:spPr>
            <a:xfrm>
              <a:off x="7778669" y="1794626"/>
              <a:ext cx="165600" cy="165600"/>
            </a:xfrm>
            <a:prstGeom prst="pentagon">
              <a:avLst/>
            </a:prstGeom>
            <a:solidFill>
              <a:srgbClr val="562400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C83F5DD8-84F7-4A19-882A-BD593DD428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6960" y="1216083"/>
              <a:ext cx="1765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9F95CAF4-55CE-418A-807D-96450CD4B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6632" y="1215876"/>
              <a:ext cx="0" cy="1594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85FE14F5-1031-43C0-95DE-A6B17E3C6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6458" y="1065939"/>
              <a:ext cx="242982" cy="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0FA2967D-543D-4015-AE9B-65C4CEA4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3247" y="1366065"/>
              <a:ext cx="86558" cy="33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4635FD59-86DE-4ABA-ADC8-785E2B548A46}"/>
                </a:ext>
              </a:extLst>
            </p:cNvPr>
            <p:cNvCxnSpPr>
              <a:cxnSpLocks/>
            </p:cNvCxnSpPr>
            <p:nvPr/>
          </p:nvCxnSpPr>
          <p:spPr>
            <a:xfrm>
              <a:off x="7601593" y="1263058"/>
              <a:ext cx="14886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35D90CF6-5B41-42DD-895D-CBEDBEA35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3853" y="1034307"/>
              <a:ext cx="256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9D91DB2B-828A-4DD9-B5C8-545922CAA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1694" y="1682881"/>
              <a:ext cx="249686" cy="6048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0E42FB90-2846-431D-93FC-C60401172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4738" y="1025024"/>
              <a:ext cx="1675" cy="185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DFDBA7A1-998F-4928-9081-099EF14C6FC0}"/>
                </a:ext>
              </a:extLst>
            </p:cNvPr>
            <p:cNvCxnSpPr>
              <a:cxnSpLocks/>
            </p:cNvCxnSpPr>
            <p:nvPr/>
          </p:nvCxnSpPr>
          <p:spPr>
            <a:xfrm>
              <a:off x="7085878" y="1369938"/>
              <a:ext cx="0" cy="318836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6282E084-6629-4D59-BA93-A967229973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1180" y="1487200"/>
              <a:ext cx="17478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FDFCBA53-518F-4526-BB37-BB85B9317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3311" y="1472302"/>
              <a:ext cx="2536" cy="185987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ADFED851-B5AB-4F58-8A7E-B2FE5F1AD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8343" y="1651711"/>
              <a:ext cx="252000" cy="3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E601CDC1-7AF8-42F0-A345-423C30BF8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0883" y="1893921"/>
              <a:ext cx="414904" cy="1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>
              <a:extLst>
                <a:ext uri="{FF2B5EF4-FFF2-40B4-BE49-F238E27FC236}">
                  <a16:creationId xmlns:a16="http://schemas.microsoft.com/office/drawing/2014/main" id="{5EDFA5BD-FED6-4119-90E0-EAE661DED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2301" y="1482830"/>
              <a:ext cx="1444" cy="42511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FE0EA714-5147-437F-988C-7BA359141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2179" y="1260957"/>
              <a:ext cx="1" cy="1062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连接符 416">
              <a:extLst>
                <a:ext uri="{FF2B5EF4-FFF2-40B4-BE49-F238E27FC236}">
                  <a16:creationId xmlns:a16="http://schemas.microsoft.com/office/drawing/2014/main" id="{296BDF78-CF5C-4AFF-B2AE-864920E70F55}"/>
                </a:ext>
              </a:extLst>
            </p:cNvPr>
            <p:cNvCxnSpPr>
              <a:cxnSpLocks/>
            </p:cNvCxnSpPr>
            <p:nvPr/>
          </p:nvCxnSpPr>
          <p:spPr>
            <a:xfrm>
              <a:off x="7084372" y="1029123"/>
              <a:ext cx="0" cy="318836"/>
            </a:xfrm>
            <a:prstGeom prst="line">
              <a:avLst/>
            </a:prstGeom>
            <a:ln w="228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201ABC64-30DE-4D7E-A65E-8F19BCCCF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6981" y="1060592"/>
              <a:ext cx="0" cy="1594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5DAFF4A6-904A-4D24-890E-8B1A1724AEA5}"/>
                </a:ext>
              </a:extLst>
            </p:cNvPr>
            <p:cNvGrpSpPr/>
            <p:nvPr/>
          </p:nvGrpSpPr>
          <p:grpSpPr>
            <a:xfrm>
              <a:off x="6947234" y="2388901"/>
              <a:ext cx="829756" cy="815266"/>
              <a:chOff x="7128614" y="2388901"/>
              <a:chExt cx="869702" cy="815266"/>
            </a:xfrm>
          </p:grpSpPr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F041E4DA-74C6-40F0-81DE-100747594A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28614" y="3084211"/>
                <a:ext cx="180000" cy="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94F8DB51-7B1D-4C1E-9333-8F95E1566D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9524" y="2867768"/>
                <a:ext cx="182077" cy="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C15E6C1F-BC40-43AD-9BB9-435391B645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556" y="2867503"/>
                <a:ext cx="0" cy="204081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AB497744-41C7-436E-8FA7-940FECC5EE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376" y="2675559"/>
                <a:ext cx="233945" cy="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46C973B9-73C9-4B0A-A943-C10573ADE9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2517" y="2927904"/>
                <a:ext cx="15093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0F0DE9FE-A2F6-41B6-87EC-D709D097E0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44657" y="3194537"/>
                <a:ext cx="153659" cy="4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78A14044-7A5F-4E52-9FE1-D5934D18CF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08420" y="2635065"/>
                <a:ext cx="264360" cy="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39378C70-0DE2-4452-B472-CFB24B6A9B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76676" y="2395963"/>
                <a:ext cx="415064" cy="1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D4A719D8-D835-4475-AE2B-E4D9A84DA4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77547" y="2619393"/>
                <a:ext cx="1728" cy="241200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93FBADD9-77BA-4F64-B1F9-3709F6BEE1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43122" y="2919057"/>
                <a:ext cx="1" cy="180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2CFA7EFB-9E41-40EC-BCA3-B30CEF05C4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78768" y="2388901"/>
                <a:ext cx="1490" cy="238094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726550CA-60AE-44C0-AF02-01778ABC5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08955" y="2628429"/>
                <a:ext cx="0" cy="468000"/>
              </a:xfrm>
              <a:prstGeom prst="line">
                <a:avLst/>
              </a:prstGeom>
              <a:ln w="2286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2EC066BB-9F87-46D0-B388-870C00394C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915" y="2668715"/>
                <a:ext cx="0" cy="2040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EFFF7C6A-01FB-4BD6-B692-C6059E5BF6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41538" y="3052967"/>
                <a:ext cx="1" cy="151200"/>
              </a:xfrm>
              <a:prstGeom prst="line">
                <a:avLst/>
              </a:prstGeom>
              <a:ln w="1905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AB4AA6E6-D193-4D82-8C3C-E32B756B64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37006" y="3064038"/>
                <a:ext cx="113199" cy="1"/>
              </a:xfrm>
              <a:prstGeom prst="line">
                <a:avLst/>
              </a:prstGeom>
              <a:ln w="19050">
                <a:solidFill>
                  <a:srgbClr val="9B20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603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 184">
            <a:extLst>
              <a:ext uri="{FF2B5EF4-FFF2-40B4-BE49-F238E27FC236}">
                <a16:creationId xmlns:a16="http://schemas.microsoft.com/office/drawing/2014/main" id="{0DC52A77-4F8F-4FA8-BE05-125E726F980B}"/>
              </a:ext>
            </a:extLst>
          </p:cNvPr>
          <p:cNvSpPr txBox="1"/>
          <p:nvPr/>
        </p:nvSpPr>
        <p:spPr>
          <a:xfrm>
            <a:off x="2468605" y="4949087"/>
            <a:ext cx="7344299" cy="1800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85D089-C35F-45F6-9632-B8E87A360E44}"/>
              </a:ext>
            </a:extLst>
          </p:cNvPr>
          <p:cNvSpPr txBox="1"/>
          <p:nvPr/>
        </p:nvSpPr>
        <p:spPr>
          <a:xfrm>
            <a:off x="2480087" y="2870749"/>
            <a:ext cx="7321336" cy="180000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2" name="等腰三角形 161">
            <a:extLst>
              <a:ext uri="{FF2B5EF4-FFF2-40B4-BE49-F238E27FC236}">
                <a16:creationId xmlns:a16="http://schemas.microsoft.com/office/drawing/2014/main" id="{F636495F-024F-48FE-B956-40A8832D5814}"/>
              </a:ext>
            </a:extLst>
          </p:cNvPr>
          <p:cNvSpPr/>
          <p:nvPr/>
        </p:nvSpPr>
        <p:spPr>
          <a:xfrm rot="10800000">
            <a:off x="8742723" y="859802"/>
            <a:ext cx="224203" cy="131798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8095E592-AC02-4F6A-AB4A-877B0565EBFB}"/>
              </a:ext>
            </a:extLst>
          </p:cNvPr>
          <p:cNvSpPr txBox="1"/>
          <p:nvPr/>
        </p:nvSpPr>
        <p:spPr>
          <a:xfrm>
            <a:off x="8001423" y="1368085"/>
            <a:ext cx="18000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5D1806C-AA9A-4E59-97A0-E91AFD6B85F1}"/>
              </a:ext>
            </a:extLst>
          </p:cNvPr>
          <p:cNvCxnSpPr>
            <a:cxnSpLocks/>
          </p:cNvCxnSpPr>
          <p:nvPr/>
        </p:nvCxnSpPr>
        <p:spPr>
          <a:xfrm>
            <a:off x="3701012" y="1112036"/>
            <a:ext cx="133200" cy="0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直接连接符 402">
            <a:extLst>
              <a:ext uri="{FF2B5EF4-FFF2-40B4-BE49-F238E27FC236}">
                <a16:creationId xmlns:a16="http://schemas.microsoft.com/office/drawing/2014/main" id="{AA3092EF-7C5F-4B17-8588-B9781681578E}"/>
              </a:ext>
            </a:extLst>
          </p:cNvPr>
          <p:cNvCxnSpPr>
            <a:cxnSpLocks/>
          </p:cNvCxnSpPr>
          <p:nvPr/>
        </p:nvCxnSpPr>
        <p:spPr>
          <a:xfrm flipH="1">
            <a:off x="6914341" y="827947"/>
            <a:ext cx="180000" cy="1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五边形 224">
            <a:extLst>
              <a:ext uri="{FF2B5EF4-FFF2-40B4-BE49-F238E27FC236}">
                <a16:creationId xmlns:a16="http://schemas.microsoft.com/office/drawing/2014/main" id="{4F345281-5EB0-4715-88F6-D6A8470CA283}"/>
              </a:ext>
            </a:extLst>
          </p:cNvPr>
          <p:cNvSpPr/>
          <p:nvPr/>
        </p:nvSpPr>
        <p:spPr>
          <a:xfrm>
            <a:off x="6514988" y="3632852"/>
            <a:ext cx="279047" cy="267678"/>
          </a:xfrm>
          <a:prstGeom prst="pentagon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93976F2C-753E-43D7-B294-D2038E9BB7C1}"/>
              </a:ext>
            </a:extLst>
          </p:cNvPr>
          <p:cNvGrpSpPr/>
          <p:nvPr/>
        </p:nvGrpSpPr>
        <p:grpSpPr>
          <a:xfrm>
            <a:off x="2784670" y="3314626"/>
            <a:ext cx="461183" cy="900000"/>
            <a:chOff x="4344536" y="2559975"/>
            <a:chExt cx="227666" cy="463516"/>
          </a:xfrm>
          <a:noFill/>
        </p:grpSpPr>
        <p:sp>
          <p:nvSpPr>
            <p:cNvPr id="303" name="矩形: 圆角 302">
              <a:extLst>
                <a:ext uri="{FF2B5EF4-FFF2-40B4-BE49-F238E27FC236}">
                  <a16:creationId xmlns:a16="http://schemas.microsoft.com/office/drawing/2014/main" id="{45D6716F-5A38-46C8-A5E0-0204DFFA2844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4" name="矩形 303">
              <a:extLst>
                <a:ext uri="{FF2B5EF4-FFF2-40B4-BE49-F238E27FC236}">
                  <a16:creationId xmlns:a16="http://schemas.microsoft.com/office/drawing/2014/main" id="{FE136193-F997-47FB-BC54-D214CA97E3DB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等腰三角形 304">
              <a:extLst>
                <a:ext uri="{FF2B5EF4-FFF2-40B4-BE49-F238E27FC236}">
                  <a16:creationId xmlns:a16="http://schemas.microsoft.com/office/drawing/2014/main" id="{DA2D706C-43E1-4D66-AB12-3F353FFEF7E3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D9C9F-3FF4-44B0-B1D9-BAD4BE9530C6}"/>
              </a:ext>
            </a:extLst>
          </p:cNvPr>
          <p:cNvSpPr txBox="1"/>
          <p:nvPr/>
        </p:nvSpPr>
        <p:spPr>
          <a:xfrm>
            <a:off x="3279695" y="2685539"/>
            <a:ext cx="2520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 mean species ED</a:t>
            </a:r>
            <a:endParaRPr lang="zh-CN" altLang="en-US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EED0596-52BA-4E2E-B8C9-11F9D2D2FD86}"/>
              </a:ext>
            </a:extLst>
          </p:cNvPr>
          <p:cNvSpPr txBox="1"/>
          <p:nvPr/>
        </p:nvSpPr>
        <p:spPr>
          <a:xfrm>
            <a:off x="2390576" y="-17197"/>
            <a:ext cx="29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等腰三角形 73">
            <a:extLst>
              <a:ext uri="{FF2B5EF4-FFF2-40B4-BE49-F238E27FC236}">
                <a16:creationId xmlns:a16="http://schemas.microsoft.com/office/drawing/2014/main" id="{DA192DBC-4B49-4A38-9BAA-8B6E07C4FCF8}"/>
              </a:ext>
            </a:extLst>
          </p:cNvPr>
          <p:cNvSpPr/>
          <p:nvPr/>
        </p:nvSpPr>
        <p:spPr>
          <a:xfrm>
            <a:off x="4065772" y="867136"/>
            <a:ext cx="198969" cy="198969"/>
          </a:xfrm>
          <a:prstGeom prst="triangle">
            <a:avLst/>
          </a:prstGeom>
          <a:solidFill>
            <a:srgbClr val="93D6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等腰三角形 74">
            <a:extLst>
              <a:ext uri="{FF2B5EF4-FFF2-40B4-BE49-F238E27FC236}">
                <a16:creationId xmlns:a16="http://schemas.microsoft.com/office/drawing/2014/main" id="{2A1371B5-CF6B-49BF-BEF9-DD559FA7BA20}"/>
              </a:ext>
            </a:extLst>
          </p:cNvPr>
          <p:cNvSpPr/>
          <p:nvPr/>
        </p:nvSpPr>
        <p:spPr>
          <a:xfrm>
            <a:off x="4067077" y="1141342"/>
            <a:ext cx="198969" cy="198969"/>
          </a:xfrm>
          <a:prstGeom prst="triangle">
            <a:avLst/>
          </a:prstGeom>
          <a:solidFill>
            <a:srgbClr val="D1EDE9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8CD41D6-23AE-4A32-9000-44EDBDD71C07}"/>
              </a:ext>
            </a:extLst>
          </p:cNvPr>
          <p:cNvSpPr/>
          <p:nvPr/>
        </p:nvSpPr>
        <p:spPr>
          <a:xfrm rot="5400000">
            <a:off x="4059567" y="591387"/>
            <a:ext cx="198969" cy="198969"/>
          </a:xfrm>
          <a:prstGeom prst="rect">
            <a:avLst/>
          </a:prstGeom>
          <a:solidFill>
            <a:srgbClr val="00938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五边形 207">
            <a:extLst>
              <a:ext uri="{FF2B5EF4-FFF2-40B4-BE49-F238E27FC236}">
                <a16:creationId xmlns:a16="http://schemas.microsoft.com/office/drawing/2014/main" id="{29958954-EDFF-4BA9-805E-51DED13677A0}"/>
              </a:ext>
            </a:extLst>
          </p:cNvPr>
          <p:cNvSpPr/>
          <p:nvPr/>
        </p:nvSpPr>
        <p:spPr>
          <a:xfrm>
            <a:off x="4059902" y="277589"/>
            <a:ext cx="198969" cy="198969"/>
          </a:xfrm>
          <a:prstGeom prst="pentagon">
            <a:avLst/>
          </a:prstGeom>
          <a:solidFill>
            <a:srgbClr val="195E4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39B34BD-73C4-48B3-82FE-1F6A1EA05893}"/>
              </a:ext>
            </a:extLst>
          </p:cNvPr>
          <p:cNvSpPr/>
          <p:nvPr/>
        </p:nvSpPr>
        <p:spPr>
          <a:xfrm rot="5400000">
            <a:off x="4065921" y="1661441"/>
            <a:ext cx="198969" cy="198969"/>
          </a:xfrm>
          <a:prstGeom prst="rect">
            <a:avLst/>
          </a:prstGeom>
          <a:solidFill>
            <a:srgbClr val="DAB897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8C0A21C8-C424-4DB2-BB33-2FF9D6C99E05}"/>
              </a:ext>
            </a:extLst>
          </p:cNvPr>
          <p:cNvSpPr/>
          <p:nvPr/>
        </p:nvSpPr>
        <p:spPr>
          <a:xfrm rot="5400000">
            <a:off x="4065808" y="2075336"/>
            <a:ext cx="198969" cy="198969"/>
          </a:xfrm>
          <a:prstGeom prst="rect">
            <a:avLst/>
          </a:prstGeom>
          <a:solidFill>
            <a:srgbClr val="B58951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五边形 248">
            <a:extLst>
              <a:ext uri="{FF2B5EF4-FFF2-40B4-BE49-F238E27FC236}">
                <a16:creationId xmlns:a16="http://schemas.microsoft.com/office/drawing/2014/main" id="{5891E8FF-A2E2-4C13-AB4D-DD0F24807B4B}"/>
              </a:ext>
            </a:extLst>
          </p:cNvPr>
          <p:cNvSpPr/>
          <p:nvPr/>
        </p:nvSpPr>
        <p:spPr>
          <a:xfrm>
            <a:off x="4065808" y="2441347"/>
            <a:ext cx="198969" cy="190863"/>
          </a:xfrm>
          <a:prstGeom prst="pentagon">
            <a:avLst/>
          </a:prstGeom>
          <a:solidFill>
            <a:srgbClr val="562400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3151F787-8F33-4CD5-9367-72E2CFF0D9A2}"/>
              </a:ext>
            </a:extLst>
          </p:cNvPr>
          <p:cNvSpPr txBox="1"/>
          <p:nvPr/>
        </p:nvSpPr>
        <p:spPr>
          <a:xfrm>
            <a:off x="5283693" y="-17197"/>
            <a:ext cx="20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等腰三角形 149">
            <a:extLst>
              <a:ext uri="{FF2B5EF4-FFF2-40B4-BE49-F238E27FC236}">
                <a16:creationId xmlns:a16="http://schemas.microsoft.com/office/drawing/2014/main" id="{F20988EC-7F63-4DCA-8226-B7A1144D4618}"/>
              </a:ext>
            </a:extLst>
          </p:cNvPr>
          <p:cNvSpPr/>
          <p:nvPr/>
        </p:nvSpPr>
        <p:spPr>
          <a:xfrm rot="10800000">
            <a:off x="6539315" y="797120"/>
            <a:ext cx="224203" cy="16794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FBDABFD-9058-4334-9A80-56102A6F16C3}"/>
              </a:ext>
            </a:extLst>
          </p:cNvPr>
          <p:cNvSpPr txBox="1"/>
          <p:nvPr/>
        </p:nvSpPr>
        <p:spPr>
          <a:xfrm>
            <a:off x="6016413" y="479736"/>
            <a:ext cx="87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C76835A-4C36-4FA3-B8FE-0FCA0DAC2966}"/>
              </a:ext>
            </a:extLst>
          </p:cNvPr>
          <p:cNvSpPr txBox="1"/>
          <p:nvPr/>
        </p:nvSpPr>
        <p:spPr>
          <a:xfrm>
            <a:off x="5782489" y="2358738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Redundant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7D75D660-72ED-4608-9898-D36EECE40C16}"/>
              </a:ext>
            </a:extLst>
          </p:cNvPr>
          <p:cNvCxnSpPr>
            <a:cxnSpLocks/>
            <a:stCxn id="255" idx="0"/>
          </p:cNvCxnSpPr>
          <p:nvPr/>
        </p:nvCxnSpPr>
        <p:spPr>
          <a:xfrm flipV="1">
            <a:off x="7867986" y="813550"/>
            <a:ext cx="655075" cy="9001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9AECEB7D-3FDB-4CE1-81F3-0AE3C547971E}"/>
              </a:ext>
            </a:extLst>
          </p:cNvPr>
          <p:cNvCxnSpPr>
            <a:cxnSpLocks/>
            <a:stCxn id="252" idx="2"/>
          </p:cNvCxnSpPr>
          <p:nvPr/>
        </p:nvCxnSpPr>
        <p:spPr>
          <a:xfrm flipV="1">
            <a:off x="7860070" y="2372023"/>
            <a:ext cx="828892" cy="4139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本框 159">
            <a:extLst>
              <a:ext uri="{FF2B5EF4-FFF2-40B4-BE49-F238E27FC236}">
                <a16:creationId xmlns:a16="http://schemas.microsoft.com/office/drawing/2014/main" id="{B2D5C5D5-442E-44F2-8EB9-12B489F55402}"/>
              </a:ext>
            </a:extLst>
          </p:cNvPr>
          <p:cNvSpPr txBox="1"/>
          <p:nvPr/>
        </p:nvSpPr>
        <p:spPr>
          <a:xfrm>
            <a:off x="8445115" y="515904"/>
            <a:ext cx="87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FF15553F-EC0A-40A1-AB41-EC3CA8F002CA}"/>
              </a:ext>
            </a:extLst>
          </p:cNvPr>
          <p:cNvSpPr txBox="1"/>
          <p:nvPr/>
        </p:nvSpPr>
        <p:spPr>
          <a:xfrm>
            <a:off x="8277811" y="2082363"/>
            <a:ext cx="118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Redundant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等腰三角形 162">
            <a:extLst>
              <a:ext uri="{FF2B5EF4-FFF2-40B4-BE49-F238E27FC236}">
                <a16:creationId xmlns:a16="http://schemas.microsoft.com/office/drawing/2014/main" id="{D1914460-5829-40AD-B3FA-6D107FB4F872}"/>
              </a:ext>
            </a:extLst>
          </p:cNvPr>
          <p:cNvSpPr/>
          <p:nvPr/>
        </p:nvSpPr>
        <p:spPr>
          <a:xfrm>
            <a:off x="8494496" y="1881779"/>
            <a:ext cx="214334" cy="214334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4" name="五边形 163">
            <a:extLst>
              <a:ext uri="{FF2B5EF4-FFF2-40B4-BE49-F238E27FC236}">
                <a16:creationId xmlns:a16="http://schemas.microsoft.com/office/drawing/2014/main" id="{590B03BC-66E6-49F7-A0C0-365FF6B8E92D}"/>
              </a:ext>
            </a:extLst>
          </p:cNvPr>
          <p:cNvSpPr/>
          <p:nvPr/>
        </p:nvSpPr>
        <p:spPr>
          <a:xfrm>
            <a:off x="8479298" y="905042"/>
            <a:ext cx="214334" cy="214334"/>
          </a:xfrm>
          <a:prstGeom prst="pent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58335E21-24AC-4CEE-84E9-56E11ADDAFA0}"/>
              </a:ext>
            </a:extLst>
          </p:cNvPr>
          <p:cNvSpPr txBox="1"/>
          <p:nvPr/>
        </p:nvSpPr>
        <p:spPr>
          <a:xfrm>
            <a:off x="5741131" y="1484116"/>
            <a:ext cx="1872000" cy="28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</a:t>
            </a:r>
            <a:r>
              <a:rPr lang="en-US" altLang="zh-CN" sz="1400" dirty="0" err="1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solidFill>
                <a:srgbClr val="9B2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83CD608-01D6-4115-80DE-91F4D5ABBA1A}"/>
              </a:ext>
            </a:extLst>
          </p:cNvPr>
          <p:cNvGrpSpPr/>
          <p:nvPr/>
        </p:nvGrpSpPr>
        <p:grpSpPr>
          <a:xfrm>
            <a:off x="4494557" y="585204"/>
            <a:ext cx="461183" cy="900000"/>
            <a:chOff x="4344536" y="2559975"/>
            <a:chExt cx="227666" cy="463516"/>
          </a:xfrm>
        </p:grpSpPr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2E4EE3F3-C891-40C5-B2EC-965BA471278F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CB9467F6-FC91-419B-9689-965A8C14D97D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等腰三角形 222">
              <a:extLst>
                <a:ext uri="{FF2B5EF4-FFF2-40B4-BE49-F238E27FC236}">
                  <a16:creationId xmlns:a16="http://schemas.microsoft.com/office/drawing/2014/main" id="{9F44B01E-A0D9-4F32-84AF-ECCCD3A83454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3D61294-6973-4DDE-B0BB-027B8FF1C1C5}"/>
              </a:ext>
            </a:extLst>
          </p:cNvPr>
          <p:cNvSpPr/>
          <p:nvPr/>
        </p:nvSpPr>
        <p:spPr>
          <a:xfrm>
            <a:off x="7736586" y="1713708"/>
            <a:ext cx="262800" cy="243813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1F6C64E3-1398-41E8-BAF0-CFED3D804624}"/>
              </a:ext>
            </a:extLst>
          </p:cNvPr>
          <p:cNvSpPr/>
          <p:nvPr/>
        </p:nvSpPr>
        <p:spPr>
          <a:xfrm>
            <a:off x="7728073" y="2522353"/>
            <a:ext cx="263994" cy="263586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F7503131-4078-4679-87AF-3AC5DF37AAD5}"/>
              </a:ext>
            </a:extLst>
          </p:cNvPr>
          <p:cNvGrpSpPr/>
          <p:nvPr/>
        </p:nvGrpSpPr>
        <p:grpSpPr>
          <a:xfrm>
            <a:off x="4497661" y="1674158"/>
            <a:ext cx="461183" cy="900000"/>
            <a:chOff x="4749385" y="2335179"/>
            <a:chExt cx="461183" cy="90000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C1076D85-DBD5-4372-A425-D9FD90CA7643}"/>
                </a:ext>
              </a:extLst>
            </p:cNvPr>
            <p:cNvSpPr/>
            <p:nvPr/>
          </p:nvSpPr>
          <p:spPr>
            <a:xfrm>
              <a:off x="4749385" y="2335179"/>
              <a:ext cx="461183" cy="900000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6" name="五边形 325">
              <a:extLst>
                <a:ext uri="{FF2B5EF4-FFF2-40B4-BE49-F238E27FC236}">
                  <a16:creationId xmlns:a16="http://schemas.microsoft.com/office/drawing/2014/main" id="{A9E9A4CB-1C7D-4112-8F9D-CBE169026B9E}"/>
                </a:ext>
              </a:extLst>
            </p:cNvPr>
            <p:cNvSpPr/>
            <p:nvPr/>
          </p:nvSpPr>
          <p:spPr>
            <a:xfrm>
              <a:off x="4820648" y="2432405"/>
              <a:ext cx="291377" cy="290263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AED1B9C3-00D4-402C-9CC0-12A5DCCDD492}"/>
                </a:ext>
              </a:extLst>
            </p:cNvPr>
            <p:cNvSpPr/>
            <p:nvPr/>
          </p:nvSpPr>
          <p:spPr>
            <a:xfrm>
              <a:off x="4836937" y="2816249"/>
              <a:ext cx="291701" cy="290588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4" name="文本框 343">
            <a:extLst>
              <a:ext uri="{FF2B5EF4-FFF2-40B4-BE49-F238E27FC236}">
                <a16:creationId xmlns:a16="http://schemas.microsoft.com/office/drawing/2014/main" id="{03BC438A-ECCD-4E80-A56C-0A7BC421C7F6}"/>
              </a:ext>
            </a:extLst>
          </p:cNvPr>
          <p:cNvSpPr txBox="1"/>
          <p:nvPr/>
        </p:nvSpPr>
        <p:spPr>
          <a:xfrm>
            <a:off x="3462222" y="3450316"/>
            <a:ext cx="10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Pathway 1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1D9A6C25-8990-43D6-84D6-D6D159CF015C}"/>
              </a:ext>
            </a:extLst>
          </p:cNvPr>
          <p:cNvSpPr txBox="1"/>
          <p:nvPr/>
        </p:nvSpPr>
        <p:spPr>
          <a:xfrm>
            <a:off x="3487460" y="5401783"/>
            <a:ext cx="1236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Pathway 2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34DC0F3-A225-4F84-A519-4A2E5DE398F4}"/>
              </a:ext>
            </a:extLst>
          </p:cNvPr>
          <p:cNvCxnSpPr>
            <a:cxnSpLocks/>
          </p:cNvCxnSpPr>
          <p:nvPr/>
        </p:nvCxnSpPr>
        <p:spPr>
          <a:xfrm flipH="1">
            <a:off x="3488365" y="894275"/>
            <a:ext cx="226800" cy="0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C48BBC2-9F6E-40B5-8EB2-942E167004B0}"/>
              </a:ext>
            </a:extLst>
          </p:cNvPr>
          <p:cNvCxnSpPr>
            <a:cxnSpLocks/>
          </p:cNvCxnSpPr>
          <p:nvPr/>
        </p:nvCxnSpPr>
        <p:spPr>
          <a:xfrm flipV="1">
            <a:off x="3706938" y="901110"/>
            <a:ext cx="0" cy="216000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6949607-1FFB-42A8-B2E4-F06F74DB2DFD}"/>
              </a:ext>
            </a:extLst>
          </p:cNvPr>
          <p:cNvCxnSpPr>
            <a:cxnSpLocks/>
          </p:cNvCxnSpPr>
          <p:nvPr/>
        </p:nvCxnSpPr>
        <p:spPr>
          <a:xfrm flipV="1">
            <a:off x="3706711" y="697956"/>
            <a:ext cx="317183" cy="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E696694-98D4-4BE1-90B1-3D9362296F0B}"/>
              </a:ext>
            </a:extLst>
          </p:cNvPr>
          <p:cNvCxnSpPr>
            <a:cxnSpLocks/>
          </p:cNvCxnSpPr>
          <p:nvPr/>
        </p:nvCxnSpPr>
        <p:spPr>
          <a:xfrm flipV="1">
            <a:off x="3832454" y="1078889"/>
            <a:ext cx="1" cy="1800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22EF9E3-625E-481B-B7D7-AAED364B8D27}"/>
              </a:ext>
            </a:extLst>
          </p:cNvPr>
          <p:cNvCxnSpPr>
            <a:cxnSpLocks/>
          </p:cNvCxnSpPr>
          <p:nvPr/>
        </p:nvCxnSpPr>
        <p:spPr>
          <a:xfrm>
            <a:off x="3830898" y="965039"/>
            <a:ext cx="1943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DB6C746-33B5-47B0-9799-25E439F7DE52}"/>
              </a:ext>
            </a:extLst>
          </p:cNvPr>
          <p:cNvCxnSpPr>
            <a:cxnSpLocks/>
          </p:cNvCxnSpPr>
          <p:nvPr/>
        </p:nvCxnSpPr>
        <p:spPr>
          <a:xfrm flipV="1">
            <a:off x="3833606" y="1247245"/>
            <a:ext cx="194440" cy="4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CEA7EF2-DE47-4667-9157-1B17AD096599}"/>
              </a:ext>
            </a:extLst>
          </p:cNvPr>
          <p:cNvCxnSpPr>
            <a:cxnSpLocks/>
          </p:cNvCxnSpPr>
          <p:nvPr/>
        </p:nvCxnSpPr>
        <p:spPr>
          <a:xfrm flipH="1">
            <a:off x="2938513" y="1445201"/>
            <a:ext cx="228009" cy="1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B887DE39-2C39-4B06-A8A4-E5463FE89374}"/>
              </a:ext>
            </a:extLst>
          </p:cNvPr>
          <p:cNvCxnSpPr>
            <a:cxnSpLocks/>
          </p:cNvCxnSpPr>
          <p:nvPr/>
        </p:nvCxnSpPr>
        <p:spPr>
          <a:xfrm flipH="1">
            <a:off x="3155053" y="655097"/>
            <a:ext cx="334520" cy="0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CA2A93DC-FA1B-432A-9E3F-150BFFBDFD83}"/>
              </a:ext>
            </a:extLst>
          </p:cNvPr>
          <p:cNvCxnSpPr>
            <a:cxnSpLocks/>
          </p:cNvCxnSpPr>
          <p:nvPr/>
        </p:nvCxnSpPr>
        <p:spPr>
          <a:xfrm flipH="1">
            <a:off x="3494503" y="402030"/>
            <a:ext cx="543224" cy="1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94D4EA2E-1224-4974-B7C8-ED6507B4A909}"/>
              </a:ext>
            </a:extLst>
          </p:cNvPr>
          <p:cNvCxnSpPr>
            <a:cxnSpLocks/>
          </p:cNvCxnSpPr>
          <p:nvPr/>
        </p:nvCxnSpPr>
        <p:spPr>
          <a:xfrm flipH="1">
            <a:off x="3152234" y="2241480"/>
            <a:ext cx="325934" cy="819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78263F03-7651-47FB-95FA-91800B57527C}"/>
              </a:ext>
            </a:extLst>
          </p:cNvPr>
          <p:cNvCxnSpPr>
            <a:cxnSpLocks/>
          </p:cNvCxnSpPr>
          <p:nvPr/>
        </p:nvCxnSpPr>
        <p:spPr>
          <a:xfrm flipH="1">
            <a:off x="3495605" y="638510"/>
            <a:ext cx="2186" cy="252000"/>
          </a:xfrm>
          <a:prstGeom prst="line">
            <a:avLst/>
          </a:prstGeom>
          <a:ln w="1905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0CF6A25D-DA0F-4959-8A34-9E75BF9D3CB0}"/>
              </a:ext>
            </a:extLst>
          </p:cNvPr>
          <p:cNvCxnSpPr>
            <a:cxnSpLocks/>
          </p:cNvCxnSpPr>
          <p:nvPr/>
        </p:nvCxnSpPr>
        <p:spPr>
          <a:xfrm>
            <a:off x="3155444" y="1462713"/>
            <a:ext cx="0" cy="792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A3B0F171-516A-45D3-B5CE-FF811ACC62A2}"/>
              </a:ext>
            </a:extLst>
          </p:cNvPr>
          <p:cNvCxnSpPr>
            <a:cxnSpLocks/>
          </p:cNvCxnSpPr>
          <p:nvPr/>
        </p:nvCxnSpPr>
        <p:spPr>
          <a:xfrm flipH="1">
            <a:off x="3477907" y="1982170"/>
            <a:ext cx="228155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5EEAC8B8-04AC-44D5-A1DC-5A0E849F625E}"/>
              </a:ext>
            </a:extLst>
          </p:cNvPr>
          <p:cNvCxnSpPr>
            <a:cxnSpLocks/>
          </p:cNvCxnSpPr>
          <p:nvPr/>
        </p:nvCxnSpPr>
        <p:spPr>
          <a:xfrm flipV="1">
            <a:off x="3702603" y="1745945"/>
            <a:ext cx="3311" cy="432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2FA9C159-BD11-4469-BDC3-A4B13AD711DE}"/>
              </a:ext>
            </a:extLst>
          </p:cNvPr>
          <p:cNvCxnSpPr>
            <a:cxnSpLocks/>
          </p:cNvCxnSpPr>
          <p:nvPr/>
        </p:nvCxnSpPr>
        <p:spPr>
          <a:xfrm flipV="1">
            <a:off x="3704593" y="1759305"/>
            <a:ext cx="317183" cy="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97CCFFF3-5097-47D1-B074-A70C686C557A}"/>
              </a:ext>
            </a:extLst>
          </p:cNvPr>
          <p:cNvCxnSpPr>
            <a:cxnSpLocks/>
          </p:cNvCxnSpPr>
          <p:nvPr/>
        </p:nvCxnSpPr>
        <p:spPr>
          <a:xfrm flipV="1">
            <a:off x="3699980" y="2193043"/>
            <a:ext cx="317183" cy="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FB61016C-9C39-4FFC-8F7E-FE3A2128C494}"/>
              </a:ext>
            </a:extLst>
          </p:cNvPr>
          <p:cNvCxnSpPr>
            <a:cxnSpLocks/>
          </p:cNvCxnSpPr>
          <p:nvPr/>
        </p:nvCxnSpPr>
        <p:spPr>
          <a:xfrm flipH="1">
            <a:off x="3477520" y="2536160"/>
            <a:ext cx="541605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2E6BCD7A-38A2-4EE1-B8A7-09D885034F4F}"/>
              </a:ext>
            </a:extLst>
          </p:cNvPr>
          <p:cNvCxnSpPr>
            <a:cxnSpLocks/>
          </p:cNvCxnSpPr>
          <p:nvPr/>
        </p:nvCxnSpPr>
        <p:spPr>
          <a:xfrm flipH="1">
            <a:off x="3479370" y="1973336"/>
            <a:ext cx="1885" cy="576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直接连接符 366">
            <a:extLst>
              <a:ext uri="{FF2B5EF4-FFF2-40B4-BE49-F238E27FC236}">
                <a16:creationId xmlns:a16="http://schemas.microsoft.com/office/drawing/2014/main" id="{CA1522B6-6B3F-449F-BD3A-9015294342C7}"/>
              </a:ext>
            </a:extLst>
          </p:cNvPr>
          <p:cNvCxnSpPr>
            <a:cxnSpLocks/>
          </p:cNvCxnSpPr>
          <p:nvPr/>
        </p:nvCxnSpPr>
        <p:spPr>
          <a:xfrm flipV="1">
            <a:off x="3831663" y="957730"/>
            <a:ext cx="1" cy="165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接连接符 367">
            <a:extLst>
              <a:ext uri="{FF2B5EF4-FFF2-40B4-BE49-F238E27FC236}">
                <a16:creationId xmlns:a16="http://schemas.microsoft.com/office/drawing/2014/main" id="{065D4DA2-C756-4898-81B6-1C1B9C3E97A2}"/>
              </a:ext>
            </a:extLst>
          </p:cNvPr>
          <p:cNvCxnSpPr>
            <a:cxnSpLocks/>
          </p:cNvCxnSpPr>
          <p:nvPr/>
        </p:nvCxnSpPr>
        <p:spPr>
          <a:xfrm flipH="1">
            <a:off x="3498711" y="393347"/>
            <a:ext cx="1885" cy="2520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直接连接符 368">
            <a:extLst>
              <a:ext uri="{FF2B5EF4-FFF2-40B4-BE49-F238E27FC236}">
                <a16:creationId xmlns:a16="http://schemas.microsoft.com/office/drawing/2014/main" id="{DEEB5F9C-43F7-4081-8966-87D6E15157F3}"/>
              </a:ext>
            </a:extLst>
          </p:cNvPr>
          <p:cNvCxnSpPr>
            <a:cxnSpLocks/>
          </p:cNvCxnSpPr>
          <p:nvPr/>
        </p:nvCxnSpPr>
        <p:spPr>
          <a:xfrm>
            <a:off x="3155730" y="648073"/>
            <a:ext cx="0" cy="792000"/>
          </a:xfrm>
          <a:prstGeom prst="line">
            <a:avLst/>
          </a:prstGeom>
          <a:ln w="22860">
            <a:solidFill>
              <a:srgbClr val="9B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连接符 369">
            <a:extLst>
              <a:ext uri="{FF2B5EF4-FFF2-40B4-BE49-F238E27FC236}">
                <a16:creationId xmlns:a16="http://schemas.microsoft.com/office/drawing/2014/main" id="{048D6D98-8160-4208-8826-B1AC005BD252}"/>
              </a:ext>
            </a:extLst>
          </p:cNvPr>
          <p:cNvCxnSpPr>
            <a:cxnSpLocks/>
          </p:cNvCxnSpPr>
          <p:nvPr/>
        </p:nvCxnSpPr>
        <p:spPr>
          <a:xfrm flipV="1">
            <a:off x="3707393" y="690712"/>
            <a:ext cx="0" cy="216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等腰三角形 370">
            <a:extLst>
              <a:ext uri="{FF2B5EF4-FFF2-40B4-BE49-F238E27FC236}">
                <a16:creationId xmlns:a16="http://schemas.microsoft.com/office/drawing/2014/main" id="{053AFF02-1894-4FF7-AAF1-EAEBA4D878EC}"/>
              </a:ext>
            </a:extLst>
          </p:cNvPr>
          <p:cNvSpPr/>
          <p:nvPr/>
        </p:nvSpPr>
        <p:spPr>
          <a:xfrm>
            <a:off x="7773860" y="2277757"/>
            <a:ext cx="165600" cy="165600"/>
          </a:xfrm>
          <a:prstGeom prst="triangle">
            <a:avLst/>
          </a:prstGeom>
          <a:solidFill>
            <a:srgbClr val="93D6C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等腰三角形 371">
            <a:extLst>
              <a:ext uri="{FF2B5EF4-FFF2-40B4-BE49-F238E27FC236}">
                <a16:creationId xmlns:a16="http://schemas.microsoft.com/office/drawing/2014/main" id="{4C14CF7B-9997-438C-861F-AEFC7F3C8FB6}"/>
              </a:ext>
            </a:extLst>
          </p:cNvPr>
          <p:cNvSpPr/>
          <p:nvPr/>
        </p:nvSpPr>
        <p:spPr>
          <a:xfrm>
            <a:off x="7777900" y="2557380"/>
            <a:ext cx="165600" cy="165600"/>
          </a:xfrm>
          <a:prstGeom prst="triangle">
            <a:avLst/>
          </a:prstGeom>
          <a:solidFill>
            <a:srgbClr val="D1EDE9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3" name="矩形 372">
            <a:extLst>
              <a:ext uri="{FF2B5EF4-FFF2-40B4-BE49-F238E27FC236}">
                <a16:creationId xmlns:a16="http://schemas.microsoft.com/office/drawing/2014/main" id="{12DFC72D-B76E-4B1F-B45E-460448DC7751}"/>
              </a:ext>
            </a:extLst>
          </p:cNvPr>
          <p:cNvSpPr/>
          <p:nvPr/>
        </p:nvSpPr>
        <p:spPr>
          <a:xfrm rot="5400000">
            <a:off x="7776497" y="2050727"/>
            <a:ext cx="165600" cy="165600"/>
          </a:xfrm>
          <a:prstGeom prst="rect">
            <a:avLst/>
          </a:prstGeom>
          <a:solidFill>
            <a:srgbClr val="00938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五边形 373">
            <a:extLst>
              <a:ext uri="{FF2B5EF4-FFF2-40B4-BE49-F238E27FC236}">
                <a16:creationId xmlns:a16="http://schemas.microsoft.com/office/drawing/2014/main" id="{12B9A91E-3233-43B2-81F0-174A054BD70B}"/>
              </a:ext>
            </a:extLst>
          </p:cNvPr>
          <p:cNvSpPr/>
          <p:nvPr/>
        </p:nvSpPr>
        <p:spPr>
          <a:xfrm>
            <a:off x="7776497" y="1756609"/>
            <a:ext cx="165600" cy="165600"/>
          </a:xfrm>
          <a:prstGeom prst="pentagon">
            <a:avLst/>
          </a:prstGeom>
          <a:solidFill>
            <a:srgbClr val="195E4D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5" name="矩形: 圆角 374">
            <a:extLst>
              <a:ext uri="{FF2B5EF4-FFF2-40B4-BE49-F238E27FC236}">
                <a16:creationId xmlns:a16="http://schemas.microsoft.com/office/drawing/2014/main" id="{D98C3A59-4497-4A7D-BBA6-6EFA1E7A1CA4}"/>
              </a:ext>
            </a:extLst>
          </p:cNvPr>
          <p:cNvSpPr/>
          <p:nvPr/>
        </p:nvSpPr>
        <p:spPr>
          <a:xfrm>
            <a:off x="7733544" y="1976755"/>
            <a:ext cx="262800" cy="5148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6E1E2CB-1B76-41AD-B03D-54AA93535D9B}"/>
              </a:ext>
            </a:extLst>
          </p:cNvPr>
          <p:cNvGrpSpPr/>
          <p:nvPr/>
        </p:nvGrpSpPr>
        <p:grpSpPr>
          <a:xfrm>
            <a:off x="7721826" y="372103"/>
            <a:ext cx="262800" cy="514800"/>
            <a:chOff x="7313876" y="368326"/>
            <a:chExt cx="262800" cy="514800"/>
          </a:xfrm>
        </p:grpSpPr>
        <p:sp>
          <p:nvSpPr>
            <p:cNvPr id="391" name="等腰三角形 390">
              <a:extLst>
                <a:ext uri="{FF2B5EF4-FFF2-40B4-BE49-F238E27FC236}">
                  <a16:creationId xmlns:a16="http://schemas.microsoft.com/office/drawing/2014/main" id="{E62F57C9-DFFE-4B05-962D-4FCBE1670D82}"/>
                </a:ext>
              </a:extLst>
            </p:cNvPr>
            <p:cNvSpPr/>
            <p:nvPr/>
          </p:nvSpPr>
          <p:spPr>
            <a:xfrm>
              <a:off x="7354192" y="669328"/>
              <a:ext cx="165600" cy="1656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2" name="矩形 391">
              <a:extLst>
                <a:ext uri="{FF2B5EF4-FFF2-40B4-BE49-F238E27FC236}">
                  <a16:creationId xmlns:a16="http://schemas.microsoft.com/office/drawing/2014/main" id="{A38034A0-78CC-40DC-94E3-1807FDCD6D86}"/>
                </a:ext>
              </a:extLst>
            </p:cNvPr>
            <p:cNvSpPr/>
            <p:nvPr/>
          </p:nvSpPr>
          <p:spPr>
            <a:xfrm rot="5400000">
              <a:off x="7356829" y="442298"/>
              <a:ext cx="165600" cy="1656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3" name="矩形: 圆角 392">
              <a:extLst>
                <a:ext uri="{FF2B5EF4-FFF2-40B4-BE49-F238E27FC236}">
                  <a16:creationId xmlns:a16="http://schemas.microsoft.com/office/drawing/2014/main" id="{705C9E4D-17AC-4689-B312-F3B041FC7995}"/>
                </a:ext>
              </a:extLst>
            </p:cNvPr>
            <p:cNvSpPr/>
            <p:nvPr/>
          </p:nvSpPr>
          <p:spPr>
            <a:xfrm>
              <a:off x="7313876" y="368326"/>
              <a:ext cx="262800" cy="5148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75" name="矩形: 圆角 274">
            <a:extLst>
              <a:ext uri="{FF2B5EF4-FFF2-40B4-BE49-F238E27FC236}">
                <a16:creationId xmlns:a16="http://schemas.microsoft.com/office/drawing/2014/main" id="{5BA00B7F-C523-45DF-A78B-0695DFE5DD49}"/>
              </a:ext>
            </a:extLst>
          </p:cNvPr>
          <p:cNvSpPr/>
          <p:nvPr/>
        </p:nvSpPr>
        <p:spPr>
          <a:xfrm>
            <a:off x="7722370" y="971123"/>
            <a:ext cx="263994" cy="51518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25C8FB97-8FC4-4892-8A84-6D83A795D971}"/>
              </a:ext>
            </a:extLst>
          </p:cNvPr>
          <p:cNvSpPr/>
          <p:nvPr/>
        </p:nvSpPr>
        <p:spPr>
          <a:xfrm rot="5400000">
            <a:off x="7770838" y="1038241"/>
            <a:ext cx="165600" cy="165600"/>
          </a:xfrm>
          <a:prstGeom prst="rect">
            <a:avLst/>
          </a:prstGeom>
          <a:solidFill>
            <a:srgbClr val="B58951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五边形 300">
            <a:extLst>
              <a:ext uri="{FF2B5EF4-FFF2-40B4-BE49-F238E27FC236}">
                <a16:creationId xmlns:a16="http://schemas.microsoft.com/office/drawing/2014/main" id="{7A9C5B24-B57C-4087-8181-EA2FEE55A1C5}"/>
              </a:ext>
            </a:extLst>
          </p:cNvPr>
          <p:cNvSpPr/>
          <p:nvPr/>
        </p:nvSpPr>
        <p:spPr>
          <a:xfrm>
            <a:off x="7778669" y="1260217"/>
            <a:ext cx="165600" cy="165600"/>
          </a:xfrm>
          <a:prstGeom prst="pentagon">
            <a:avLst/>
          </a:prstGeom>
          <a:solidFill>
            <a:srgbClr val="562400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4" name="直接连接符 393">
            <a:extLst>
              <a:ext uri="{FF2B5EF4-FFF2-40B4-BE49-F238E27FC236}">
                <a16:creationId xmlns:a16="http://schemas.microsoft.com/office/drawing/2014/main" id="{C83F5DD8-84F7-4A19-882A-BD593DD428E0}"/>
              </a:ext>
            </a:extLst>
          </p:cNvPr>
          <p:cNvCxnSpPr>
            <a:cxnSpLocks/>
          </p:cNvCxnSpPr>
          <p:nvPr/>
        </p:nvCxnSpPr>
        <p:spPr>
          <a:xfrm flipH="1">
            <a:off x="7336960" y="681674"/>
            <a:ext cx="1765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连接符 394">
            <a:extLst>
              <a:ext uri="{FF2B5EF4-FFF2-40B4-BE49-F238E27FC236}">
                <a16:creationId xmlns:a16="http://schemas.microsoft.com/office/drawing/2014/main" id="{9F95CAF4-55CE-418A-807D-96450CD4B4BD}"/>
              </a:ext>
            </a:extLst>
          </p:cNvPr>
          <p:cNvCxnSpPr>
            <a:cxnSpLocks/>
          </p:cNvCxnSpPr>
          <p:nvPr/>
        </p:nvCxnSpPr>
        <p:spPr>
          <a:xfrm flipV="1">
            <a:off x="7506632" y="681467"/>
            <a:ext cx="0" cy="1594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连接符 395">
            <a:extLst>
              <a:ext uri="{FF2B5EF4-FFF2-40B4-BE49-F238E27FC236}">
                <a16:creationId xmlns:a16="http://schemas.microsoft.com/office/drawing/2014/main" id="{85FE14F5-1031-43C0-95DE-A6B17E3C6972}"/>
              </a:ext>
            </a:extLst>
          </p:cNvPr>
          <p:cNvCxnSpPr>
            <a:cxnSpLocks/>
          </p:cNvCxnSpPr>
          <p:nvPr/>
        </p:nvCxnSpPr>
        <p:spPr>
          <a:xfrm flipV="1">
            <a:off x="7506458" y="531530"/>
            <a:ext cx="242982" cy="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0FA2967D-543D-4015-AE9B-65C4CEA44008}"/>
              </a:ext>
            </a:extLst>
          </p:cNvPr>
          <p:cNvCxnSpPr>
            <a:cxnSpLocks/>
          </p:cNvCxnSpPr>
          <p:nvPr/>
        </p:nvCxnSpPr>
        <p:spPr>
          <a:xfrm flipV="1">
            <a:off x="7513247" y="831656"/>
            <a:ext cx="86558" cy="33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连接符 398">
            <a:extLst>
              <a:ext uri="{FF2B5EF4-FFF2-40B4-BE49-F238E27FC236}">
                <a16:creationId xmlns:a16="http://schemas.microsoft.com/office/drawing/2014/main" id="{4635FD59-86DE-4ABA-ADC8-785E2B548A46}"/>
              </a:ext>
            </a:extLst>
          </p:cNvPr>
          <p:cNvCxnSpPr>
            <a:cxnSpLocks/>
          </p:cNvCxnSpPr>
          <p:nvPr/>
        </p:nvCxnSpPr>
        <p:spPr>
          <a:xfrm>
            <a:off x="7601593" y="728649"/>
            <a:ext cx="1488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>
            <a:extLst>
              <a:ext uri="{FF2B5EF4-FFF2-40B4-BE49-F238E27FC236}">
                <a16:creationId xmlns:a16="http://schemas.microsoft.com/office/drawing/2014/main" id="{35D90CF6-5B41-42DD-895D-CBEDBEA35B45}"/>
              </a:ext>
            </a:extLst>
          </p:cNvPr>
          <p:cNvCxnSpPr>
            <a:cxnSpLocks/>
          </p:cNvCxnSpPr>
          <p:nvPr/>
        </p:nvCxnSpPr>
        <p:spPr>
          <a:xfrm flipH="1">
            <a:off x="7083853" y="499898"/>
            <a:ext cx="256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直接连接符 405">
            <a:extLst>
              <a:ext uri="{FF2B5EF4-FFF2-40B4-BE49-F238E27FC236}">
                <a16:creationId xmlns:a16="http://schemas.microsoft.com/office/drawing/2014/main" id="{9D91DB2B-828A-4DD9-B5C8-545922CAA2BA}"/>
              </a:ext>
            </a:extLst>
          </p:cNvPr>
          <p:cNvCxnSpPr>
            <a:cxnSpLocks/>
          </p:cNvCxnSpPr>
          <p:nvPr/>
        </p:nvCxnSpPr>
        <p:spPr>
          <a:xfrm flipH="1">
            <a:off x="7081694" y="1148472"/>
            <a:ext cx="249686" cy="604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0E42FB90-2846-431D-93FC-C60401172013}"/>
              </a:ext>
            </a:extLst>
          </p:cNvPr>
          <p:cNvCxnSpPr>
            <a:cxnSpLocks/>
          </p:cNvCxnSpPr>
          <p:nvPr/>
        </p:nvCxnSpPr>
        <p:spPr>
          <a:xfrm flipH="1">
            <a:off x="7344738" y="490615"/>
            <a:ext cx="1675" cy="1859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DFDBA7A1-998F-4928-9081-099EF14C6FC0}"/>
              </a:ext>
            </a:extLst>
          </p:cNvPr>
          <p:cNvCxnSpPr>
            <a:cxnSpLocks/>
          </p:cNvCxnSpPr>
          <p:nvPr/>
        </p:nvCxnSpPr>
        <p:spPr>
          <a:xfrm>
            <a:off x="7085878" y="835529"/>
            <a:ext cx="0" cy="31883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接连接符 408">
            <a:extLst>
              <a:ext uri="{FF2B5EF4-FFF2-40B4-BE49-F238E27FC236}">
                <a16:creationId xmlns:a16="http://schemas.microsoft.com/office/drawing/2014/main" id="{6282E084-6629-4D59-BA93-A967229973CA}"/>
              </a:ext>
            </a:extLst>
          </p:cNvPr>
          <p:cNvCxnSpPr>
            <a:cxnSpLocks/>
          </p:cNvCxnSpPr>
          <p:nvPr/>
        </p:nvCxnSpPr>
        <p:spPr>
          <a:xfrm flipH="1">
            <a:off x="7331180" y="952791"/>
            <a:ext cx="174781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FDFCBA53-518F-4526-BB37-BB85B93174C8}"/>
              </a:ext>
            </a:extLst>
          </p:cNvPr>
          <p:cNvCxnSpPr>
            <a:cxnSpLocks/>
          </p:cNvCxnSpPr>
          <p:nvPr/>
        </p:nvCxnSpPr>
        <p:spPr>
          <a:xfrm flipV="1">
            <a:off x="7503311" y="937893"/>
            <a:ext cx="2536" cy="18598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ADFED851-B5AB-4F58-8A7E-B2FE5F1ADCFC}"/>
              </a:ext>
            </a:extLst>
          </p:cNvPr>
          <p:cNvCxnSpPr>
            <a:cxnSpLocks/>
          </p:cNvCxnSpPr>
          <p:nvPr/>
        </p:nvCxnSpPr>
        <p:spPr>
          <a:xfrm flipV="1">
            <a:off x="7498343" y="1117302"/>
            <a:ext cx="252000" cy="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E601CDC1-7AF8-42F0-A345-423C30BF80FF}"/>
              </a:ext>
            </a:extLst>
          </p:cNvPr>
          <p:cNvCxnSpPr>
            <a:cxnSpLocks/>
          </p:cNvCxnSpPr>
          <p:nvPr/>
        </p:nvCxnSpPr>
        <p:spPr>
          <a:xfrm flipH="1">
            <a:off x="7330883" y="1359512"/>
            <a:ext cx="41490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5EDFA5BD-FED6-4119-90E0-EAE661DED6BB}"/>
              </a:ext>
            </a:extLst>
          </p:cNvPr>
          <p:cNvCxnSpPr>
            <a:cxnSpLocks/>
          </p:cNvCxnSpPr>
          <p:nvPr/>
        </p:nvCxnSpPr>
        <p:spPr>
          <a:xfrm flipH="1">
            <a:off x="7332301" y="948421"/>
            <a:ext cx="1444" cy="42511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FE0EA714-5147-437F-988C-7BA359141E10}"/>
              </a:ext>
            </a:extLst>
          </p:cNvPr>
          <p:cNvCxnSpPr>
            <a:cxnSpLocks/>
          </p:cNvCxnSpPr>
          <p:nvPr/>
        </p:nvCxnSpPr>
        <p:spPr>
          <a:xfrm flipV="1">
            <a:off x="7602179" y="726548"/>
            <a:ext cx="1" cy="106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直接连接符 416">
            <a:extLst>
              <a:ext uri="{FF2B5EF4-FFF2-40B4-BE49-F238E27FC236}">
                <a16:creationId xmlns:a16="http://schemas.microsoft.com/office/drawing/2014/main" id="{296BDF78-CF5C-4AFF-B2AE-864920E70F55}"/>
              </a:ext>
            </a:extLst>
          </p:cNvPr>
          <p:cNvCxnSpPr>
            <a:cxnSpLocks/>
          </p:cNvCxnSpPr>
          <p:nvPr/>
        </p:nvCxnSpPr>
        <p:spPr>
          <a:xfrm>
            <a:off x="7084372" y="494714"/>
            <a:ext cx="0" cy="318836"/>
          </a:xfrm>
          <a:prstGeom prst="line">
            <a:avLst/>
          </a:prstGeom>
          <a:ln w="228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直接连接符 417">
            <a:extLst>
              <a:ext uri="{FF2B5EF4-FFF2-40B4-BE49-F238E27FC236}">
                <a16:creationId xmlns:a16="http://schemas.microsoft.com/office/drawing/2014/main" id="{201ABC64-30DE-4D7E-A65E-8F19BCCCF8F3}"/>
              </a:ext>
            </a:extLst>
          </p:cNvPr>
          <p:cNvCxnSpPr>
            <a:cxnSpLocks/>
          </p:cNvCxnSpPr>
          <p:nvPr/>
        </p:nvCxnSpPr>
        <p:spPr>
          <a:xfrm flipV="1">
            <a:off x="7506981" y="526183"/>
            <a:ext cx="0" cy="1594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5DAFF4A6-904A-4D24-890E-8B1A1724AEA5}"/>
              </a:ext>
            </a:extLst>
          </p:cNvPr>
          <p:cNvGrpSpPr/>
          <p:nvPr/>
        </p:nvGrpSpPr>
        <p:grpSpPr>
          <a:xfrm>
            <a:off x="6947234" y="1854492"/>
            <a:ext cx="829756" cy="815266"/>
            <a:chOff x="7128614" y="2388901"/>
            <a:chExt cx="869702" cy="815266"/>
          </a:xfrm>
        </p:grpSpPr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F041E4DA-74C6-40F0-81DE-100747594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8614" y="3084211"/>
              <a:ext cx="18000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94F8DB51-7B1D-4C1E-9333-8F95E1566D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9524" y="2867768"/>
              <a:ext cx="182077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C15E6C1F-BC40-43AD-9BB9-435391B64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4556" y="2867503"/>
              <a:ext cx="0" cy="20408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AB497744-41C7-436E-8FA7-940FECC5E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4376" y="2675559"/>
              <a:ext cx="233945" cy="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>
              <a:extLst>
                <a:ext uri="{FF2B5EF4-FFF2-40B4-BE49-F238E27FC236}">
                  <a16:creationId xmlns:a16="http://schemas.microsoft.com/office/drawing/2014/main" id="{46C973B9-73C9-4B0A-A943-C10573ADE9CA}"/>
                </a:ext>
              </a:extLst>
            </p:cNvPr>
            <p:cNvCxnSpPr>
              <a:cxnSpLocks/>
            </p:cNvCxnSpPr>
            <p:nvPr/>
          </p:nvCxnSpPr>
          <p:spPr>
            <a:xfrm>
              <a:off x="7842517" y="2927904"/>
              <a:ext cx="1509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>
              <a:extLst>
                <a:ext uri="{FF2B5EF4-FFF2-40B4-BE49-F238E27FC236}">
                  <a16:creationId xmlns:a16="http://schemas.microsoft.com/office/drawing/2014/main" id="{0F0DE9FE-A2F6-41B6-87EC-D709D097E0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4657" y="3194537"/>
              <a:ext cx="153659" cy="4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>
              <a:extLst>
                <a:ext uri="{FF2B5EF4-FFF2-40B4-BE49-F238E27FC236}">
                  <a16:creationId xmlns:a16="http://schemas.microsoft.com/office/drawing/2014/main" id="{78A14044-7A5F-4E52-9FE1-D5934D18C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8420" y="2635065"/>
              <a:ext cx="264360" cy="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>
              <a:extLst>
                <a:ext uri="{FF2B5EF4-FFF2-40B4-BE49-F238E27FC236}">
                  <a16:creationId xmlns:a16="http://schemas.microsoft.com/office/drawing/2014/main" id="{39378C70-0DE2-4452-B472-CFB24B6A9B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6676" y="2395963"/>
              <a:ext cx="415064" cy="1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>
              <a:extLst>
                <a:ext uri="{FF2B5EF4-FFF2-40B4-BE49-F238E27FC236}">
                  <a16:creationId xmlns:a16="http://schemas.microsoft.com/office/drawing/2014/main" id="{D4A719D8-D835-4475-AE2B-E4D9A84DA4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547" y="2619393"/>
              <a:ext cx="1728" cy="241200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93FBADD9-77BA-4F64-B1F9-3709F6BEE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3122" y="2919057"/>
              <a:ext cx="1" cy="18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>
              <a:extLst>
                <a:ext uri="{FF2B5EF4-FFF2-40B4-BE49-F238E27FC236}">
                  <a16:creationId xmlns:a16="http://schemas.microsoft.com/office/drawing/2014/main" id="{2CFA7EFB-9E41-40EC-BCA3-B30CEF05C4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8768" y="2388901"/>
              <a:ext cx="1490" cy="238094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>
              <a:extLst>
                <a:ext uri="{FF2B5EF4-FFF2-40B4-BE49-F238E27FC236}">
                  <a16:creationId xmlns:a16="http://schemas.microsoft.com/office/drawing/2014/main" id="{726550CA-60AE-44C0-AF02-01778ABC57CE}"/>
                </a:ext>
              </a:extLst>
            </p:cNvPr>
            <p:cNvCxnSpPr>
              <a:cxnSpLocks/>
            </p:cNvCxnSpPr>
            <p:nvPr/>
          </p:nvCxnSpPr>
          <p:spPr>
            <a:xfrm>
              <a:off x="7308955" y="2628429"/>
              <a:ext cx="0" cy="468000"/>
            </a:xfrm>
            <a:prstGeom prst="line">
              <a:avLst/>
            </a:prstGeom>
            <a:ln w="2286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>
              <a:extLst>
                <a:ext uri="{FF2B5EF4-FFF2-40B4-BE49-F238E27FC236}">
                  <a16:creationId xmlns:a16="http://schemas.microsoft.com/office/drawing/2014/main" id="{2EC066BB-9F87-46D0-B388-870C00394C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4915" y="2668715"/>
              <a:ext cx="0" cy="2040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>
              <a:extLst>
                <a:ext uri="{FF2B5EF4-FFF2-40B4-BE49-F238E27FC236}">
                  <a16:creationId xmlns:a16="http://schemas.microsoft.com/office/drawing/2014/main" id="{EFFF7C6A-01FB-4BD6-B692-C6059E5BF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1538" y="3052967"/>
              <a:ext cx="1" cy="1512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>
              <a:extLst>
                <a:ext uri="{FF2B5EF4-FFF2-40B4-BE49-F238E27FC236}">
                  <a16:creationId xmlns:a16="http://schemas.microsoft.com/office/drawing/2014/main" id="{AB4AA6E6-D193-4D82-8C3C-E32B756B6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7006" y="3064038"/>
              <a:ext cx="113199" cy="1"/>
            </a:xfrm>
            <a:prstGeom prst="line">
              <a:avLst/>
            </a:prstGeom>
            <a:ln w="19050">
              <a:solidFill>
                <a:srgbClr val="9B20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5254A03-031F-4B83-AD70-B0F01CAAAECB}"/>
              </a:ext>
            </a:extLst>
          </p:cNvPr>
          <p:cNvCxnSpPr>
            <a:cxnSpLocks/>
          </p:cNvCxnSpPr>
          <p:nvPr/>
        </p:nvCxnSpPr>
        <p:spPr>
          <a:xfrm>
            <a:off x="3555456" y="3766691"/>
            <a:ext cx="2864827" cy="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F009AE21-7DA3-454A-ACC5-57FD59853BC8}"/>
              </a:ext>
            </a:extLst>
          </p:cNvPr>
          <p:cNvGrpSpPr/>
          <p:nvPr/>
        </p:nvGrpSpPr>
        <p:grpSpPr>
          <a:xfrm>
            <a:off x="7082304" y="3316691"/>
            <a:ext cx="461183" cy="900000"/>
            <a:chOff x="4344536" y="2559975"/>
            <a:chExt cx="227666" cy="463516"/>
          </a:xfrm>
          <a:noFill/>
        </p:grpSpPr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5467460A-F5DC-416E-97C3-DB41225DEC6A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419ACF37-817F-44F8-94FB-70C7B8D48D40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等腰三角形 176">
              <a:extLst>
                <a:ext uri="{FF2B5EF4-FFF2-40B4-BE49-F238E27FC236}">
                  <a16:creationId xmlns:a16="http://schemas.microsoft.com/office/drawing/2014/main" id="{E7545332-93C1-4430-A962-810432F5F5CB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486B2529-FE5C-4550-9316-6AE5B512888D}"/>
              </a:ext>
            </a:extLst>
          </p:cNvPr>
          <p:cNvCxnSpPr>
            <a:cxnSpLocks/>
          </p:cNvCxnSpPr>
          <p:nvPr/>
        </p:nvCxnSpPr>
        <p:spPr>
          <a:xfrm>
            <a:off x="7728959" y="3714297"/>
            <a:ext cx="6928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3C0B24-6CC3-48FB-8B59-BD540A6987E4}"/>
              </a:ext>
            </a:extLst>
          </p:cNvPr>
          <p:cNvGrpSpPr/>
          <p:nvPr/>
        </p:nvGrpSpPr>
        <p:grpSpPr>
          <a:xfrm>
            <a:off x="8461042" y="3294472"/>
            <a:ext cx="917523" cy="900000"/>
            <a:chOff x="8445119" y="3198705"/>
            <a:chExt cx="917523" cy="900000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1C6B9BB7-8681-43A8-8F47-FA99E100449A}"/>
                </a:ext>
              </a:extLst>
            </p:cNvPr>
            <p:cNvGrpSpPr/>
            <p:nvPr/>
          </p:nvGrpSpPr>
          <p:grpSpPr>
            <a:xfrm>
              <a:off x="8445119" y="3198705"/>
              <a:ext cx="917523" cy="900000"/>
              <a:chOff x="4344536" y="2559975"/>
              <a:chExt cx="452941" cy="463516"/>
            </a:xfrm>
            <a:noFill/>
          </p:grpSpPr>
          <p:sp>
            <p:nvSpPr>
              <p:cNvPr id="180" name="矩形: 圆角 179">
                <a:extLst>
                  <a:ext uri="{FF2B5EF4-FFF2-40B4-BE49-F238E27FC236}">
                    <a16:creationId xmlns:a16="http://schemas.microsoft.com/office/drawing/2014/main" id="{1D0B454E-E079-4303-827B-3923E8360C46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452941" cy="463516"/>
              </a:xfrm>
              <a:prstGeom prst="round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C699A5BD-1189-4DBF-9FE3-E90F96508DEE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等腰三角形 181">
                <a:extLst>
                  <a:ext uri="{FF2B5EF4-FFF2-40B4-BE49-F238E27FC236}">
                    <a16:creationId xmlns:a16="http://schemas.microsoft.com/office/drawing/2014/main" id="{F9171674-35D6-424C-AF79-33751EB45F6E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83" name="五边形 182">
              <a:extLst>
                <a:ext uri="{FF2B5EF4-FFF2-40B4-BE49-F238E27FC236}">
                  <a16:creationId xmlns:a16="http://schemas.microsoft.com/office/drawing/2014/main" id="{36C7AF9A-CD91-4AB2-9755-050C35F68C72}"/>
                </a:ext>
              </a:extLst>
            </p:cNvPr>
            <p:cNvSpPr/>
            <p:nvPr/>
          </p:nvSpPr>
          <p:spPr>
            <a:xfrm>
              <a:off x="8917797" y="3510482"/>
              <a:ext cx="279047" cy="267678"/>
            </a:xfrm>
            <a:prstGeom prst="pentagon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7" name="等腰三角形 186">
            <a:extLst>
              <a:ext uri="{FF2B5EF4-FFF2-40B4-BE49-F238E27FC236}">
                <a16:creationId xmlns:a16="http://schemas.microsoft.com/office/drawing/2014/main" id="{E3B3CE1E-DFAB-44AB-A023-9B80DD39A409}"/>
              </a:ext>
            </a:extLst>
          </p:cNvPr>
          <p:cNvSpPr/>
          <p:nvPr/>
        </p:nvSpPr>
        <p:spPr>
          <a:xfrm>
            <a:off x="6509434" y="5580277"/>
            <a:ext cx="279047" cy="279047"/>
          </a:xfrm>
          <a:prstGeom prst="triangl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634D295A-7954-4799-B805-1D9FC90A5780}"/>
              </a:ext>
            </a:extLst>
          </p:cNvPr>
          <p:cNvGrpSpPr/>
          <p:nvPr/>
        </p:nvGrpSpPr>
        <p:grpSpPr>
          <a:xfrm>
            <a:off x="2817849" y="5358591"/>
            <a:ext cx="461183" cy="900000"/>
            <a:chOff x="4344536" y="2559975"/>
            <a:chExt cx="227666" cy="463516"/>
          </a:xfrm>
          <a:noFill/>
        </p:grpSpPr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93794901-BBCA-4574-8569-D28E812E0E04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FF30AABA-BE07-4C37-ADBF-7C9687EAB9E8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等腰三角形 195">
              <a:extLst>
                <a:ext uri="{FF2B5EF4-FFF2-40B4-BE49-F238E27FC236}">
                  <a16:creationId xmlns:a16="http://schemas.microsoft.com/office/drawing/2014/main" id="{49F6A915-4D06-4D8B-BBF5-FA341F96837C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7" name="文本框 196">
            <a:extLst>
              <a:ext uri="{FF2B5EF4-FFF2-40B4-BE49-F238E27FC236}">
                <a16:creationId xmlns:a16="http://schemas.microsoft.com/office/drawing/2014/main" id="{B657E776-51FE-44FD-A4C3-80556682D3DE}"/>
              </a:ext>
            </a:extLst>
          </p:cNvPr>
          <p:cNvSpPr txBox="1"/>
          <p:nvPr/>
        </p:nvSpPr>
        <p:spPr>
          <a:xfrm>
            <a:off x="3279695" y="4739781"/>
            <a:ext cx="2556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Lose mean species ED</a:t>
            </a:r>
            <a:endParaRPr lang="zh-CN" altLang="en-US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6C13000E-EAE0-4C4E-B7B5-5CB9BE1B27B8}"/>
              </a:ext>
            </a:extLst>
          </p:cNvPr>
          <p:cNvCxnSpPr>
            <a:cxnSpLocks/>
          </p:cNvCxnSpPr>
          <p:nvPr/>
        </p:nvCxnSpPr>
        <p:spPr>
          <a:xfrm>
            <a:off x="3577578" y="5761939"/>
            <a:ext cx="2849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E95C8F27-CCCF-41E7-BC4F-DB252832315B}"/>
              </a:ext>
            </a:extLst>
          </p:cNvPr>
          <p:cNvGrpSpPr/>
          <p:nvPr/>
        </p:nvGrpSpPr>
        <p:grpSpPr>
          <a:xfrm>
            <a:off x="7082303" y="5311939"/>
            <a:ext cx="461183" cy="900000"/>
            <a:chOff x="4344536" y="2559975"/>
            <a:chExt cx="227666" cy="463516"/>
          </a:xfrm>
          <a:noFill/>
        </p:grpSpPr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51688619-8322-47F8-AED4-D5B8B5E2644E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972B31A3-1BE2-4DE8-A1B6-D81F94A43938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等腰三角形 209">
              <a:extLst>
                <a:ext uri="{FF2B5EF4-FFF2-40B4-BE49-F238E27FC236}">
                  <a16:creationId xmlns:a16="http://schemas.microsoft.com/office/drawing/2014/main" id="{7E28A03C-FFF6-41E5-8F0A-644F812009EB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5D813E85-F957-4CF0-AD1F-97AD6F6EDBF0}"/>
              </a:ext>
            </a:extLst>
          </p:cNvPr>
          <p:cNvCxnSpPr>
            <a:cxnSpLocks/>
          </p:cNvCxnSpPr>
          <p:nvPr/>
        </p:nvCxnSpPr>
        <p:spPr>
          <a:xfrm>
            <a:off x="7702501" y="5697030"/>
            <a:ext cx="7280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7D57357-157F-4369-9FE9-3234AA474496}"/>
              </a:ext>
            </a:extLst>
          </p:cNvPr>
          <p:cNvGrpSpPr/>
          <p:nvPr/>
        </p:nvGrpSpPr>
        <p:grpSpPr>
          <a:xfrm>
            <a:off x="8513142" y="5316315"/>
            <a:ext cx="917523" cy="900000"/>
            <a:chOff x="8049407" y="5273062"/>
            <a:chExt cx="917523" cy="900000"/>
          </a:xfrm>
        </p:grpSpPr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90B77B30-5582-4CD4-8AAE-7AE8D6B764BD}"/>
                </a:ext>
              </a:extLst>
            </p:cNvPr>
            <p:cNvGrpSpPr/>
            <p:nvPr/>
          </p:nvGrpSpPr>
          <p:grpSpPr>
            <a:xfrm>
              <a:off x="8049407" y="5273062"/>
              <a:ext cx="917523" cy="900000"/>
              <a:chOff x="4344536" y="2559975"/>
              <a:chExt cx="452941" cy="463516"/>
            </a:xfrm>
            <a:noFill/>
          </p:grpSpPr>
          <p:sp>
            <p:nvSpPr>
              <p:cNvPr id="228" name="矩形: 圆角 227">
                <a:extLst>
                  <a:ext uri="{FF2B5EF4-FFF2-40B4-BE49-F238E27FC236}">
                    <a16:creationId xmlns:a16="http://schemas.microsoft.com/office/drawing/2014/main" id="{9A90650A-F969-467A-ACA2-6099266E0BF4}"/>
                  </a:ext>
                </a:extLst>
              </p:cNvPr>
              <p:cNvSpPr/>
              <p:nvPr/>
            </p:nvSpPr>
            <p:spPr>
              <a:xfrm>
                <a:off x="4344536" y="2559975"/>
                <a:ext cx="452941" cy="463516"/>
              </a:xfrm>
              <a:prstGeom prst="round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E138FFFB-C555-4E58-8C53-15121E184791}"/>
                  </a:ext>
                </a:extLst>
              </p:cNvPr>
              <p:cNvSpPr/>
              <p:nvPr/>
            </p:nvSpPr>
            <p:spPr>
              <a:xfrm rot="5400000">
                <a:off x="4383948" y="2608342"/>
                <a:ext cx="144000" cy="14400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等腰三角形 230">
                <a:extLst>
                  <a:ext uri="{FF2B5EF4-FFF2-40B4-BE49-F238E27FC236}">
                    <a16:creationId xmlns:a16="http://schemas.microsoft.com/office/drawing/2014/main" id="{579A7704-1DAD-4924-9CCA-8848E7EB9A48}"/>
                  </a:ext>
                </a:extLst>
              </p:cNvPr>
              <p:cNvSpPr/>
              <p:nvPr/>
            </p:nvSpPr>
            <p:spPr>
              <a:xfrm>
                <a:off x="4381450" y="2804140"/>
                <a:ext cx="144000" cy="144000"/>
              </a:xfrm>
              <a:prstGeom prst="triangl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32" name="等腰三角形 231">
              <a:extLst>
                <a:ext uri="{FF2B5EF4-FFF2-40B4-BE49-F238E27FC236}">
                  <a16:creationId xmlns:a16="http://schemas.microsoft.com/office/drawing/2014/main" id="{38238EF7-B8F7-4DF3-A4DE-85C3E3368971}"/>
                </a:ext>
              </a:extLst>
            </p:cNvPr>
            <p:cNvSpPr/>
            <p:nvPr/>
          </p:nvSpPr>
          <p:spPr>
            <a:xfrm>
              <a:off x="8519175" y="5570040"/>
              <a:ext cx="279047" cy="279047"/>
            </a:xfrm>
            <a:prstGeom prst="triangle">
              <a:avLst/>
            </a:prstGeom>
            <a:noFill/>
            <a:ln w="19050">
              <a:solidFill>
                <a:schemeClr val="accent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3" name="文本框 232">
            <a:extLst>
              <a:ext uri="{FF2B5EF4-FFF2-40B4-BE49-F238E27FC236}">
                <a16:creationId xmlns:a16="http://schemas.microsoft.com/office/drawing/2014/main" id="{0A9E73C9-984E-45BD-9DAE-381F5FCBA03A}"/>
              </a:ext>
            </a:extLst>
          </p:cNvPr>
          <p:cNvSpPr txBox="1"/>
          <p:nvPr/>
        </p:nvSpPr>
        <p:spPr>
          <a:xfrm>
            <a:off x="3494243" y="3814692"/>
            <a:ext cx="3005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Naturalizing nonnative species that are evolutionary distinct than mean species ED in focal region 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506A9E22-C648-41A4-B831-6128B5CC16A5}"/>
              </a:ext>
            </a:extLst>
          </p:cNvPr>
          <p:cNvSpPr txBox="1"/>
          <p:nvPr/>
        </p:nvSpPr>
        <p:spPr>
          <a:xfrm>
            <a:off x="3468103" y="5798706"/>
            <a:ext cx="3180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Naturalizing nonnative species that are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evolutionary</a:t>
            </a:r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redundant</a:t>
            </a:r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than mean species ED in focal region 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1ED91652-3F62-40E0-8DCE-9492CB8F1A6B}"/>
              </a:ext>
            </a:extLst>
          </p:cNvPr>
          <p:cNvSpPr txBox="1"/>
          <p:nvPr/>
        </p:nvSpPr>
        <p:spPr>
          <a:xfrm>
            <a:off x="2534851" y="3011599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Focal region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B78E295B-A9BA-457D-AC60-317ED329DFE7}"/>
              </a:ext>
            </a:extLst>
          </p:cNvPr>
          <p:cNvSpPr txBox="1"/>
          <p:nvPr/>
        </p:nvSpPr>
        <p:spPr>
          <a:xfrm>
            <a:off x="2569415" y="5073379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Focal region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87588CE5-674F-41FF-8866-43F1B703CFC0}"/>
              </a:ext>
            </a:extLst>
          </p:cNvPr>
          <p:cNvSpPr/>
          <p:nvPr/>
        </p:nvSpPr>
        <p:spPr>
          <a:xfrm rot="19066314">
            <a:off x="6676764" y="3673929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弧形 241">
            <a:extLst>
              <a:ext uri="{FF2B5EF4-FFF2-40B4-BE49-F238E27FC236}">
                <a16:creationId xmlns:a16="http://schemas.microsoft.com/office/drawing/2014/main" id="{6D801F71-B325-4EB1-85FA-25EFE37C5EE0}"/>
              </a:ext>
            </a:extLst>
          </p:cNvPr>
          <p:cNvSpPr/>
          <p:nvPr/>
        </p:nvSpPr>
        <p:spPr>
          <a:xfrm rot="19066314">
            <a:off x="6660468" y="5713566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89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文本框 361">
            <a:extLst>
              <a:ext uri="{FF2B5EF4-FFF2-40B4-BE49-F238E27FC236}">
                <a16:creationId xmlns:a16="http://schemas.microsoft.com/office/drawing/2014/main" id="{2B4968E0-BDD1-4ADC-9499-9FFACDFF0793}"/>
              </a:ext>
            </a:extLst>
          </p:cNvPr>
          <p:cNvSpPr txBox="1"/>
          <p:nvPr/>
        </p:nvSpPr>
        <p:spPr>
          <a:xfrm>
            <a:off x="2552984" y="2879372"/>
            <a:ext cx="7321336" cy="360000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2D9C9F-3FF4-44B0-B1D9-BAD4BE9530C6}"/>
              </a:ext>
            </a:extLst>
          </p:cNvPr>
          <p:cNvSpPr txBox="1"/>
          <p:nvPr/>
        </p:nvSpPr>
        <p:spPr>
          <a:xfrm>
            <a:off x="3279695" y="2685539"/>
            <a:ext cx="194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 regional ED</a:t>
            </a:r>
            <a:endParaRPr lang="zh-CN" altLang="en-US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676E54F-CAAE-4C34-AC20-31CF160F83D4}"/>
              </a:ext>
            </a:extLst>
          </p:cNvPr>
          <p:cNvSpPr txBox="1"/>
          <p:nvPr/>
        </p:nvSpPr>
        <p:spPr>
          <a:xfrm>
            <a:off x="4795632" y="77705"/>
            <a:ext cx="179983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4C266C8-F768-408C-B498-9D367827A08C}"/>
              </a:ext>
            </a:extLst>
          </p:cNvPr>
          <p:cNvSpPr txBox="1"/>
          <p:nvPr/>
        </p:nvSpPr>
        <p:spPr>
          <a:xfrm>
            <a:off x="6561365" y="64590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914F1CC4-A70D-485B-8777-5417BCAFA3C8}"/>
              </a:ext>
            </a:extLst>
          </p:cNvPr>
          <p:cNvSpPr txBox="1"/>
          <p:nvPr/>
        </p:nvSpPr>
        <p:spPr>
          <a:xfrm rot="7821256">
            <a:off x="5428487" y="462047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1307C3-21D9-484A-8D1B-DAF6E4F6BD7D}"/>
              </a:ext>
            </a:extLst>
          </p:cNvPr>
          <p:cNvSpPr txBox="1"/>
          <p:nvPr/>
        </p:nvSpPr>
        <p:spPr>
          <a:xfrm rot="3220518">
            <a:off x="7610648" y="479274"/>
            <a:ext cx="318383" cy="30777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E136D17E-F821-4629-A072-E2CA258ACF7E}"/>
              </a:ext>
            </a:extLst>
          </p:cNvPr>
          <p:cNvCxnSpPr>
            <a:cxnSpLocks/>
          </p:cNvCxnSpPr>
          <p:nvPr/>
        </p:nvCxnSpPr>
        <p:spPr>
          <a:xfrm flipH="1">
            <a:off x="3192918" y="2154231"/>
            <a:ext cx="52666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709862F-B2CD-409D-932F-E01DB20B5F20}"/>
              </a:ext>
            </a:extLst>
          </p:cNvPr>
          <p:cNvSpPr txBox="1"/>
          <p:nvPr/>
        </p:nvSpPr>
        <p:spPr>
          <a:xfrm>
            <a:off x="4584581" y="2187085"/>
            <a:ext cx="189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</a:t>
            </a:r>
            <a:r>
              <a:rPr lang="en-US" altLang="zh-CN" sz="1400" dirty="0" err="1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</a:t>
            </a:r>
            <a:r>
              <a:rPr lang="en-US" altLang="zh-CN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distinc</a:t>
            </a:r>
            <a:r>
              <a:rPr lang="en-US" altLang="zh-CN" sz="1400" dirty="0">
                <a:solidFill>
                  <a:srgbClr val="9B20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1400" dirty="0">
              <a:solidFill>
                <a:srgbClr val="9B2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3" name="文本框 422">
            <a:extLst>
              <a:ext uri="{FF2B5EF4-FFF2-40B4-BE49-F238E27FC236}">
                <a16:creationId xmlns:a16="http://schemas.microsoft.com/office/drawing/2014/main" id="{327DFCAB-99EE-45D1-9D7F-E9DE82AEB35E}"/>
              </a:ext>
            </a:extLst>
          </p:cNvPr>
          <p:cNvSpPr txBox="1"/>
          <p:nvPr/>
        </p:nvSpPr>
        <p:spPr>
          <a:xfrm>
            <a:off x="3184327" y="92851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B6CC4B8F-695A-4F31-B878-8EE9D0F68E5B}"/>
              </a:ext>
            </a:extLst>
          </p:cNvPr>
          <p:cNvSpPr txBox="1"/>
          <p:nvPr/>
        </p:nvSpPr>
        <p:spPr>
          <a:xfrm rot="2813487">
            <a:off x="5964838" y="430958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6" name="组合 305">
            <a:extLst>
              <a:ext uri="{FF2B5EF4-FFF2-40B4-BE49-F238E27FC236}">
                <a16:creationId xmlns:a16="http://schemas.microsoft.com/office/drawing/2014/main" id="{8D9620A5-3E7F-4D52-9914-2739C20A5FDA}"/>
              </a:ext>
            </a:extLst>
          </p:cNvPr>
          <p:cNvGrpSpPr/>
          <p:nvPr/>
        </p:nvGrpSpPr>
        <p:grpSpPr>
          <a:xfrm>
            <a:off x="4111773" y="766907"/>
            <a:ext cx="461183" cy="900000"/>
            <a:chOff x="4344536" y="2559975"/>
            <a:chExt cx="227666" cy="463516"/>
          </a:xfrm>
        </p:grpSpPr>
        <p:sp>
          <p:nvSpPr>
            <p:cNvPr id="307" name="矩形: 圆角 306">
              <a:extLst>
                <a:ext uri="{FF2B5EF4-FFF2-40B4-BE49-F238E27FC236}">
                  <a16:creationId xmlns:a16="http://schemas.microsoft.com/office/drawing/2014/main" id="{F80B93A5-123D-40F0-BEDE-1175BE75C829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C4033B6E-748F-40CD-8E0F-8573021F9B33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等腰三角形 308">
              <a:extLst>
                <a:ext uri="{FF2B5EF4-FFF2-40B4-BE49-F238E27FC236}">
                  <a16:creationId xmlns:a16="http://schemas.microsoft.com/office/drawing/2014/main" id="{C317105B-3AC0-4E58-A84C-16C95E5667F5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14A6B880-B69C-43E5-BC58-1CAF6F218575}"/>
              </a:ext>
            </a:extLst>
          </p:cNvPr>
          <p:cNvGrpSpPr/>
          <p:nvPr/>
        </p:nvGrpSpPr>
        <p:grpSpPr>
          <a:xfrm>
            <a:off x="3547444" y="776463"/>
            <a:ext cx="461183" cy="900000"/>
            <a:chOff x="3287155" y="2545620"/>
            <a:chExt cx="227666" cy="445992"/>
          </a:xfrm>
        </p:grpSpPr>
        <p:sp>
          <p:nvSpPr>
            <p:cNvPr id="311" name="五边形 310">
              <a:extLst>
                <a:ext uri="{FF2B5EF4-FFF2-40B4-BE49-F238E27FC236}">
                  <a16:creationId xmlns:a16="http://schemas.microsoft.com/office/drawing/2014/main" id="{D6F46F0C-FDF8-424F-9211-FD916CD52F33}"/>
                </a:ext>
              </a:extLst>
            </p:cNvPr>
            <p:cNvSpPr/>
            <p:nvPr/>
          </p:nvSpPr>
          <p:spPr>
            <a:xfrm>
              <a:off x="3326647" y="2576923"/>
              <a:ext cx="143840" cy="143839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矩形: 圆角 311">
              <a:extLst>
                <a:ext uri="{FF2B5EF4-FFF2-40B4-BE49-F238E27FC236}">
                  <a16:creationId xmlns:a16="http://schemas.microsoft.com/office/drawing/2014/main" id="{E0476EC7-96E7-45E3-9734-6BF3462D5FC4}"/>
                </a:ext>
              </a:extLst>
            </p:cNvPr>
            <p:cNvSpPr/>
            <p:nvPr/>
          </p:nvSpPr>
          <p:spPr>
            <a:xfrm>
              <a:off x="3287155" y="2545620"/>
              <a:ext cx="227666" cy="445992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4" name="等腰三角形 313">
              <a:extLst>
                <a:ext uri="{FF2B5EF4-FFF2-40B4-BE49-F238E27FC236}">
                  <a16:creationId xmlns:a16="http://schemas.microsoft.com/office/drawing/2014/main" id="{56F2AFF3-648F-400B-9EA8-E512C7F563C4}"/>
                </a:ext>
              </a:extLst>
            </p:cNvPr>
            <p:cNvSpPr/>
            <p:nvPr/>
          </p:nvSpPr>
          <p:spPr>
            <a:xfrm>
              <a:off x="3334688" y="2767136"/>
              <a:ext cx="144000" cy="144000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2" name="箭头: 下 191">
            <a:extLst>
              <a:ext uri="{FF2B5EF4-FFF2-40B4-BE49-F238E27FC236}">
                <a16:creationId xmlns:a16="http://schemas.microsoft.com/office/drawing/2014/main" id="{383B6B05-A50A-4B7F-B863-2526AF90D115}"/>
              </a:ext>
            </a:extLst>
          </p:cNvPr>
          <p:cNvSpPr/>
          <p:nvPr/>
        </p:nvSpPr>
        <p:spPr>
          <a:xfrm rot="16200000">
            <a:off x="4012423" y="1265817"/>
            <a:ext cx="106372" cy="252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29BAE5B0-5514-4A5D-9903-74F1215A9C1A}"/>
              </a:ext>
            </a:extLst>
          </p:cNvPr>
          <p:cNvSpPr txBox="1"/>
          <p:nvPr/>
        </p:nvSpPr>
        <p:spPr>
          <a:xfrm>
            <a:off x="3932550" y="1159268"/>
            <a:ext cx="202588" cy="30777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sz="1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箭头: 下 329">
            <a:extLst>
              <a:ext uri="{FF2B5EF4-FFF2-40B4-BE49-F238E27FC236}">
                <a16:creationId xmlns:a16="http://schemas.microsoft.com/office/drawing/2014/main" id="{A4543428-EF2D-49A1-B15D-BB022CBB58EC}"/>
              </a:ext>
            </a:extLst>
          </p:cNvPr>
          <p:cNvSpPr/>
          <p:nvPr/>
        </p:nvSpPr>
        <p:spPr>
          <a:xfrm rot="16200000">
            <a:off x="3974250" y="868768"/>
            <a:ext cx="171650" cy="252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7DD24100-8CD1-4046-9AE2-220F32BFAE32}"/>
              </a:ext>
            </a:extLst>
          </p:cNvPr>
          <p:cNvSpPr txBox="1"/>
          <p:nvPr/>
        </p:nvSpPr>
        <p:spPr>
          <a:xfrm>
            <a:off x="3921562" y="627580"/>
            <a:ext cx="2025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b="1" spc="-1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zh-CN" altLang="en-US" b="1" spc="-1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6" name="组合 315">
            <a:extLst>
              <a:ext uri="{FF2B5EF4-FFF2-40B4-BE49-F238E27FC236}">
                <a16:creationId xmlns:a16="http://schemas.microsoft.com/office/drawing/2014/main" id="{B44483E4-991A-4B72-B8E7-C2BF997E236A}"/>
              </a:ext>
            </a:extLst>
          </p:cNvPr>
          <p:cNvGrpSpPr/>
          <p:nvPr/>
        </p:nvGrpSpPr>
        <p:grpSpPr>
          <a:xfrm>
            <a:off x="5847174" y="768805"/>
            <a:ext cx="461183" cy="900000"/>
            <a:chOff x="4344536" y="2559975"/>
            <a:chExt cx="227666" cy="463516"/>
          </a:xfrm>
        </p:grpSpPr>
        <p:sp>
          <p:nvSpPr>
            <p:cNvPr id="317" name="矩形: 圆角 316">
              <a:extLst>
                <a:ext uri="{FF2B5EF4-FFF2-40B4-BE49-F238E27FC236}">
                  <a16:creationId xmlns:a16="http://schemas.microsoft.com/office/drawing/2014/main" id="{0138C4B2-F547-4C25-931A-6C9E7CECD078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54564061-836D-496D-9750-3675FF1857DB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等腰三角形 318">
              <a:extLst>
                <a:ext uri="{FF2B5EF4-FFF2-40B4-BE49-F238E27FC236}">
                  <a16:creationId xmlns:a16="http://schemas.microsoft.com/office/drawing/2014/main" id="{5ED02C16-9A1B-4FDF-84ED-2F5588B6A35C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0" name="组合 319">
            <a:extLst>
              <a:ext uri="{FF2B5EF4-FFF2-40B4-BE49-F238E27FC236}">
                <a16:creationId xmlns:a16="http://schemas.microsoft.com/office/drawing/2014/main" id="{26EBD606-030F-4B10-836F-DBEB781445CC}"/>
              </a:ext>
            </a:extLst>
          </p:cNvPr>
          <p:cNvGrpSpPr/>
          <p:nvPr/>
        </p:nvGrpSpPr>
        <p:grpSpPr>
          <a:xfrm>
            <a:off x="5282845" y="769652"/>
            <a:ext cx="461183" cy="900000"/>
            <a:chOff x="3287155" y="2545620"/>
            <a:chExt cx="227666" cy="445992"/>
          </a:xfrm>
        </p:grpSpPr>
        <p:sp>
          <p:nvSpPr>
            <p:cNvPr id="321" name="五边形 320">
              <a:extLst>
                <a:ext uri="{FF2B5EF4-FFF2-40B4-BE49-F238E27FC236}">
                  <a16:creationId xmlns:a16="http://schemas.microsoft.com/office/drawing/2014/main" id="{568E86E4-35C1-43FF-A50D-DCDFC7B3C626}"/>
                </a:ext>
              </a:extLst>
            </p:cNvPr>
            <p:cNvSpPr/>
            <p:nvPr/>
          </p:nvSpPr>
          <p:spPr>
            <a:xfrm>
              <a:off x="3326647" y="2576923"/>
              <a:ext cx="143840" cy="143839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矩形: 圆角 321">
              <a:extLst>
                <a:ext uri="{FF2B5EF4-FFF2-40B4-BE49-F238E27FC236}">
                  <a16:creationId xmlns:a16="http://schemas.microsoft.com/office/drawing/2014/main" id="{F83C3D35-A8A0-46A3-86ED-1B09A3B5DF71}"/>
                </a:ext>
              </a:extLst>
            </p:cNvPr>
            <p:cNvSpPr/>
            <p:nvPr/>
          </p:nvSpPr>
          <p:spPr>
            <a:xfrm>
              <a:off x="3287155" y="2545620"/>
              <a:ext cx="227666" cy="445992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3" name="等腰三角形 322">
              <a:extLst>
                <a:ext uri="{FF2B5EF4-FFF2-40B4-BE49-F238E27FC236}">
                  <a16:creationId xmlns:a16="http://schemas.microsoft.com/office/drawing/2014/main" id="{EB81E7B6-989D-44C8-8371-9F6D80C2DEEB}"/>
                </a:ext>
              </a:extLst>
            </p:cNvPr>
            <p:cNvSpPr/>
            <p:nvPr/>
          </p:nvSpPr>
          <p:spPr>
            <a:xfrm>
              <a:off x="3334688" y="2767136"/>
              <a:ext cx="144000" cy="144000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24" name="矩形 323">
            <a:extLst>
              <a:ext uri="{FF2B5EF4-FFF2-40B4-BE49-F238E27FC236}">
                <a16:creationId xmlns:a16="http://schemas.microsoft.com/office/drawing/2014/main" id="{A9784EA9-A054-47D9-B981-23ADDB6E9425}"/>
              </a:ext>
            </a:extLst>
          </p:cNvPr>
          <p:cNvSpPr/>
          <p:nvPr/>
        </p:nvSpPr>
        <p:spPr>
          <a:xfrm rot="5400000">
            <a:off x="5456246" y="313772"/>
            <a:ext cx="291600" cy="291600"/>
          </a:xfrm>
          <a:prstGeom prst="rect">
            <a:avLst/>
          </a:prstGeom>
          <a:solidFill>
            <a:srgbClr val="DAB897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04F5A64B-234E-4BD0-B5ED-61127D4B27F2}"/>
              </a:ext>
            </a:extLst>
          </p:cNvPr>
          <p:cNvSpPr/>
          <p:nvPr/>
        </p:nvSpPr>
        <p:spPr>
          <a:xfrm rot="5400000">
            <a:off x="5801931" y="312799"/>
            <a:ext cx="291600" cy="291600"/>
          </a:xfrm>
          <a:prstGeom prst="rect">
            <a:avLst/>
          </a:prstGeom>
          <a:solidFill>
            <a:srgbClr val="B58951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6BD7ED63-21E3-45A3-AC80-351D8DCBEAA4}"/>
              </a:ext>
            </a:extLst>
          </p:cNvPr>
          <p:cNvSpPr/>
          <p:nvPr/>
        </p:nvSpPr>
        <p:spPr>
          <a:xfrm rot="5400000">
            <a:off x="5456246" y="1795724"/>
            <a:ext cx="291600" cy="291600"/>
          </a:xfrm>
          <a:prstGeom prst="rect">
            <a:avLst/>
          </a:prstGeom>
          <a:solidFill>
            <a:srgbClr val="DAB897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五边形 328">
            <a:extLst>
              <a:ext uri="{FF2B5EF4-FFF2-40B4-BE49-F238E27FC236}">
                <a16:creationId xmlns:a16="http://schemas.microsoft.com/office/drawing/2014/main" id="{F05AD1EF-59F3-4F82-99BE-7BE73F6E3432}"/>
              </a:ext>
            </a:extLst>
          </p:cNvPr>
          <p:cNvSpPr/>
          <p:nvPr/>
        </p:nvSpPr>
        <p:spPr>
          <a:xfrm>
            <a:off x="5805703" y="1782353"/>
            <a:ext cx="291600" cy="291600"/>
          </a:xfrm>
          <a:prstGeom prst="pentagon">
            <a:avLst/>
          </a:prstGeom>
          <a:solidFill>
            <a:srgbClr val="562400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5CB97A48-6728-41AE-9812-94093AB388EA}"/>
              </a:ext>
            </a:extLst>
          </p:cNvPr>
          <p:cNvGrpSpPr/>
          <p:nvPr/>
        </p:nvGrpSpPr>
        <p:grpSpPr>
          <a:xfrm>
            <a:off x="7557326" y="738553"/>
            <a:ext cx="461183" cy="900000"/>
            <a:chOff x="4344536" y="2559975"/>
            <a:chExt cx="227666" cy="463516"/>
          </a:xfrm>
        </p:grpSpPr>
        <p:sp>
          <p:nvSpPr>
            <p:cNvPr id="333" name="矩形: 圆角 332">
              <a:extLst>
                <a:ext uri="{FF2B5EF4-FFF2-40B4-BE49-F238E27FC236}">
                  <a16:creationId xmlns:a16="http://schemas.microsoft.com/office/drawing/2014/main" id="{41232B14-8750-4404-AF47-53F69498ED60}"/>
                </a:ext>
              </a:extLst>
            </p:cNvPr>
            <p:cNvSpPr/>
            <p:nvPr/>
          </p:nvSpPr>
          <p:spPr>
            <a:xfrm>
              <a:off x="4344536" y="2559975"/>
              <a:ext cx="227666" cy="463516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4" name="矩形 333">
              <a:extLst>
                <a:ext uri="{FF2B5EF4-FFF2-40B4-BE49-F238E27FC236}">
                  <a16:creationId xmlns:a16="http://schemas.microsoft.com/office/drawing/2014/main" id="{DD2499BC-89D4-4E33-8098-EF329354F394}"/>
                </a:ext>
              </a:extLst>
            </p:cNvPr>
            <p:cNvSpPr/>
            <p:nvPr/>
          </p:nvSpPr>
          <p:spPr>
            <a:xfrm rot="5400000">
              <a:off x="4383948" y="2608342"/>
              <a:ext cx="144000" cy="144000"/>
            </a:xfrm>
            <a:prstGeom prst="rect">
              <a:avLst/>
            </a:prstGeom>
            <a:solidFill>
              <a:srgbClr val="00938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等腰三角形 335">
              <a:extLst>
                <a:ext uri="{FF2B5EF4-FFF2-40B4-BE49-F238E27FC236}">
                  <a16:creationId xmlns:a16="http://schemas.microsoft.com/office/drawing/2014/main" id="{C2CDCA04-7E67-4A3A-A9C4-438A716901E2}"/>
                </a:ext>
              </a:extLst>
            </p:cNvPr>
            <p:cNvSpPr/>
            <p:nvPr/>
          </p:nvSpPr>
          <p:spPr>
            <a:xfrm>
              <a:off x="4381450" y="2804140"/>
              <a:ext cx="144000" cy="144000"/>
            </a:xfrm>
            <a:prstGeom prst="triangle">
              <a:avLst/>
            </a:prstGeom>
            <a:solidFill>
              <a:srgbClr val="93D6CD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2471EA2B-06EB-4986-84DE-DC35DAD596D0}"/>
              </a:ext>
            </a:extLst>
          </p:cNvPr>
          <p:cNvGrpSpPr/>
          <p:nvPr/>
        </p:nvGrpSpPr>
        <p:grpSpPr>
          <a:xfrm>
            <a:off x="6992997" y="748109"/>
            <a:ext cx="461183" cy="900000"/>
            <a:chOff x="3287155" y="2545620"/>
            <a:chExt cx="227666" cy="445992"/>
          </a:xfrm>
        </p:grpSpPr>
        <p:sp>
          <p:nvSpPr>
            <p:cNvPr id="338" name="五边形 337">
              <a:extLst>
                <a:ext uri="{FF2B5EF4-FFF2-40B4-BE49-F238E27FC236}">
                  <a16:creationId xmlns:a16="http://schemas.microsoft.com/office/drawing/2014/main" id="{9A59F604-6BF1-4993-8EF1-84C1A9484692}"/>
                </a:ext>
              </a:extLst>
            </p:cNvPr>
            <p:cNvSpPr/>
            <p:nvPr/>
          </p:nvSpPr>
          <p:spPr>
            <a:xfrm>
              <a:off x="3326647" y="2576923"/>
              <a:ext cx="143840" cy="143839"/>
            </a:xfrm>
            <a:prstGeom prst="pentagon">
              <a:avLst/>
            </a:prstGeom>
            <a:solidFill>
              <a:srgbClr val="195E4D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: 圆角 339">
              <a:extLst>
                <a:ext uri="{FF2B5EF4-FFF2-40B4-BE49-F238E27FC236}">
                  <a16:creationId xmlns:a16="http://schemas.microsoft.com/office/drawing/2014/main" id="{96F994EA-C2F2-413E-A66A-EF9640E42E6B}"/>
                </a:ext>
              </a:extLst>
            </p:cNvPr>
            <p:cNvSpPr/>
            <p:nvPr/>
          </p:nvSpPr>
          <p:spPr>
            <a:xfrm>
              <a:off x="3287155" y="2545620"/>
              <a:ext cx="227666" cy="445992"/>
            </a:xfrm>
            <a:prstGeom prst="roundRect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1" name="等腰三角形 340">
              <a:extLst>
                <a:ext uri="{FF2B5EF4-FFF2-40B4-BE49-F238E27FC236}">
                  <a16:creationId xmlns:a16="http://schemas.microsoft.com/office/drawing/2014/main" id="{2469CF7D-AC1A-4FA8-B3D2-5528CD9CD7DC}"/>
                </a:ext>
              </a:extLst>
            </p:cNvPr>
            <p:cNvSpPr/>
            <p:nvPr/>
          </p:nvSpPr>
          <p:spPr>
            <a:xfrm>
              <a:off x="3334688" y="2767136"/>
              <a:ext cx="144000" cy="144000"/>
            </a:xfrm>
            <a:prstGeom prst="triangle">
              <a:avLst/>
            </a:prstGeom>
            <a:solidFill>
              <a:srgbClr val="D1EDE9"/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42" name="矩形 341">
            <a:extLst>
              <a:ext uri="{FF2B5EF4-FFF2-40B4-BE49-F238E27FC236}">
                <a16:creationId xmlns:a16="http://schemas.microsoft.com/office/drawing/2014/main" id="{59173154-E296-45D8-A51F-24375AF96DEA}"/>
              </a:ext>
            </a:extLst>
          </p:cNvPr>
          <p:cNvSpPr/>
          <p:nvPr/>
        </p:nvSpPr>
        <p:spPr>
          <a:xfrm rot="5400000">
            <a:off x="7344860" y="296172"/>
            <a:ext cx="291600" cy="291600"/>
          </a:xfrm>
          <a:prstGeom prst="rect">
            <a:avLst/>
          </a:prstGeom>
          <a:solidFill>
            <a:srgbClr val="B58951"/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7D24943A-ACDD-4AE3-9794-C00E30E8DFCE}"/>
              </a:ext>
            </a:extLst>
          </p:cNvPr>
          <p:cNvSpPr txBox="1"/>
          <p:nvPr/>
        </p:nvSpPr>
        <p:spPr>
          <a:xfrm>
            <a:off x="3333960" y="845121"/>
            <a:ext cx="359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zh-CN" altLang="en-US" sz="1400" dirty="0"/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49D0456A-C26C-4255-A55C-F174225B30A9}"/>
              </a:ext>
            </a:extLst>
          </p:cNvPr>
          <p:cNvSpPr txBox="1"/>
          <p:nvPr/>
        </p:nvSpPr>
        <p:spPr>
          <a:xfrm>
            <a:off x="3333960" y="1225735"/>
            <a:ext cx="359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endParaRPr lang="zh-CN" altLang="en-US" sz="1400" dirty="0"/>
          </a:p>
        </p:txBody>
      </p:sp>
      <p:sp>
        <p:nvSpPr>
          <p:cNvPr id="352" name="文本框 351">
            <a:extLst>
              <a:ext uri="{FF2B5EF4-FFF2-40B4-BE49-F238E27FC236}">
                <a16:creationId xmlns:a16="http://schemas.microsoft.com/office/drawing/2014/main" id="{B4E88B33-C565-4CA2-B8C1-56BFFF5ADC4A}"/>
              </a:ext>
            </a:extLst>
          </p:cNvPr>
          <p:cNvSpPr txBox="1"/>
          <p:nvPr/>
        </p:nvSpPr>
        <p:spPr>
          <a:xfrm>
            <a:off x="5153449" y="1781266"/>
            <a:ext cx="359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④</a:t>
            </a:r>
            <a:endParaRPr lang="zh-CN" altLang="en-US" sz="1400" dirty="0"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764CB3B8-E233-4A6D-8009-B4BE222D5FB5}"/>
              </a:ext>
            </a:extLst>
          </p:cNvPr>
          <p:cNvSpPr txBox="1"/>
          <p:nvPr/>
        </p:nvSpPr>
        <p:spPr>
          <a:xfrm>
            <a:off x="5153449" y="323850"/>
            <a:ext cx="359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③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BDBBDA80-BDD9-4306-A821-E377E207AF6D}"/>
              </a:ext>
            </a:extLst>
          </p:cNvPr>
          <p:cNvSpPr txBox="1"/>
          <p:nvPr/>
        </p:nvSpPr>
        <p:spPr>
          <a:xfrm>
            <a:off x="7039849" y="271901"/>
            <a:ext cx="359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等线" panose="02010600030101010101" pitchFamily="2" charset="-122"/>
              </a:rPr>
              <a:t>⑤</a:t>
            </a:r>
            <a:endParaRPr lang="zh-CN" altLang="en-US" sz="1400" dirty="0"/>
          </a:p>
        </p:txBody>
      </p:sp>
      <p:sp>
        <p:nvSpPr>
          <p:cNvPr id="426" name="箭头: 下 425">
            <a:extLst>
              <a:ext uri="{FF2B5EF4-FFF2-40B4-BE49-F238E27FC236}">
                <a16:creationId xmlns:a16="http://schemas.microsoft.com/office/drawing/2014/main" id="{116F8154-7FBF-4A6D-96A0-889265660BE1}"/>
              </a:ext>
            </a:extLst>
          </p:cNvPr>
          <p:cNvSpPr/>
          <p:nvPr/>
        </p:nvSpPr>
        <p:spPr>
          <a:xfrm rot="18855457">
            <a:off x="5937815" y="610590"/>
            <a:ext cx="171650" cy="252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箭头: 下 424">
            <a:extLst>
              <a:ext uri="{FF2B5EF4-FFF2-40B4-BE49-F238E27FC236}">
                <a16:creationId xmlns:a16="http://schemas.microsoft.com/office/drawing/2014/main" id="{0B48193B-3B63-4E70-9D44-4655EE5FDA6D}"/>
              </a:ext>
            </a:extLst>
          </p:cNvPr>
          <p:cNvSpPr/>
          <p:nvPr/>
        </p:nvSpPr>
        <p:spPr>
          <a:xfrm rot="2510736">
            <a:off x="5446753" y="601082"/>
            <a:ext cx="171650" cy="252000"/>
          </a:xfrm>
          <a:prstGeom prst="downArrow">
            <a:avLst/>
          </a:prstGeom>
          <a:solidFill>
            <a:srgbClr val="00B0F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箭头: 下 357">
            <a:extLst>
              <a:ext uri="{FF2B5EF4-FFF2-40B4-BE49-F238E27FC236}">
                <a16:creationId xmlns:a16="http://schemas.microsoft.com/office/drawing/2014/main" id="{0F7D42C5-C12C-49D4-AEDA-B8FCD4E7210D}"/>
              </a:ext>
            </a:extLst>
          </p:cNvPr>
          <p:cNvSpPr/>
          <p:nvPr/>
        </p:nvSpPr>
        <p:spPr>
          <a:xfrm rot="12967608">
            <a:off x="5967976" y="1533431"/>
            <a:ext cx="106372" cy="21600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箭头: 下 362">
            <a:extLst>
              <a:ext uri="{FF2B5EF4-FFF2-40B4-BE49-F238E27FC236}">
                <a16:creationId xmlns:a16="http://schemas.microsoft.com/office/drawing/2014/main" id="{1F15F001-0CAA-434E-AAC0-5F48124A99BB}"/>
              </a:ext>
            </a:extLst>
          </p:cNvPr>
          <p:cNvSpPr/>
          <p:nvPr/>
        </p:nvSpPr>
        <p:spPr>
          <a:xfrm rot="8700333">
            <a:off x="5539568" y="1540108"/>
            <a:ext cx="106372" cy="21600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D6417D07-78CD-424E-92AA-6EF1BAAD221E}"/>
              </a:ext>
            </a:extLst>
          </p:cNvPr>
          <p:cNvSpPr txBox="1"/>
          <p:nvPr/>
        </p:nvSpPr>
        <p:spPr>
          <a:xfrm>
            <a:off x="5926862" y="1557308"/>
            <a:ext cx="515694" cy="307777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sz="1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41B02752-4215-49EC-ABF4-463CC3B6A3CD}"/>
              </a:ext>
            </a:extLst>
          </p:cNvPr>
          <p:cNvSpPr txBox="1"/>
          <p:nvPr/>
        </p:nvSpPr>
        <p:spPr>
          <a:xfrm>
            <a:off x="5375335" y="1559710"/>
            <a:ext cx="515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zh-CN" altLang="en-US" sz="1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箭头: 下 229">
            <a:extLst>
              <a:ext uri="{FF2B5EF4-FFF2-40B4-BE49-F238E27FC236}">
                <a16:creationId xmlns:a16="http://schemas.microsoft.com/office/drawing/2014/main" id="{4D8276B2-42FB-4F92-8BBF-A16768993CC7}"/>
              </a:ext>
            </a:extLst>
          </p:cNvPr>
          <p:cNvSpPr/>
          <p:nvPr/>
        </p:nvSpPr>
        <p:spPr>
          <a:xfrm rot="19388721">
            <a:off x="7627397" y="589284"/>
            <a:ext cx="106372" cy="21600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3BCBFB80-1770-4EFF-BE6A-7CFF6D9402D9}"/>
              </a:ext>
            </a:extLst>
          </p:cNvPr>
          <p:cNvSpPr txBox="1"/>
          <p:nvPr/>
        </p:nvSpPr>
        <p:spPr>
          <a:xfrm>
            <a:off x="4018813" y="3450316"/>
            <a:ext cx="10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Pathway 3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17A045A0-348C-4467-AB99-59A2384F7940}"/>
              </a:ext>
            </a:extLst>
          </p:cNvPr>
          <p:cNvCxnSpPr>
            <a:cxnSpLocks/>
          </p:cNvCxnSpPr>
          <p:nvPr/>
        </p:nvCxnSpPr>
        <p:spPr>
          <a:xfrm flipV="1">
            <a:off x="4112047" y="3756291"/>
            <a:ext cx="2122036" cy="1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4F01EEAD-40D8-41E8-A35B-3164964CF138}"/>
              </a:ext>
            </a:extLst>
          </p:cNvPr>
          <p:cNvSpPr/>
          <p:nvPr/>
        </p:nvSpPr>
        <p:spPr>
          <a:xfrm>
            <a:off x="7810914" y="3316691"/>
            <a:ext cx="91752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54C97CF2-BF9B-43BE-B614-72E54749202B}"/>
              </a:ext>
            </a:extLst>
          </p:cNvPr>
          <p:cNvSpPr txBox="1"/>
          <p:nvPr/>
        </p:nvSpPr>
        <p:spPr>
          <a:xfrm>
            <a:off x="3996699" y="3781091"/>
            <a:ext cx="23007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Naturalizing distant-related species that are nonnative to region A and B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23856E5-B584-4CD1-BC21-786F0404989D}"/>
              </a:ext>
            </a:extLst>
          </p:cNvPr>
          <p:cNvSpPr txBox="1"/>
          <p:nvPr/>
        </p:nvSpPr>
        <p:spPr>
          <a:xfrm>
            <a:off x="2436990" y="3020377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A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弧形 276">
            <a:extLst>
              <a:ext uri="{FF2B5EF4-FFF2-40B4-BE49-F238E27FC236}">
                <a16:creationId xmlns:a16="http://schemas.microsoft.com/office/drawing/2014/main" id="{65460CAD-559A-4D13-8C98-022DC5B0D928}"/>
              </a:ext>
            </a:extLst>
          </p:cNvPr>
          <p:cNvSpPr/>
          <p:nvPr/>
        </p:nvSpPr>
        <p:spPr>
          <a:xfrm rot="314830">
            <a:off x="6007382" y="3172702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2" name="矩形: 圆角 281">
            <a:extLst>
              <a:ext uri="{FF2B5EF4-FFF2-40B4-BE49-F238E27FC236}">
                <a16:creationId xmlns:a16="http://schemas.microsoft.com/office/drawing/2014/main" id="{3C88B9C0-F1F6-4A6C-81C1-7326183BABCD}"/>
              </a:ext>
            </a:extLst>
          </p:cNvPr>
          <p:cNvSpPr/>
          <p:nvPr/>
        </p:nvSpPr>
        <p:spPr>
          <a:xfrm>
            <a:off x="3525565" y="3321388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CF0D5532-A970-4862-803B-BAF1CEAC0D29}"/>
              </a:ext>
            </a:extLst>
          </p:cNvPr>
          <p:cNvSpPr txBox="1"/>
          <p:nvPr/>
        </p:nvSpPr>
        <p:spPr>
          <a:xfrm>
            <a:off x="3288950" y="3020377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B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矩形: 圆角 291">
            <a:extLst>
              <a:ext uri="{FF2B5EF4-FFF2-40B4-BE49-F238E27FC236}">
                <a16:creationId xmlns:a16="http://schemas.microsoft.com/office/drawing/2014/main" id="{9A81B52B-EBCE-4AC5-A5EF-9327F90457BC}"/>
              </a:ext>
            </a:extLst>
          </p:cNvPr>
          <p:cNvSpPr/>
          <p:nvPr/>
        </p:nvSpPr>
        <p:spPr>
          <a:xfrm>
            <a:off x="6849665" y="3344169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9F1D7C77-B140-4FFE-B5C2-E2A3525973D5}"/>
              </a:ext>
            </a:extLst>
          </p:cNvPr>
          <p:cNvSpPr/>
          <p:nvPr/>
        </p:nvSpPr>
        <p:spPr>
          <a:xfrm>
            <a:off x="2785848" y="3321388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0" name="弧形 299">
            <a:extLst>
              <a:ext uri="{FF2B5EF4-FFF2-40B4-BE49-F238E27FC236}">
                <a16:creationId xmlns:a16="http://schemas.microsoft.com/office/drawing/2014/main" id="{C2FE5DB1-A726-4511-83B5-DFA600404854}"/>
              </a:ext>
            </a:extLst>
          </p:cNvPr>
          <p:cNvSpPr/>
          <p:nvPr/>
        </p:nvSpPr>
        <p:spPr>
          <a:xfrm rot="15805182">
            <a:off x="7035741" y="3179899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5" name="矩形: 圆角 314">
            <a:extLst>
              <a:ext uri="{FF2B5EF4-FFF2-40B4-BE49-F238E27FC236}">
                <a16:creationId xmlns:a16="http://schemas.microsoft.com/office/drawing/2014/main" id="{6E168D79-3286-44EF-BFE4-6BB8379638E4}"/>
              </a:ext>
            </a:extLst>
          </p:cNvPr>
          <p:cNvSpPr/>
          <p:nvPr/>
        </p:nvSpPr>
        <p:spPr>
          <a:xfrm>
            <a:off x="6325113" y="3355303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9" name="矩形: 圆角 348">
            <a:extLst>
              <a:ext uri="{FF2B5EF4-FFF2-40B4-BE49-F238E27FC236}">
                <a16:creationId xmlns:a16="http://schemas.microsoft.com/office/drawing/2014/main" id="{B1611A78-C401-419E-AE17-D2F82AEF0245}"/>
              </a:ext>
            </a:extLst>
          </p:cNvPr>
          <p:cNvSpPr/>
          <p:nvPr/>
        </p:nvSpPr>
        <p:spPr>
          <a:xfrm>
            <a:off x="8798251" y="3316691"/>
            <a:ext cx="917523" cy="900000"/>
          </a:xfrm>
          <a:prstGeom prst="roundRect">
            <a:avLst/>
          </a:prstGeom>
          <a:noFill/>
          <a:ln w="19050"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61" name="直接箭头连接符 360">
            <a:extLst>
              <a:ext uri="{FF2B5EF4-FFF2-40B4-BE49-F238E27FC236}">
                <a16:creationId xmlns:a16="http://schemas.microsoft.com/office/drawing/2014/main" id="{BA4DF0CD-791A-4698-B717-7C1E9D819AE9}"/>
              </a:ext>
            </a:extLst>
          </p:cNvPr>
          <p:cNvCxnSpPr>
            <a:cxnSpLocks/>
          </p:cNvCxnSpPr>
          <p:nvPr/>
        </p:nvCxnSpPr>
        <p:spPr>
          <a:xfrm>
            <a:off x="7432982" y="3761888"/>
            <a:ext cx="304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D55933B1-5939-4373-BAA0-14F7050BB12E}"/>
              </a:ext>
            </a:extLst>
          </p:cNvPr>
          <p:cNvSpPr txBox="1"/>
          <p:nvPr/>
        </p:nvSpPr>
        <p:spPr>
          <a:xfrm>
            <a:off x="3279695" y="2685539"/>
            <a:ext cx="194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 regional ED</a:t>
            </a:r>
            <a:endParaRPr lang="zh-CN" altLang="en-US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5FB6D4B-7A56-4071-8E08-807EC82D1610}"/>
              </a:ext>
            </a:extLst>
          </p:cNvPr>
          <p:cNvSpPr/>
          <p:nvPr/>
        </p:nvSpPr>
        <p:spPr>
          <a:xfrm>
            <a:off x="2828665" y="3390321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椭圆 364">
            <a:extLst>
              <a:ext uri="{FF2B5EF4-FFF2-40B4-BE49-F238E27FC236}">
                <a16:creationId xmlns:a16="http://schemas.microsoft.com/office/drawing/2014/main" id="{AB1A677C-9EE0-4513-BA49-CC457C8C8C9B}"/>
              </a:ext>
            </a:extLst>
          </p:cNvPr>
          <p:cNvSpPr/>
          <p:nvPr/>
        </p:nvSpPr>
        <p:spPr>
          <a:xfrm>
            <a:off x="2836684" y="3811998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7C87E9B0-014D-4A12-A689-B1570A1F6367}"/>
              </a:ext>
            </a:extLst>
          </p:cNvPr>
          <p:cNvSpPr/>
          <p:nvPr/>
        </p:nvSpPr>
        <p:spPr>
          <a:xfrm>
            <a:off x="3567342" y="3390321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0" name="椭圆 399">
            <a:extLst>
              <a:ext uri="{FF2B5EF4-FFF2-40B4-BE49-F238E27FC236}">
                <a16:creationId xmlns:a16="http://schemas.microsoft.com/office/drawing/2014/main" id="{25053BBC-1885-4038-A740-DBB2C2567A02}"/>
              </a:ext>
            </a:extLst>
          </p:cNvPr>
          <p:cNvSpPr/>
          <p:nvPr/>
        </p:nvSpPr>
        <p:spPr>
          <a:xfrm>
            <a:off x="3576782" y="3805303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椭圆 400">
            <a:extLst>
              <a:ext uri="{FF2B5EF4-FFF2-40B4-BE49-F238E27FC236}">
                <a16:creationId xmlns:a16="http://schemas.microsoft.com/office/drawing/2014/main" id="{1C445782-7894-4455-BA7A-3B1A0976EE18}"/>
              </a:ext>
            </a:extLst>
          </p:cNvPr>
          <p:cNvSpPr/>
          <p:nvPr/>
        </p:nvSpPr>
        <p:spPr>
          <a:xfrm>
            <a:off x="6364031" y="3424449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椭圆 401">
            <a:extLst>
              <a:ext uri="{FF2B5EF4-FFF2-40B4-BE49-F238E27FC236}">
                <a16:creationId xmlns:a16="http://schemas.microsoft.com/office/drawing/2014/main" id="{D01FE3CA-FAF4-4348-9CAE-FC3CAF9C71E4}"/>
              </a:ext>
            </a:extLst>
          </p:cNvPr>
          <p:cNvSpPr/>
          <p:nvPr/>
        </p:nvSpPr>
        <p:spPr>
          <a:xfrm>
            <a:off x="6372050" y="3846126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椭圆 404">
            <a:extLst>
              <a:ext uri="{FF2B5EF4-FFF2-40B4-BE49-F238E27FC236}">
                <a16:creationId xmlns:a16="http://schemas.microsoft.com/office/drawing/2014/main" id="{F5F264C6-5AF7-464F-813F-8FA444FFB77F}"/>
              </a:ext>
            </a:extLst>
          </p:cNvPr>
          <p:cNvSpPr/>
          <p:nvPr/>
        </p:nvSpPr>
        <p:spPr>
          <a:xfrm>
            <a:off x="6876739" y="3422676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" name="椭圆 410">
            <a:extLst>
              <a:ext uri="{FF2B5EF4-FFF2-40B4-BE49-F238E27FC236}">
                <a16:creationId xmlns:a16="http://schemas.microsoft.com/office/drawing/2014/main" id="{3E005633-F47B-4905-93C1-68F0627787CA}"/>
              </a:ext>
            </a:extLst>
          </p:cNvPr>
          <p:cNvSpPr/>
          <p:nvPr/>
        </p:nvSpPr>
        <p:spPr>
          <a:xfrm>
            <a:off x="6886179" y="3837658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椭圆 415">
            <a:extLst>
              <a:ext uri="{FF2B5EF4-FFF2-40B4-BE49-F238E27FC236}">
                <a16:creationId xmlns:a16="http://schemas.microsoft.com/office/drawing/2014/main" id="{36C67EEC-8883-413D-8C59-3234173AE447}"/>
              </a:ext>
            </a:extLst>
          </p:cNvPr>
          <p:cNvSpPr/>
          <p:nvPr/>
        </p:nvSpPr>
        <p:spPr>
          <a:xfrm>
            <a:off x="5980949" y="2984659"/>
            <a:ext cx="359510" cy="359510"/>
          </a:xfrm>
          <a:prstGeom prst="ellipse">
            <a:avLst/>
          </a:prstGeom>
          <a:solidFill>
            <a:srgbClr val="DAB8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9" name="椭圆 418">
            <a:extLst>
              <a:ext uri="{FF2B5EF4-FFF2-40B4-BE49-F238E27FC236}">
                <a16:creationId xmlns:a16="http://schemas.microsoft.com/office/drawing/2014/main" id="{37498F4E-4CD7-43D3-8E4B-19284EC6EFCA}"/>
              </a:ext>
            </a:extLst>
          </p:cNvPr>
          <p:cNvSpPr/>
          <p:nvPr/>
        </p:nvSpPr>
        <p:spPr>
          <a:xfrm>
            <a:off x="7312504" y="2965006"/>
            <a:ext cx="359510" cy="359510"/>
          </a:xfrm>
          <a:prstGeom prst="ellipse">
            <a:avLst/>
          </a:prstGeom>
          <a:solidFill>
            <a:srgbClr val="5624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椭圆 419">
            <a:extLst>
              <a:ext uri="{FF2B5EF4-FFF2-40B4-BE49-F238E27FC236}">
                <a16:creationId xmlns:a16="http://schemas.microsoft.com/office/drawing/2014/main" id="{F02E3BBE-DD77-447D-B4A4-052DDE9C021D}"/>
              </a:ext>
            </a:extLst>
          </p:cNvPr>
          <p:cNvSpPr/>
          <p:nvPr/>
        </p:nvSpPr>
        <p:spPr>
          <a:xfrm>
            <a:off x="8300324" y="3586936"/>
            <a:ext cx="359510" cy="359510"/>
          </a:xfrm>
          <a:prstGeom prst="ellipse">
            <a:avLst/>
          </a:prstGeom>
          <a:solidFill>
            <a:srgbClr val="DAB8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1" name="椭圆 420">
            <a:extLst>
              <a:ext uri="{FF2B5EF4-FFF2-40B4-BE49-F238E27FC236}">
                <a16:creationId xmlns:a16="http://schemas.microsoft.com/office/drawing/2014/main" id="{577B2724-0919-4867-A452-DCAB5D419C78}"/>
              </a:ext>
            </a:extLst>
          </p:cNvPr>
          <p:cNvSpPr/>
          <p:nvPr/>
        </p:nvSpPr>
        <p:spPr>
          <a:xfrm>
            <a:off x="7899961" y="3380579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DB887D98-F07F-4FA9-AC54-FCB597AE3562}"/>
              </a:ext>
            </a:extLst>
          </p:cNvPr>
          <p:cNvSpPr/>
          <p:nvPr/>
        </p:nvSpPr>
        <p:spPr>
          <a:xfrm>
            <a:off x="7907980" y="3802256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椭圆 423">
            <a:extLst>
              <a:ext uri="{FF2B5EF4-FFF2-40B4-BE49-F238E27FC236}">
                <a16:creationId xmlns:a16="http://schemas.microsoft.com/office/drawing/2014/main" id="{C36585D6-7802-46D9-9991-73C4F1D2AE98}"/>
              </a:ext>
            </a:extLst>
          </p:cNvPr>
          <p:cNvSpPr/>
          <p:nvPr/>
        </p:nvSpPr>
        <p:spPr>
          <a:xfrm>
            <a:off x="8868993" y="3378352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椭圆 427">
            <a:extLst>
              <a:ext uri="{FF2B5EF4-FFF2-40B4-BE49-F238E27FC236}">
                <a16:creationId xmlns:a16="http://schemas.microsoft.com/office/drawing/2014/main" id="{6ECEE0A5-601D-4402-9C51-DE397E8A5457}"/>
              </a:ext>
            </a:extLst>
          </p:cNvPr>
          <p:cNvSpPr/>
          <p:nvPr/>
        </p:nvSpPr>
        <p:spPr>
          <a:xfrm>
            <a:off x="8878433" y="3793334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椭圆 428">
            <a:extLst>
              <a:ext uri="{FF2B5EF4-FFF2-40B4-BE49-F238E27FC236}">
                <a16:creationId xmlns:a16="http://schemas.microsoft.com/office/drawing/2014/main" id="{EF1EFB18-D423-4088-B02F-BAC1E3E6542B}"/>
              </a:ext>
            </a:extLst>
          </p:cNvPr>
          <p:cNvSpPr/>
          <p:nvPr/>
        </p:nvSpPr>
        <p:spPr>
          <a:xfrm>
            <a:off x="9282081" y="3562728"/>
            <a:ext cx="359510" cy="359510"/>
          </a:xfrm>
          <a:prstGeom prst="ellipse">
            <a:avLst/>
          </a:prstGeom>
          <a:solidFill>
            <a:srgbClr val="5624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9CCE7763-2DEE-4E24-8075-CD8E8C72E3FB}"/>
              </a:ext>
            </a:extLst>
          </p:cNvPr>
          <p:cNvSpPr txBox="1"/>
          <p:nvPr/>
        </p:nvSpPr>
        <p:spPr>
          <a:xfrm>
            <a:off x="4018813" y="5272491"/>
            <a:ext cx="10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Pathway 4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1" name="直接箭头连接符 430">
            <a:extLst>
              <a:ext uri="{FF2B5EF4-FFF2-40B4-BE49-F238E27FC236}">
                <a16:creationId xmlns:a16="http://schemas.microsoft.com/office/drawing/2014/main" id="{23C54D8E-F213-4BEA-9CFF-98DECCCBD3BB}"/>
              </a:ext>
            </a:extLst>
          </p:cNvPr>
          <p:cNvCxnSpPr>
            <a:cxnSpLocks/>
          </p:cNvCxnSpPr>
          <p:nvPr/>
        </p:nvCxnSpPr>
        <p:spPr>
          <a:xfrm flipV="1">
            <a:off x="4112047" y="5578466"/>
            <a:ext cx="2122036" cy="1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2" name="矩形: 圆角 431">
            <a:extLst>
              <a:ext uri="{FF2B5EF4-FFF2-40B4-BE49-F238E27FC236}">
                <a16:creationId xmlns:a16="http://schemas.microsoft.com/office/drawing/2014/main" id="{839AF051-C9F3-4E50-A127-978D5769C7E5}"/>
              </a:ext>
            </a:extLst>
          </p:cNvPr>
          <p:cNvSpPr/>
          <p:nvPr/>
        </p:nvSpPr>
        <p:spPr>
          <a:xfrm>
            <a:off x="7810914" y="5138866"/>
            <a:ext cx="91752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5216B07B-F0FD-4545-BC05-F3D5EAEAED7E}"/>
              </a:ext>
            </a:extLst>
          </p:cNvPr>
          <p:cNvSpPr txBox="1"/>
          <p:nvPr/>
        </p:nvSpPr>
        <p:spPr>
          <a:xfrm>
            <a:off x="3996699" y="5603266"/>
            <a:ext cx="225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Naturalizing species that are nonnative to region A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55EC7B97-A945-4E51-B6F2-B785F8865EC9}"/>
              </a:ext>
            </a:extLst>
          </p:cNvPr>
          <p:cNvSpPr txBox="1"/>
          <p:nvPr/>
        </p:nvSpPr>
        <p:spPr>
          <a:xfrm>
            <a:off x="2436990" y="4842552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A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5" name="弧形 434">
            <a:extLst>
              <a:ext uri="{FF2B5EF4-FFF2-40B4-BE49-F238E27FC236}">
                <a16:creationId xmlns:a16="http://schemas.microsoft.com/office/drawing/2014/main" id="{27D55C11-24BA-407F-A315-34E0518DB4F9}"/>
              </a:ext>
            </a:extLst>
          </p:cNvPr>
          <p:cNvSpPr/>
          <p:nvPr/>
        </p:nvSpPr>
        <p:spPr>
          <a:xfrm rot="314830">
            <a:off x="6007382" y="4994877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6" name="矩形: 圆角 435">
            <a:extLst>
              <a:ext uri="{FF2B5EF4-FFF2-40B4-BE49-F238E27FC236}">
                <a16:creationId xmlns:a16="http://schemas.microsoft.com/office/drawing/2014/main" id="{CF03F09C-B500-49CD-A880-A7925FAE763F}"/>
              </a:ext>
            </a:extLst>
          </p:cNvPr>
          <p:cNvSpPr/>
          <p:nvPr/>
        </p:nvSpPr>
        <p:spPr>
          <a:xfrm>
            <a:off x="3525565" y="5143563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7" name="文本框 436">
            <a:extLst>
              <a:ext uri="{FF2B5EF4-FFF2-40B4-BE49-F238E27FC236}">
                <a16:creationId xmlns:a16="http://schemas.microsoft.com/office/drawing/2014/main" id="{E3C503D6-5F50-40B2-9543-A5873D13E60D}"/>
              </a:ext>
            </a:extLst>
          </p:cNvPr>
          <p:cNvSpPr txBox="1"/>
          <p:nvPr/>
        </p:nvSpPr>
        <p:spPr>
          <a:xfrm>
            <a:off x="3288950" y="4842552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B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8" name="矩形: 圆角 437">
            <a:extLst>
              <a:ext uri="{FF2B5EF4-FFF2-40B4-BE49-F238E27FC236}">
                <a16:creationId xmlns:a16="http://schemas.microsoft.com/office/drawing/2014/main" id="{9FBF1B16-5C0D-417E-8011-1E66E2EF88F2}"/>
              </a:ext>
            </a:extLst>
          </p:cNvPr>
          <p:cNvSpPr/>
          <p:nvPr/>
        </p:nvSpPr>
        <p:spPr>
          <a:xfrm>
            <a:off x="6849665" y="5166344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9" name="矩形: 圆角 438">
            <a:extLst>
              <a:ext uri="{FF2B5EF4-FFF2-40B4-BE49-F238E27FC236}">
                <a16:creationId xmlns:a16="http://schemas.microsoft.com/office/drawing/2014/main" id="{2E3237B6-D9AF-406E-8DFA-0B4C0646D312}"/>
              </a:ext>
            </a:extLst>
          </p:cNvPr>
          <p:cNvSpPr/>
          <p:nvPr/>
        </p:nvSpPr>
        <p:spPr>
          <a:xfrm>
            <a:off x="2785848" y="5143563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1" name="矩形: 圆角 440">
            <a:extLst>
              <a:ext uri="{FF2B5EF4-FFF2-40B4-BE49-F238E27FC236}">
                <a16:creationId xmlns:a16="http://schemas.microsoft.com/office/drawing/2014/main" id="{B435AE8A-7BBC-4476-A44B-AABFC2950454}"/>
              </a:ext>
            </a:extLst>
          </p:cNvPr>
          <p:cNvSpPr/>
          <p:nvPr/>
        </p:nvSpPr>
        <p:spPr>
          <a:xfrm>
            <a:off x="6325113" y="5177478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43" name="直接箭头连接符 442">
            <a:extLst>
              <a:ext uri="{FF2B5EF4-FFF2-40B4-BE49-F238E27FC236}">
                <a16:creationId xmlns:a16="http://schemas.microsoft.com/office/drawing/2014/main" id="{C9E1C133-522E-4F59-B8C8-8DE85B8F8BF6}"/>
              </a:ext>
            </a:extLst>
          </p:cNvPr>
          <p:cNvCxnSpPr>
            <a:cxnSpLocks/>
          </p:cNvCxnSpPr>
          <p:nvPr/>
        </p:nvCxnSpPr>
        <p:spPr>
          <a:xfrm>
            <a:off x="7432982" y="5584063"/>
            <a:ext cx="304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椭圆 443">
            <a:extLst>
              <a:ext uri="{FF2B5EF4-FFF2-40B4-BE49-F238E27FC236}">
                <a16:creationId xmlns:a16="http://schemas.microsoft.com/office/drawing/2014/main" id="{B4CEC4BF-EA80-434A-9039-BDE41CC96373}"/>
              </a:ext>
            </a:extLst>
          </p:cNvPr>
          <p:cNvSpPr/>
          <p:nvPr/>
        </p:nvSpPr>
        <p:spPr>
          <a:xfrm>
            <a:off x="2828665" y="5212496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椭圆 444">
            <a:extLst>
              <a:ext uri="{FF2B5EF4-FFF2-40B4-BE49-F238E27FC236}">
                <a16:creationId xmlns:a16="http://schemas.microsoft.com/office/drawing/2014/main" id="{2ADAB235-2D7D-4BFC-BA35-FEC2611B6CF0}"/>
              </a:ext>
            </a:extLst>
          </p:cNvPr>
          <p:cNvSpPr/>
          <p:nvPr/>
        </p:nvSpPr>
        <p:spPr>
          <a:xfrm>
            <a:off x="2836684" y="5634173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椭圆 445">
            <a:extLst>
              <a:ext uri="{FF2B5EF4-FFF2-40B4-BE49-F238E27FC236}">
                <a16:creationId xmlns:a16="http://schemas.microsoft.com/office/drawing/2014/main" id="{850F1BBF-3DDA-4C50-9786-6FE59B490BC6}"/>
              </a:ext>
            </a:extLst>
          </p:cNvPr>
          <p:cNvSpPr/>
          <p:nvPr/>
        </p:nvSpPr>
        <p:spPr>
          <a:xfrm>
            <a:off x="3567342" y="5212496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椭圆 446">
            <a:extLst>
              <a:ext uri="{FF2B5EF4-FFF2-40B4-BE49-F238E27FC236}">
                <a16:creationId xmlns:a16="http://schemas.microsoft.com/office/drawing/2014/main" id="{DC4FB675-2265-42DE-943F-D6FCBB360A00}"/>
              </a:ext>
            </a:extLst>
          </p:cNvPr>
          <p:cNvSpPr/>
          <p:nvPr/>
        </p:nvSpPr>
        <p:spPr>
          <a:xfrm>
            <a:off x="3576782" y="5627478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椭圆 447">
            <a:extLst>
              <a:ext uri="{FF2B5EF4-FFF2-40B4-BE49-F238E27FC236}">
                <a16:creationId xmlns:a16="http://schemas.microsoft.com/office/drawing/2014/main" id="{AE93B908-7813-4B1F-978C-138E8F4F74BF}"/>
              </a:ext>
            </a:extLst>
          </p:cNvPr>
          <p:cNvSpPr/>
          <p:nvPr/>
        </p:nvSpPr>
        <p:spPr>
          <a:xfrm>
            <a:off x="6364031" y="5246624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椭圆 448">
            <a:extLst>
              <a:ext uri="{FF2B5EF4-FFF2-40B4-BE49-F238E27FC236}">
                <a16:creationId xmlns:a16="http://schemas.microsoft.com/office/drawing/2014/main" id="{9323D31A-D281-4A37-9DE1-E3EDD09EBEBD}"/>
              </a:ext>
            </a:extLst>
          </p:cNvPr>
          <p:cNvSpPr/>
          <p:nvPr/>
        </p:nvSpPr>
        <p:spPr>
          <a:xfrm>
            <a:off x="6372050" y="5668301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椭圆 449">
            <a:extLst>
              <a:ext uri="{FF2B5EF4-FFF2-40B4-BE49-F238E27FC236}">
                <a16:creationId xmlns:a16="http://schemas.microsoft.com/office/drawing/2014/main" id="{DE826134-5960-4953-8609-993EACBCA891}"/>
              </a:ext>
            </a:extLst>
          </p:cNvPr>
          <p:cNvSpPr/>
          <p:nvPr/>
        </p:nvSpPr>
        <p:spPr>
          <a:xfrm>
            <a:off x="6876739" y="5244851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椭圆 450">
            <a:extLst>
              <a:ext uri="{FF2B5EF4-FFF2-40B4-BE49-F238E27FC236}">
                <a16:creationId xmlns:a16="http://schemas.microsoft.com/office/drawing/2014/main" id="{2D4157AE-A0CF-49C0-AD69-DEE65ED944F0}"/>
              </a:ext>
            </a:extLst>
          </p:cNvPr>
          <p:cNvSpPr/>
          <p:nvPr/>
        </p:nvSpPr>
        <p:spPr>
          <a:xfrm>
            <a:off x="6886179" y="5659833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2" name="椭圆 451">
            <a:extLst>
              <a:ext uri="{FF2B5EF4-FFF2-40B4-BE49-F238E27FC236}">
                <a16:creationId xmlns:a16="http://schemas.microsoft.com/office/drawing/2014/main" id="{F15D0476-5B03-47C2-A80E-38D5C5FCD84E}"/>
              </a:ext>
            </a:extLst>
          </p:cNvPr>
          <p:cNvSpPr/>
          <p:nvPr/>
        </p:nvSpPr>
        <p:spPr>
          <a:xfrm>
            <a:off x="5980949" y="4806834"/>
            <a:ext cx="359510" cy="359510"/>
          </a:xfrm>
          <a:prstGeom prst="ellipse">
            <a:avLst/>
          </a:prstGeom>
          <a:solidFill>
            <a:srgbClr val="DAB8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椭圆 453">
            <a:extLst>
              <a:ext uri="{FF2B5EF4-FFF2-40B4-BE49-F238E27FC236}">
                <a16:creationId xmlns:a16="http://schemas.microsoft.com/office/drawing/2014/main" id="{2BAAD8BC-C0FB-4998-B3CF-5DB4A912CC62}"/>
              </a:ext>
            </a:extLst>
          </p:cNvPr>
          <p:cNvSpPr/>
          <p:nvPr/>
        </p:nvSpPr>
        <p:spPr>
          <a:xfrm>
            <a:off x="8300324" y="5409111"/>
            <a:ext cx="359510" cy="359510"/>
          </a:xfrm>
          <a:prstGeom prst="ellipse">
            <a:avLst/>
          </a:prstGeom>
          <a:solidFill>
            <a:srgbClr val="DAB8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5" name="椭圆 454">
            <a:extLst>
              <a:ext uri="{FF2B5EF4-FFF2-40B4-BE49-F238E27FC236}">
                <a16:creationId xmlns:a16="http://schemas.microsoft.com/office/drawing/2014/main" id="{08B73C5B-21FA-4596-A890-06EB9F05E921}"/>
              </a:ext>
            </a:extLst>
          </p:cNvPr>
          <p:cNvSpPr/>
          <p:nvPr/>
        </p:nvSpPr>
        <p:spPr>
          <a:xfrm>
            <a:off x="7899961" y="5202754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椭圆 455">
            <a:extLst>
              <a:ext uri="{FF2B5EF4-FFF2-40B4-BE49-F238E27FC236}">
                <a16:creationId xmlns:a16="http://schemas.microsoft.com/office/drawing/2014/main" id="{A7A0B973-8638-4C2F-9CD4-77DD4122C0EF}"/>
              </a:ext>
            </a:extLst>
          </p:cNvPr>
          <p:cNvSpPr/>
          <p:nvPr/>
        </p:nvSpPr>
        <p:spPr>
          <a:xfrm>
            <a:off x="7907980" y="5624431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" name="矩形: 圆角 459">
            <a:extLst>
              <a:ext uri="{FF2B5EF4-FFF2-40B4-BE49-F238E27FC236}">
                <a16:creationId xmlns:a16="http://schemas.microsoft.com/office/drawing/2014/main" id="{82E580DA-6638-4F4C-AFA0-305FA1E3386F}"/>
              </a:ext>
            </a:extLst>
          </p:cNvPr>
          <p:cNvSpPr/>
          <p:nvPr/>
        </p:nvSpPr>
        <p:spPr>
          <a:xfrm>
            <a:off x="8814077" y="5138866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1" name="椭圆 460">
            <a:extLst>
              <a:ext uri="{FF2B5EF4-FFF2-40B4-BE49-F238E27FC236}">
                <a16:creationId xmlns:a16="http://schemas.microsoft.com/office/drawing/2014/main" id="{CD458D5C-72F0-49A9-A300-5812F9E08930}"/>
              </a:ext>
            </a:extLst>
          </p:cNvPr>
          <p:cNvSpPr/>
          <p:nvPr/>
        </p:nvSpPr>
        <p:spPr>
          <a:xfrm>
            <a:off x="8841151" y="5217373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椭圆 461">
            <a:extLst>
              <a:ext uri="{FF2B5EF4-FFF2-40B4-BE49-F238E27FC236}">
                <a16:creationId xmlns:a16="http://schemas.microsoft.com/office/drawing/2014/main" id="{CD2F7688-BF32-43F1-B0A5-65EC4F548BAB}"/>
              </a:ext>
            </a:extLst>
          </p:cNvPr>
          <p:cNvSpPr/>
          <p:nvPr/>
        </p:nvSpPr>
        <p:spPr>
          <a:xfrm>
            <a:off x="8850591" y="5632355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325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文本框 274">
            <a:extLst>
              <a:ext uri="{FF2B5EF4-FFF2-40B4-BE49-F238E27FC236}">
                <a16:creationId xmlns:a16="http://schemas.microsoft.com/office/drawing/2014/main" id="{839F95A2-26F8-4FAE-BD20-29A32088EAC4}"/>
              </a:ext>
            </a:extLst>
          </p:cNvPr>
          <p:cNvSpPr txBox="1"/>
          <p:nvPr/>
        </p:nvSpPr>
        <p:spPr>
          <a:xfrm>
            <a:off x="2534194" y="184666"/>
            <a:ext cx="7321336" cy="3600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350A4A7C-4AAD-4A95-8A2F-F97F65F3780B}"/>
              </a:ext>
            </a:extLst>
          </p:cNvPr>
          <p:cNvSpPr txBox="1"/>
          <p:nvPr/>
        </p:nvSpPr>
        <p:spPr>
          <a:xfrm>
            <a:off x="3311500" y="0"/>
            <a:ext cx="194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 regional ED</a:t>
            </a:r>
            <a:endParaRPr lang="zh-CN" altLang="en-US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C6FA4D9-A52E-41D0-A659-0ED5316662DE}"/>
              </a:ext>
            </a:extLst>
          </p:cNvPr>
          <p:cNvSpPr txBox="1"/>
          <p:nvPr/>
        </p:nvSpPr>
        <p:spPr>
          <a:xfrm>
            <a:off x="4050618" y="764777"/>
            <a:ext cx="10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Pathway 3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2658DDBE-8EA9-4EB8-A1D8-A9766096860F}"/>
              </a:ext>
            </a:extLst>
          </p:cNvPr>
          <p:cNvCxnSpPr>
            <a:cxnSpLocks/>
          </p:cNvCxnSpPr>
          <p:nvPr/>
        </p:nvCxnSpPr>
        <p:spPr>
          <a:xfrm flipV="1">
            <a:off x="4143852" y="1070752"/>
            <a:ext cx="2122036" cy="1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6F39EA92-1967-4676-98BE-042B939D0BCB}"/>
              </a:ext>
            </a:extLst>
          </p:cNvPr>
          <p:cNvSpPr/>
          <p:nvPr/>
        </p:nvSpPr>
        <p:spPr>
          <a:xfrm>
            <a:off x="7842719" y="631152"/>
            <a:ext cx="91752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245F916-9BB7-4AB9-81E3-CB62630DC98C}"/>
              </a:ext>
            </a:extLst>
          </p:cNvPr>
          <p:cNvSpPr txBox="1"/>
          <p:nvPr/>
        </p:nvSpPr>
        <p:spPr>
          <a:xfrm>
            <a:off x="4028504" y="1095552"/>
            <a:ext cx="2257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Naturalizing close-related species that are nonnative to region A and B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08B6EFC-CF5C-486B-93B6-0731C961613C}"/>
              </a:ext>
            </a:extLst>
          </p:cNvPr>
          <p:cNvSpPr txBox="1"/>
          <p:nvPr/>
        </p:nvSpPr>
        <p:spPr>
          <a:xfrm>
            <a:off x="2468795" y="334838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A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弧形 108">
            <a:extLst>
              <a:ext uri="{FF2B5EF4-FFF2-40B4-BE49-F238E27FC236}">
                <a16:creationId xmlns:a16="http://schemas.microsoft.com/office/drawing/2014/main" id="{BA80C8E1-888E-43F8-A191-C9C5BEFBC9C3}"/>
              </a:ext>
            </a:extLst>
          </p:cNvPr>
          <p:cNvSpPr/>
          <p:nvPr/>
        </p:nvSpPr>
        <p:spPr>
          <a:xfrm rot="314830">
            <a:off x="6039187" y="487163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F6E159A5-E117-4858-8F7F-87CBC8156149}"/>
              </a:ext>
            </a:extLst>
          </p:cNvPr>
          <p:cNvSpPr/>
          <p:nvPr/>
        </p:nvSpPr>
        <p:spPr>
          <a:xfrm>
            <a:off x="3557370" y="635849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4CC5942-8A57-4768-9972-54E551600DA5}"/>
              </a:ext>
            </a:extLst>
          </p:cNvPr>
          <p:cNvSpPr txBox="1"/>
          <p:nvPr/>
        </p:nvSpPr>
        <p:spPr>
          <a:xfrm>
            <a:off x="3320755" y="334838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B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E77DE59A-6E94-41F0-B562-8931BE969F0D}"/>
              </a:ext>
            </a:extLst>
          </p:cNvPr>
          <p:cNvSpPr/>
          <p:nvPr/>
        </p:nvSpPr>
        <p:spPr>
          <a:xfrm>
            <a:off x="6881470" y="658630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715DF5E3-A72F-4231-907A-9D514D0D906C}"/>
              </a:ext>
            </a:extLst>
          </p:cNvPr>
          <p:cNvSpPr/>
          <p:nvPr/>
        </p:nvSpPr>
        <p:spPr>
          <a:xfrm>
            <a:off x="2817653" y="635849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5E99729-B4A7-4530-B72F-8239F822F2BC}"/>
              </a:ext>
            </a:extLst>
          </p:cNvPr>
          <p:cNvSpPr/>
          <p:nvPr/>
        </p:nvSpPr>
        <p:spPr>
          <a:xfrm rot="15805182">
            <a:off x="7067546" y="494360"/>
            <a:ext cx="605488" cy="54083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0DA7BC7C-2D14-4609-B4C0-E0820DBAC685}"/>
              </a:ext>
            </a:extLst>
          </p:cNvPr>
          <p:cNvSpPr/>
          <p:nvPr/>
        </p:nvSpPr>
        <p:spPr>
          <a:xfrm>
            <a:off x="6356918" y="669764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5ECC859D-2926-4EAE-82DC-08165508B259}"/>
              </a:ext>
            </a:extLst>
          </p:cNvPr>
          <p:cNvSpPr/>
          <p:nvPr/>
        </p:nvSpPr>
        <p:spPr>
          <a:xfrm>
            <a:off x="8830056" y="631152"/>
            <a:ext cx="917523" cy="900000"/>
          </a:xfrm>
          <a:prstGeom prst="roundRect">
            <a:avLst/>
          </a:prstGeom>
          <a:noFill/>
          <a:ln w="19050"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D073A9D8-F412-41EE-A856-7CE88157D1DD}"/>
              </a:ext>
            </a:extLst>
          </p:cNvPr>
          <p:cNvCxnSpPr>
            <a:cxnSpLocks/>
          </p:cNvCxnSpPr>
          <p:nvPr/>
        </p:nvCxnSpPr>
        <p:spPr>
          <a:xfrm>
            <a:off x="7464787" y="1076349"/>
            <a:ext cx="304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2A1A5B3E-6122-4BAC-A9ED-39B53CE276CE}"/>
              </a:ext>
            </a:extLst>
          </p:cNvPr>
          <p:cNvSpPr txBox="1"/>
          <p:nvPr/>
        </p:nvSpPr>
        <p:spPr>
          <a:xfrm>
            <a:off x="3311500" y="0"/>
            <a:ext cx="194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Lose regional ED</a:t>
            </a:r>
            <a:endParaRPr lang="zh-CN" altLang="en-US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C229E79F-7B14-489E-A2B0-BDFDADDEB51E}"/>
              </a:ext>
            </a:extLst>
          </p:cNvPr>
          <p:cNvSpPr/>
          <p:nvPr/>
        </p:nvSpPr>
        <p:spPr>
          <a:xfrm>
            <a:off x="2860470" y="704782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F4664265-12F7-477C-97AD-7205CF93683A}"/>
              </a:ext>
            </a:extLst>
          </p:cNvPr>
          <p:cNvSpPr/>
          <p:nvPr/>
        </p:nvSpPr>
        <p:spPr>
          <a:xfrm>
            <a:off x="2868489" y="1126459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E10D3F19-D7F7-4F70-B0D3-FAA7641653EE}"/>
              </a:ext>
            </a:extLst>
          </p:cNvPr>
          <p:cNvSpPr/>
          <p:nvPr/>
        </p:nvSpPr>
        <p:spPr>
          <a:xfrm>
            <a:off x="3599147" y="704782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F2756F05-6391-4041-84FB-FF4ADC886ACD}"/>
              </a:ext>
            </a:extLst>
          </p:cNvPr>
          <p:cNvSpPr/>
          <p:nvPr/>
        </p:nvSpPr>
        <p:spPr>
          <a:xfrm>
            <a:off x="3608587" y="1119764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46F67C21-6F34-48D9-B621-C9D2292A8859}"/>
              </a:ext>
            </a:extLst>
          </p:cNvPr>
          <p:cNvSpPr/>
          <p:nvPr/>
        </p:nvSpPr>
        <p:spPr>
          <a:xfrm>
            <a:off x="6395836" y="738910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2B65DAEE-4BC4-421B-A1CB-7586BE06BA7D}"/>
              </a:ext>
            </a:extLst>
          </p:cNvPr>
          <p:cNvSpPr/>
          <p:nvPr/>
        </p:nvSpPr>
        <p:spPr>
          <a:xfrm>
            <a:off x="6403855" y="1160587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A20E56FB-3CFF-47C3-A321-E926743275C7}"/>
              </a:ext>
            </a:extLst>
          </p:cNvPr>
          <p:cNvSpPr/>
          <p:nvPr/>
        </p:nvSpPr>
        <p:spPr>
          <a:xfrm>
            <a:off x="6908544" y="737137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947A34DA-D10F-4C51-A2C7-AD3E20743300}"/>
              </a:ext>
            </a:extLst>
          </p:cNvPr>
          <p:cNvSpPr/>
          <p:nvPr/>
        </p:nvSpPr>
        <p:spPr>
          <a:xfrm>
            <a:off x="6917984" y="1152119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24F623A3-ABF4-4355-A2EA-1D747037C6DB}"/>
              </a:ext>
            </a:extLst>
          </p:cNvPr>
          <p:cNvSpPr/>
          <p:nvPr/>
        </p:nvSpPr>
        <p:spPr>
          <a:xfrm>
            <a:off x="6012754" y="299120"/>
            <a:ext cx="359510" cy="359510"/>
          </a:xfrm>
          <a:prstGeom prst="ellipse">
            <a:avLst/>
          </a:prstGeom>
          <a:solidFill>
            <a:srgbClr val="DAB8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F6916AC9-BFA1-472E-A7F9-2980B4DCF88D}"/>
              </a:ext>
            </a:extLst>
          </p:cNvPr>
          <p:cNvSpPr/>
          <p:nvPr/>
        </p:nvSpPr>
        <p:spPr>
          <a:xfrm>
            <a:off x="7344309" y="279467"/>
            <a:ext cx="359510" cy="359510"/>
          </a:xfrm>
          <a:prstGeom prst="ellipse">
            <a:avLst/>
          </a:prstGeom>
          <a:solidFill>
            <a:srgbClr val="B5895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25427A26-AD79-4CA2-A559-58ECC237A02E}"/>
              </a:ext>
            </a:extLst>
          </p:cNvPr>
          <p:cNvSpPr/>
          <p:nvPr/>
        </p:nvSpPr>
        <p:spPr>
          <a:xfrm>
            <a:off x="8332129" y="901397"/>
            <a:ext cx="359510" cy="359510"/>
          </a:xfrm>
          <a:prstGeom prst="ellipse">
            <a:avLst/>
          </a:prstGeom>
          <a:solidFill>
            <a:srgbClr val="DAB8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941FF831-B92F-4D4A-99EF-149FF62F4E48}"/>
              </a:ext>
            </a:extLst>
          </p:cNvPr>
          <p:cNvSpPr/>
          <p:nvPr/>
        </p:nvSpPr>
        <p:spPr>
          <a:xfrm>
            <a:off x="7931766" y="695040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072654E6-4F41-4C3B-A871-F5BAFFB8640C}"/>
              </a:ext>
            </a:extLst>
          </p:cNvPr>
          <p:cNvSpPr/>
          <p:nvPr/>
        </p:nvSpPr>
        <p:spPr>
          <a:xfrm>
            <a:off x="7939785" y="1116717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664DA730-CB68-4D87-B4E7-8F2F59D55D39}"/>
              </a:ext>
            </a:extLst>
          </p:cNvPr>
          <p:cNvSpPr/>
          <p:nvPr/>
        </p:nvSpPr>
        <p:spPr>
          <a:xfrm>
            <a:off x="8900798" y="692813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2D81F3F7-77E7-4D87-8A84-6C18AA4765C8}"/>
              </a:ext>
            </a:extLst>
          </p:cNvPr>
          <p:cNvSpPr/>
          <p:nvPr/>
        </p:nvSpPr>
        <p:spPr>
          <a:xfrm>
            <a:off x="8910238" y="1107795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EDC7D4CF-0C92-4B70-890F-C55ECDD25E09}"/>
              </a:ext>
            </a:extLst>
          </p:cNvPr>
          <p:cNvSpPr/>
          <p:nvPr/>
        </p:nvSpPr>
        <p:spPr>
          <a:xfrm>
            <a:off x="9313886" y="877189"/>
            <a:ext cx="359510" cy="359510"/>
          </a:xfrm>
          <a:prstGeom prst="ellipse">
            <a:avLst/>
          </a:prstGeom>
          <a:solidFill>
            <a:srgbClr val="B5895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214D8E84-2AA6-4EF4-8415-FDEBCBDB3232}"/>
              </a:ext>
            </a:extLst>
          </p:cNvPr>
          <p:cNvSpPr txBox="1"/>
          <p:nvPr/>
        </p:nvSpPr>
        <p:spPr>
          <a:xfrm>
            <a:off x="4050618" y="2586952"/>
            <a:ext cx="10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Pathway 4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B36D9635-9DD7-4660-A4B7-70FE4F16C78D}"/>
              </a:ext>
            </a:extLst>
          </p:cNvPr>
          <p:cNvCxnSpPr>
            <a:cxnSpLocks/>
          </p:cNvCxnSpPr>
          <p:nvPr/>
        </p:nvCxnSpPr>
        <p:spPr>
          <a:xfrm flipV="1">
            <a:off x="4143852" y="2892927"/>
            <a:ext cx="2122036" cy="1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3E4E1F9-9365-4C6A-8FDA-EE14F913B44F}"/>
              </a:ext>
            </a:extLst>
          </p:cNvPr>
          <p:cNvSpPr txBox="1"/>
          <p:nvPr/>
        </p:nvSpPr>
        <p:spPr>
          <a:xfrm>
            <a:off x="4028504" y="2917727"/>
            <a:ext cx="225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Naturalizing species that are native in region A to B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85486A5-E605-4384-BCE6-27AB1284E14D}"/>
              </a:ext>
            </a:extLst>
          </p:cNvPr>
          <p:cNvSpPr txBox="1"/>
          <p:nvPr/>
        </p:nvSpPr>
        <p:spPr>
          <a:xfrm>
            <a:off x="2468795" y="2157013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A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BDB1C106-02E8-4A6F-9FC3-CE3F156FFF6C}"/>
              </a:ext>
            </a:extLst>
          </p:cNvPr>
          <p:cNvSpPr/>
          <p:nvPr/>
        </p:nvSpPr>
        <p:spPr>
          <a:xfrm>
            <a:off x="3557370" y="2458024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7FC6E811-D72F-4333-BBAE-2DE39176A7B1}"/>
              </a:ext>
            </a:extLst>
          </p:cNvPr>
          <p:cNvSpPr txBox="1"/>
          <p:nvPr/>
        </p:nvSpPr>
        <p:spPr>
          <a:xfrm>
            <a:off x="3320755" y="2157013"/>
            <a:ext cx="11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 Region B	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98566B5-F382-41C6-AC4D-5C2A2EC2D95C}"/>
              </a:ext>
            </a:extLst>
          </p:cNvPr>
          <p:cNvSpPr/>
          <p:nvPr/>
        </p:nvSpPr>
        <p:spPr>
          <a:xfrm>
            <a:off x="6881470" y="2480805"/>
            <a:ext cx="461183" cy="90000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7D21A41D-D66A-4E8A-AFAD-7483F0A87910}"/>
              </a:ext>
            </a:extLst>
          </p:cNvPr>
          <p:cNvSpPr/>
          <p:nvPr/>
        </p:nvSpPr>
        <p:spPr>
          <a:xfrm>
            <a:off x="2817653" y="2458024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681AC5A0-8F0C-4B29-82A5-856F9A49B215}"/>
              </a:ext>
            </a:extLst>
          </p:cNvPr>
          <p:cNvSpPr/>
          <p:nvPr/>
        </p:nvSpPr>
        <p:spPr>
          <a:xfrm>
            <a:off x="6356918" y="2491939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8E441BA7-D0B4-49FB-B766-AE0A2AAE95D7}"/>
              </a:ext>
            </a:extLst>
          </p:cNvPr>
          <p:cNvCxnSpPr>
            <a:cxnSpLocks/>
          </p:cNvCxnSpPr>
          <p:nvPr/>
        </p:nvCxnSpPr>
        <p:spPr>
          <a:xfrm>
            <a:off x="7464787" y="2898524"/>
            <a:ext cx="304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椭圆 146">
            <a:extLst>
              <a:ext uri="{FF2B5EF4-FFF2-40B4-BE49-F238E27FC236}">
                <a16:creationId xmlns:a16="http://schemas.microsoft.com/office/drawing/2014/main" id="{E021F295-7EF2-4D6E-A579-488DEF29BF31}"/>
              </a:ext>
            </a:extLst>
          </p:cNvPr>
          <p:cNvSpPr/>
          <p:nvPr/>
        </p:nvSpPr>
        <p:spPr>
          <a:xfrm>
            <a:off x="2860470" y="2526957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A7B750E-9369-4623-8E60-5CD929C5A932}"/>
              </a:ext>
            </a:extLst>
          </p:cNvPr>
          <p:cNvSpPr/>
          <p:nvPr/>
        </p:nvSpPr>
        <p:spPr>
          <a:xfrm>
            <a:off x="2868489" y="2948634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C8AB877C-ED44-4D8A-9F01-637D189230A9}"/>
              </a:ext>
            </a:extLst>
          </p:cNvPr>
          <p:cNvSpPr/>
          <p:nvPr/>
        </p:nvSpPr>
        <p:spPr>
          <a:xfrm>
            <a:off x="3599147" y="2526957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F1998B2F-B426-40CF-B45B-869348E66C78}"/>
              </a:ext>
            </a:extLst>
          </p:cNvPr>
          <p:cNvSpPr/>
          <p:nvPr/>
        </p:nvSpPr>
        <p:spPr>
          <a:xfrm>
            <a:off x="3608587" y="2941939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3789319C-A990-4AAB-9DA8-1F3F19762ED7}"/>
              </a:ext>
            </a:extLst>
          </p:cNvPr>
          <p:cNvSpPr/>
          <p:nvPr/>
        </p:nvSpPr>
        <p:spPr>
          <a:xfrm>
            <a:off x="6395836" y="2561085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3450EF64-5B7A-40CE-BD48-97625B414238}"/>
              </a:ext>
            </a:extLst>
          </p:cNvPr>
          <p:cNvSpPr/>
          <p:nvPr/>
        </p:nvSpPr>
        <p:spPr>
          <a:xfrm>
            <a:off x="6403855" y="2982762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65756E2F-D8B1-444F-9BE4-BF9266837BC2}"/>
              </a:ext>
            </a:extLst>
          </p:cNvPr>
          <p:cNvSpPr/>
          <p:nvPr/>
        </p:nvSpPr>
        <p:spPr>
          <a:xfrm>
            <a:off x="6908544" y="2559312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2843AEC6-A285-4F7B-85FB-0859B888B68A}"/>
              </a:ext>
            </a:extLst>
          </p:cNvPr>
          <p:cNvSpPr/>
          <p:nvPr/>
        </p:nvSpPr>
        <p:spPr>
          <a:xfrm>
            <a:off x="6917984" y="2974294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DE31E196-B212-430E-A656-18FA29C6F9DA}"/>
              </a:ext>
            </a:extLst>
          </p:cNvPr>
          <p:cNvCxnSpPr>
            <a:cxnSpLocks/>
            <a:stCxn id="151" idx="6"/>
          </p:cNvCxnSpPr>
          <p:nvPr/>
        </p:nvCxnSpPr>
        <p:spPr>
          <a:xfrm>
            <a:off x="6755346" y="2740840"/>
            <a:ext cx="200994" cy="261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BE50D65C-6FC8-468E-90AA-BEDA9A7159B3}"/>
              </a:ext>
            </a:extLst>
          </p:cNvPr>
          <p:cNvSpPr/>
          <p:nvPr/>
        </p:nvSpPr>
        <p:spPr>
          <a:xfrm>
            <a:off x="7846273" y="2467727"/>
            <a:ext cx="461183" cy="90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A7F035B8-197B-4C4E-B17D-5DF56E83F915}"/>
              </a:ext>
            </a:extLst>
          </p:cNvPr>
          <p:cNvSpPr/>
          <p:nvPr/>
        </p:nvSpPr>
        <p:spPr>
          <a:xfrm>
            <a:off x="7885191" y="2536873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34461D71-2BDC-49E1-A926-2FEE14CD4688}"/>
              </a:ext>
            </a:extLst>
          </p:cNvPr>
          <p:cNvSpPr/>
          <p:nvPr/>
        </p:nvSpPr>
        <p:spPr>
          <a:xfrm>
            <a:off x="7893210" y="2958550"/>
            <a:ext cx="359510" cy="359510"/>
          </a:xfrm>
          <a:prstGeom prst="ellipse">
            <a:avLst/>
          </a:prstGeom>
          <a:solidFill>
            <a:srgbClr val="93D6C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01B82B1A-6605-4BB2-8407-623595DA9E34}"/>
              </a:ext>
            </a:extLst>
          </p:cNvPr>
          <p:cNvSpPr/>
          <p:nvPr/>
        </p:nvSpPr>
        <p:spPr>
          <a:xfrm>
            <a:off x="8384698" y="2453327"/>
            <a:ext cx="917523" cy="900000"/>
          </a:xfrm>
          <a:prstGeom prst="roundRect">
            <a:avLst/>
          </a:prstGeom>
          <a:noFill/>
          <a:ln w="19050"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0" name="椭圆 249">
            <a:extLst>
              <a:ext uri="{FF2B5EF4-FFF2-40B4-BE49-F238E27FC236}">
                <a16:creationId xmlns:a16="http://schemas.microsoft.com/office/drawing/2014/main" id="{4309247B-04CB-4E50-B8D9-2F7B4414CC15}"/>
              </a:ext>
            </a:extLst>
          </p:cNvPr>
          <p:cNvSpPr/>
          <p:nvPr/>
        </p:nvSpPr>
        <p:spPr>
          <a:xfrm>
            <a:off x="8455440" y="2514988"/>
            <a:ext cx="359510" cy="359510"/>
          </a:xfrm>
          <a:prstGeom prst="ellipse">
            <a:avLst/>
          </a:prstGeom>
          <a:solidFill>
            <a:srgbClr val="195E4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B4995F74-99A9-4F7A-AC40-9F2A46DED392}"/>
              </a:ext>
            </a:extLst>
          </p:cNvPr>
          <p:cNvSpPr/>
          <p:nvPr/>
        </p:nvSpPr>
        <p:spPr>
          <a:xfrm>
            <a:off x="8464880" y="2929970"/>
            <a:ext cx="359510" cy="359510"/>
          </a:xfrm>
          <a:prstGeom prst="ellipse">
            <a:avLst/>
          </a:prstGeom>
          <a:solidFill>
            <a:srgbClr val="D1ED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ABB84071-B630-4491-9939-C30EF041B5F9}"/>
              </a:ext>
            </a:extLst>
          </p:cNvPr>
          <p:cNvSpPr/>
          <p:nvPr/>
        </p:nvSpPr>
        <p:spPr>
          <a:xfrm>
            <a:off x="8872453" y="2737972"/>
            <a:ext cx="359510" cy="359510"/>
          </a:xfrm>
          <a:prstGeom prst="ellipse">
            <a:avLst/>
          </a:prstGeom>
          <a:solidFill>
            <a:srgbClr val="0093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245320E-132E-4DC3-A13C-A96844C8824B}"/>
              </a:ext>
            </a:extLst>
          </p:cNvPr>
          <p:cNvGrpSpPr/>
          <p:nvPr/>
        </p:nvGrpSpPr>
        <p:grpSpPr>
          <a:xfrm>
            <a:off x="4220479" y="4029750"/>
            <a:ext cx="4576496" cy="2737953"/>
            <a:chOff x="4219407" y="4185203"/>
            <a:chExt cx="4576496" cy="2737953"/>
          </a:xfrm>
        </p:grpSpPr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839F95A2-26F8-4FAE-BD20-29A32088EAC4}"/>
                </a:ext>
              </a:extLst>
            </p:cNvPr>
            <p:cNvSpPr txBox="1"/>
            <p:nvPr/>
          </p:nvSpPr>
          <p:spPr>
            <a:xfrm>
              <a:off x="4259903" y="4295156"/>
              <a:ext cx="4536000" cy="2628000"/>
            </a:xfrm>
            <a:prstGeom prst="rect">
              <a:avLst/>
            </a:prstGeom>
            <a:noFill/>
            <a:ln w="12700">
              <a:solidFill>
                <a:srgbClr val="7D5AA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8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CC6FA4D9-A52E-41D0-A659-0ED5316662DE}"/>
                </a:ext>
              </a:extLst>
            </p:cNvPr>
            <p:cNvSpPr txBox="1"/>
            <p:nvPr/>
          </p:nvSpPr>
          <p:spPr>
            <a:xfrm>
              <a:off x="5198910" y="4638123"/>
              <a:ext cx="759483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5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2658DDBE-8EA9-4EB8-A1D8-A9766096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43" y="4819018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6F39EA92-1967-4676-98BE-042B939D0BCB}"/>
                </a:ext>
              </a:extLst>
            </p:cNvPr>
            <p:cNvSpPr/>
            <p:nvPr/>
          </p:nvSpPr>
          <p:spPr>
            <a:xfrm>
              <a:off x="7547070" y="4559123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245F916-9BB7-4AB9-81E3-CB62630DC98C}"/>
                </a:ext>
              </a:extLst>
            </p:cNvPr>
            <p:cNvSpPr txBox="1"/>
            <p:nvPr/>
          </p:nvSpPr>
          <p:spPr>
            <a:xfrm>
              <a:off x="5185216" y="4804049"/>
              <a:ext cx="1397916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close-related species that are nonnative to region A and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08B6EFC-CF5C-486B-93B6-0731C961613C}"/>
                </a:ext>
              </a:extLst>
            </p:cNvPr>
            <p:cNvSpPr txBox="1"/>
            <p:nvPr/>
          </p:nvSpPr>
          <p:spPr>
            <a:xfrm>
              <a:off x="4219407" y="4383939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弧形 108">
              <a:extLst>
                <a:ext uri="{FF2B5EF4-FFF2-40B4-BE49-F238E27FC236}">
                  <a16:creationId xmlns:a16="http://schemas.microsoft.com/office/drawing/2014/main" id="{BA80C8E1-888E-43F8-A191-C9C5BEFBC9C3}"/>
                </a:ext>
              </a:extLst>
            </p:cNvPr>
            <p:cNvSpPr/>
            <p:nvPr/>
          </p:nvSpPr>
          <p:spPr>
            <a:xfrm rot="314830">
              <a:off x="6430280" y="4473995"/>
              <a:ext cx="374933" cy="319745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F6E159A5-E117-4858-8F7F-87CBC8156149}"/>
                </a:ext>
              </a:extLst>
            </p:cNvPr>
            <p:cNvSpPr/>
            <p:nvPr/>
          </p:nvSpPr>
          <p:spPr>
            <a:xfrm>
              <a:off x="4893479" y="456190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14CC5942-8A57-4768-9972-54E551600DA5}"/>
                </a:ext>
              </a:extLst>
            </p:cNvPr>
            <p:cNvSpPr txBox="1"/>
            <p:nvPr/>
          </p:nvSpPr>
          <p:spPr>
            <a:xfrm>
              <a:off x="4746961" y="4383939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E77DE59A-6E94-41F0-B562-8931BE969F0D}"/>
                </a:ext>
              </a:extLst>
            </p:cNvPr>
            <p:cNvSpPr/>
            <p:nvPr/>
          </p:nvSpPr>
          <p:spPr>
            <a:xfrm>
              <a:off x="6951841" y="457536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715DF5E3-A72F-4231-907A-9D514D0D906C}"/>
                </a:ext>
              </a:extLst>
            </p:cNvPr>
            <p:cNvSpPr/>
            <p:nvPr/>
          </p:nvSpPr>
          <p:spPr>
            <a:xfrm>
              <a:off x="4435428" y="456190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4" name="弧形 113">
              <a:extLst>
                <a:ext uri="{FF2B5EF4-FFF2-40B4-BE49-F238E27FC236}">
                  <a16:creationId xmlns:a16="http://schemas.microsoft.com/office/drawing/2014/main" id="{75E99729-B4A7-4530-B72F-8239F822F2BC}"/>
                </a:ext>
              </a:extLst>
            </p:cNvPr>
            <p:cNvSpPr/>
            <p:nvPr/>
          </p:nvSpPr>
          <p:spPr>
            <a:xfrm rot="15805182">
              <a:off x="7055911" y="4470674"/>
              <a:ext cx="357970" cy="334897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0DA7BC7C-2D14-4609-B4C0-E0820DBAC685}"/>
                </a:ext>
              </a:extLst>
            </p:cNvPr>
            <p:cNvSpPr/>
            <p:nvPr/>
          </p:nvSpPr>
          <p:spPr>
            <a:xfrm>
              <a:off x="6627026" y="458195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ECC859D-2926-4EAE-82DC-08165508B259}"/>
                </a:ext>
              </a:extLst>
            </p:cNvPr>
            <p:cNvSpPr/>
            <p:nvPr/>
          </p:nvSpPr>
          <p:spPr>
            <a:xfrm>
              <a:off x="8158453" y="4559123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D073A9D8-F412-41EE-A856-7CE88157D1DD}"/>
                </a:ext>
              </a:extLst>
            </p:cNvPr>
            <p:cNvCxnSpPr>
              <a:cxnSpLocks/>
            </p:cNvCxnSpPr>
            <p:nvPr/>
          </p:nvCxnSpPr>
          <p:spPr>
            <a:xfrm>
              <a:off x="7313045" y="4822327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C229E79F-7B14-489E-A2B0-BDFDADDEB51E}"/>
                </a:ext>
              </a:extLst>
            </p:cNvPr>
            <p:cNvSpPr/>
            <p:nvPr/>
          </p:nvSpPr>
          <p:spPr>
            <a:xfrm>
              <a:off x="4475171" y="4602653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F4664265-12F7-477C-97AD-7205CF93683A}"/>
                </a:ext>
              </a:extLst>
            </p:cNvPr>
            <p:cNvSpPr/>
            <p:nvPr/>
          </p:nvSpPr>
          <p:spPr>
            <a:xfrm>
              <a:off x="4476279" y="4852812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E10D3F19-D7F7-4F70-B0D3-FAA7641653EE}"/>
                </a:ext>
              </a:extLst>
            </p:cNvPr>
            <p:cNvSpPr/>
            <p:nvPr/>
          </p:nvSpPr>
          <p:spPr>
            <a:xfrm>
              <a:off x="4928832" y="4602653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F2756F05-6391-4041-84FB-FF4ADC886ACD}"/>
                </a:ext>
              </a:extLst>
            </p:cNvPr>
            <p:cNvSpPr/>
            <p:nvPr/>
          </p:nvSpPr>
          <p:spPr>
            <a:xfrm>
              <a:off x="4934373" y="4847994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6F67C21-6F34-48D9-B621-C9D2292A8859}"/>
                </a:ext>
              </a:extLst>
            </p:cNvPr>
            <p:cNvSpPr/>
            <p:nvPr/>
          </p:nvSpPr>
          <p:spPr>
            <a:xfrm>
              <a:off x="6651125" y="462283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2B65DAEE-4BC4-421B-A1CB-7586BE06BA7D}"/>
                </a:ext>
              </a:extLst>
            </p:cNvPr>
            <p:cNvSpPr/>
            <p:nvPr/>
          </p:nvSpPr>
          <p:spPr>
            <a:xfrm>
              <a:off x="6656091" y="4872129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A20E56FB-3CFF-47C3-A321-E926743275C7}"/>
                </a:ext>
              </a:extLst>
            </p:cNvPr>
            <p:cNvSpPr/>
            <p:nvPr/>
          </p:nvSpPr>
          <p:spPr>
            <a:xfrm>
              <a:off x="6983354" y="4621782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947A34DA-D10F-4C51-A2C7-AD3E20743300}"/>
                </a:ext>
              </a:extLst>
            </p:cNvPr>
            <p:cNvSpPr/>
            <p:nvPr/>
          </p:nvSpPr>
          <p:spPr>
            <a:xfrm>
              <a:off x="6989200" y="4867123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4F623A3-ABF4-4355-A2EA-1D747037C6DB}"/>
                </a:ext>
              </a:extLst>
            </p:cNvPr>
            <p:cNvSpPr/>
            <p:nvPr/>
          </p:nvSpPr>
          <p:spPr>
            <a:xfrm>
              <a:off x="6413912" y="4362822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F6916AC9-BFA1-472E-A7F9-2980B4DCF88D}"/>
                </a:ext>
              </a:extLst>
            </p:cNvPr>
            <p:cNvSpPr/>
            <p:nvPr/>
          </p:nvSpPr>
          <p:spPr>
            <a:xfrm>
              <a:off x="7238442" y="4351203"/>
              <a:ext cx="198000" cy="198000"/>
            </a:xfrm>
            <a:prstGeom prst="ellipse">
              <a:avLst/>
            </a:prstGeom>
            <a:solidFill>
              <a:srgbClr val="B5895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25427A26-AD79-4CA2-A559-58ECC237A02E}"/>
                </a:ext>
              </a:extLst>
            </p:cNvPr>
            <p:cNvSpPr/>
            <p:nvPr/>
          </p:nvSpPr>
          <p:spPr>
            <a:xfrm>
              <a:off x="7850124" y="4718894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941FF831-B92F-4D4A-99EF-149FF62F4E48}"/>
                </a:ext>
              </a:extLst>
            </p:cNvPr>
            <p:cNvSpPr/>
            <p:nvPr/>
          </p:nvSpPr>
          <p:spPr>
            <a:xfrm>
              <a:off x="7602210" y="4596894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072654E6-4F41-4C3B-A871-F5BAFFB8640C}"/>
                </a:ext>
              </a:extLst>
            </p:cNvPr>
            <p:cNvSpPr/>
            <p:nvPr/>
          </p:nvSpPr>
          <p:spPr>
            <a:xfrm>
              <a:off x="7607176" y="4846193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664DA730-CB68-4D87-B4E7-8F2F59D55D39}"/>
                </a:ext>
              </a:extLst>
            </p:cNvPr>
            <p:cNvSpPr/>
            <p:nvPr/>
          </p:nvSpPr>
          <p:spPr>
            <a:xfrm>
              <a:off x="8202258" y="4595577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2D81F3F7-77E7-4D87-8A84-6C18AA4765C8}"/>
                </a:ext>
              </a:extLst>
            </p:cNvPr>
            <p:cNvSpPr/>
            <p:nvPr/>
          </p:nvSpPr>
          <p:spPr>
            <a:xfrm>
              <a:off x="8208103" y="4840918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EDC7D4CF-0C92-4B70-890F-C55ECDD25E09}"/>
                </a:ext>
              </a:extLst>
            </p:cNvPr>
            <p:cNvSpPr/>
            <p:nvPr/>
          </p:nvSpPr>
          <p:spPr>
            <a:xfrm>
              <a:off x="8458052" y="4704582"/>
              <a:ext cx="198000" cy="198000"/>
            </a:xfrm>
            <a:prstGeom prst="ellipse">
              <a:avLst/>
            </a:prstGeom>
            <a:solidFill>
              <a:srgbClr val="B5895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14D8E84-2AA6-4EF4-8415-FDEBCBDB3232}"/>
                </a:ext>
              </a:extLst>
            </p:cNvPr>
            <p:cNvSpPr txBox="1"/>
            <p:nvPr/>
          </p:nvSpPr>
          <p:spPr>
            <a:xfrm>
              <a:off x="5198910" y="5491672"/>
              <a:ext cx="954892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6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B36D9635-9DD7-4660-A4B7-70FE4F16C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43" y="5672566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3E4E1F9-9365-4C6A-8FDA-EE14F913B44F}"/>
                </a:ext>
              </a:extLst>
            </p:cNvPr>
            <p:cNvSpPr txBox="1"/>
            <p:nvPr/>
          </p:nvSpPr>
          <p:spPr>
            <a:xfrm>
              <a:off x="5185215" y="5657596"/>
              <a:ext cx="1541884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species that are native in region A to region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F85486A5-E605-4384-BCE6-27AB1284E14D}"/>
                </a:ext>
              </a:extLst>
            </p:cNvPr>
            <p:cNvSpPr txBox="1"/>
            <p:nvPr/>
          </p:nvSpPr>
          <p:spPr>
            <a:xfrm>
              <a:off x="4219407" y="5237487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DB1C106-02E8-4A6F-9FC3-CE3F156FFF6C}"/>
                </a:ext>
              </a:extLst>
            </p:cNvPr>
            <p:cNvSpPr/>
            <p:nvPr/>
          </p:nvSpPr>
          <p:spPr>
            <a:xfrm>
              <a:off x="4893479" y="541544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7FC6E811-D72F-4333-BBAE-2DE39176A7B1}"/>
                </a:ext>
              </a:extLst>
            </p:cNvPr>
            <p:cNvSpPr txBox="1"/>
            <p:nvPr/>
          </p:nvSpPr>
          <p:spPr>
            <a:xfrm>
              <a:off x="4746961" y="5237487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898566B5-F382-41C6-AC4D-5C2A2EC2D95C}"/>
                </a:ext>
              </a:extLst>
            </p:cNvPr>
            <p:cNvSpPr/>
            <p:nvPr/>
          </p:nvSpPr>
          <p:spPr>
            <a:xfrm>
              <a:off x="6951841" y="542891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7D21A41D-D66A-4E8A-AFAD-7483F0A87910}"/>
                </a:ext>
              </a:extLst>
            </p:cNvPr>
            <p:cNvSpPr/>
            <p:nvPr/>
          </p:nvSpPr>
          <p:spPr>
            <a:xfrm>
              <a:off x="4435428" y="541544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81AC5A0-8F0C-4B29-82A5-856F9A49B215}"/>
                </a:ext>
              </a:extLst>
            </p:cNvPr>
            <p:cNvSpPr/>
            <p:nvPr/>
          </p:nvSpPr>
          <p:spPr>
            <a:xfrm>
              <a:off x="6627026" y="543549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8E441BA7-D0B4-49FB-B766-AE0A2AAE95D7}"/>
                </a:ext>
              </a:extLst>
            </p:cNvPr>
            <p:cNvCxnSpPr>
              <a:cxnSpLocks/>
            </p:cNvCxnSpPr>
            <p:nvPr/>
          </p:nvCxnSpPr>
          <p:spPr>
            <a:xfrm>
              <a:off x="7313045" y="5675875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E021F295-7EF2-4D6E-A579-488DEF29BF31}"/>
                </a:ext>
              </a:extLst>
            </p:cNvPr>
            <p:cNvSpPr/>
            <p:nvPr/>
          </p:nvSpPr>
          <p:spPr>
            <a:xfrm>
              <a:off x="4471333" y="5456201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4A7B750E-9369-4623-8E60-5CD929C5A932}"/>
                </a:ext>
              </a:extLst>
            </p:cNvPr>
            <p:cNvSpPr/>
            <p:nvPr/>
          </p:nvSpPr>
          <p:spPr>
            <a:xfrm>
              <a:off x="4466907" y="5705501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C8AB877C-ED44-4D8A-9F01-637D189230A9}"/>
                </a:ext>
              </a:extLst>
            </p:cNvPr>
            <p:cNvSpPr/>
            <p:nvPr/>
          </p:nvSpPr>
          <p:spPr>
            <a:xfrm>
              <a:off x="4933858" y="5456201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F1998B2F-B426-40CF-B45B-869348E66C78}"/>
                </a:ext>
              </a:extLst>
            </p:cNvPr>
            <p:cNvSpPr/>
            <p:nvPr/>
          </p:nvSpPr>
          <p:spPr>
            <a:xfrm>
              <a:off x="4933858" y="5701543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3789319C-A990-4AAB-9DA8-1F3F19762ED7}"/>
                </a:ext>
              </a:extLst>
            </p:cNvPr>
            <p:cNvSpPr/>
            <p:nvPr/>
          </p:nvSpPr>
          <p:spPr>
            <a:xfrm>
              <a:off x="6651125" y="5476378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450EF64-5B7A-40CE-BD48-97625B414238}"/>
                </a:ext>
              </a:extLst>
            </p:cNvPr>
            <p:cNvSpPr/>
            <p:nvPr/>
          </p:nvSpPr>
          <p:spPr>
            <a:xfrm>
              <a:off x="6656091" y="5725677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65756E2F-D8B1-444F-9BE4-BF9266837BC2}"/>
                </a:ext>
              </a:extLst>
            </p:cNvPr>
            <p:cNvSpPr/>
            <p:nvPr/>
          </p:nvSpPr>
          <p:spPr>
            <a:xfrm>
              <a:off x="6983354" y="5475330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2843AEC6-A285-4F7B-85FB-0859B888B68A}"/>
                </a:ext>
              </a:extLst>
            </p:cNvPr>
            <p:cNvSpPr/>
            <p:nvPr/>
          </p:nvSpPr>
          <p:spPr>
            <a:xfrm>
              <a:off x="6989200" y="572067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DE31E196-B212-430E-A656-18FA29C6F9DA}"/>
                </a:ext>
              </a:extLst>
            </p:cNvPr>
            <p:cNvCxnSpPr>
              <a:cxnSpLocks/>
            </p:cNvCxnSpPr>
            <p:nvPr/>
          </p:nvCxnSpPr>
          <p:spPr>
            <a:xfrm>
              <a:off x="6860345" y="5592208"/>
              <a:ext cx="149077" cy="14400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矩形: 圆角 245">
              <a:extLst>
                <a:ext uri="{FF2B5EF4-FFF2-40B4-BE49-F238E27FC236}">
                  <a16:creationId xmlns:a16="http://schemas.microsoft.com/office/drawing/2014/main" id="{BE50D65C-6FC8-468E-90AA-BEDA9A7159B3}"/>
                </a:ext>
              </a:extLst>
            </p:cNvPr>
            <p:cNvSpPr/>
            <p:nvPr/>
          </p:nvSpPr>
          <p:spPr>
            <a:xfrm>
              <a:off x="7549271" y="5421184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A7F035B8-197B-4C4E-B17D-5DF56E83F915}"/>
                </a:ext>
              </a:extLst>
            </p:cNvPr>
            <p:cNvSpPr/>
            <p:nvPr/>
          </p:nvSpPr>
          <p:spPr>
            <a:xfrm>
              <a:off x="7573370" y="5462064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34461D71-2BDC-49E1-A926-2FEE14CD4688}"/>
                </a:ext>
              </a:extLst>
            </p:cNvPr>
            <p:cNvSpPr/>
            <p:nvPr/>
          </p:nvSpPr>
          <p:spPr>
            <a:xfrm>
              <a:off x="7578335" y="5711363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01B82B1A-6605-4BB2-8407-623595DA9E34}"/>
                </a:ext>
              </a:extLst>
            </p:cNvPr>
            <p:cNvSpPr/>
            <p:nvPr/>
          </p:nvSpPr>
          <p:spPr>
            <a:xfrm>
              <a:off x="7882676" y="5412671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4309247B-04CB-4E50-B8D9-2F7B4414CC15}"/>
                </a:ext>
              </a:extLst>
            </p:cNvPr>
            <p:cNvSpPr/>
            <p:nvPr/>
          </p:nvSpPr>
          <p:spPr>
            <a:xfrm>
              <a:off x="7926481" y="5449125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B4995F74-99A9-4F7A-AC40-9F2A46DED392}"/>
                </a:ext>
              </a:extLst>
            </p:cNvPr>
            <p:cNvSpPr/>
            <p:nvPr/>
          </p:nvSpPr>
          <p:spPr>
            <a:xfrm>
              <a:off x="7932327" y="5694466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ABB84071-B630-4491-9939-C30EF041B5F9}"/>
                </a:ext>
              </a:extLst>
            </p:cNvPr>
            <p:cNvSpPr/>
            <p:nvPr/>
          </p:nvSpPr>
          <p:spPr>
            <a:xfrm>
              <a:off x="8184706" y="5580955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7314F398-A9EF-4E10-B5C0-D6AE17C4037F}"/>
                </a:ext>
              </a:extLst>
            </p:cNvPr>
            <p:cNvCxnSpPr>
              <a:cxnSpLocks/>
            </p:cNvCxnSpPr>
            <p:nvPr/>
          </p:nvCxnSpPr>
          <p:spPr>
            <a:xfrm rot="1260000">
              <a:off x="6784188" y="4609159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C193876F-AE12-447F-9FB5-BC5D4B41B17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7040513" y="4590204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024C0B69-C971-41CB-8D4C-85721BA42CCC}"/>
                </a:ext>
              </a:extLst>
            </p:cNvPr>
            <p:cNvSpPr txBox="1"/>
            <p:nvPr/>
          </p:nvSpPr>
          <p:spPr>
            <a:xfrm>
              <a:off x="5210962" y="6290069"/>
              <a:ext cx="786142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7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816EBC96-07C5-4943-A961-20579F929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8695" y="6470965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50B2A271-A1F3-4BA3-A2B5-168ACDFB9186}"/>
                </a:ext>
              </a:extLst>
            </p:cNvPr>
            <p:cNvSpPr/>
            <p:nvPr/>
          </p:nvSpPr>
          <p:spPr>
            <a:xfrm>
              <a:off x="7559122" y="6211069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61CC039C-52B7-4339-AF71-8B1C3F72859C}"/>
                </a:ext>
              </a:extLst>
            </p:cNvPr>
            <p:cNvSpPr txBox="1"/>
            <p:nvPr/>
          </p:nvSpPr>
          <p:spPr>
            <a:xfrm>
              <a:off x="5197267" y="6455995"/>
              <a:ext cx="1551063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nonnative species that are closely related to region B to region A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B9903FF8-426E-455D-B161-FCBD7F8EB379}"/>
                </a:ext>
              </a:extLst>
            </p:cNvPr>
            <p:cNvSpPr txBox="1"/>
            <p:nvPr/>
          </p:nvSpPr>
          <p:spPr>
            <a:xfrm>
              <a:off x="4231459" y="6021138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弧形 236">
              <a:extLst>
                <a:ext uri="{FF2B5EF4-FFF2-40B4-BE49-F238E27FC236}">
                  <a16:creationId xmlns:a16="http://schemas.microsoft.com/office/drawing/2014/main" id="{7F75A041-873B-4EF5-92A1-73F8A705AEE1}"/>
                </a:ext>
              </a:extLst>
            </p:cNvPr>
            <p:cNvSpPr/>
            <p:nvPr/>
          </p:nvSpPr>
          <p:spPr>
            <a:xfrm rot="314830">
              <a:off x="6442332" y="6125942"/>
              <a:ext cx="374933" cy="319745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41" name="矩形: 圆角 240">
              <a:extLst>
                <a:ext uri="{FF2B5EF4-FFF2-40B4-BE49-F238E27FC236}">
                  <a16:creationId xmlns:a16="http://schemas.microsoft.com/office/drawing/2014/main" id="{F7282A57-73A2-4714-A052-ABC93B5EFC4D}"/>
                </a:ext>
              </a:extLst>
            </p:cNvPr>
            <p:cNvSpPr/>
            <p:nvPr/>
          </p:nvSpPr>
          <p:spPr>
            <a:xfrm>
              <a:off x="4905531" y="621384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12CBD059-CB78-444D-A20E-53AB1ECF5290}"/>
                </a:ext>
              </a:extLst>
            </p:cNvPr>
            <p:cNvSpPr txBox="1"/>
            <p:nvPr/>
          </p:nvSpPr>
          <p:spPr>
            <a:xfrm>
              <a:off x="4759013" y="6021138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71D9765F-A0E8-4F50-972B-D158D227F767}"/>
                </a:ext>
              </a:extLst>
            </p:cNvPr>
            <p:cNvSpPr/>
            <p:nvPr/>
          </p:nvSpPr>
          <p:spPr>
            <a:xfrm>
              <a:off x="6963894" y="6227314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67" name="矩形: 圆角 266">
              <a:extLst>
                <a:ext uri="{FF2B5EF4-FFF2-40B4-BE49-F238E27FC236}">
                  <a16:creationId xmlns:a16="http://schemas.microsoft.com/office/drawing/2014/main" id="{DDC13B05-AB32-4E12-8BF5-1C1BF2D04FC2}"/>
                </a:ext>
              </a:extLst>
            </p:cNvPr>
            <p:cNvSpPr/>
            <p:nvPr/>
          </p:nvSpPr>
          <p:spPr>
            <a:xfrm>
              <a:off x="4447480" y="621384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68" name="矩形: 圆角 267">
              <a:extLst>
                <a:ext uri="{FF2B5EF4-FFF2-40B4-BE49-F238E27FC236}">
                  <a16:creationId xmlns:a16="http://schemas.microsoft.com/office/drawing/2014/main" id="{488983D1-B42D-4B70-8F1C-C213079D61CB}"/>
                </a:ext>
              </a:extLst>
            </p:cNvPr>
            <p:cNvSpPr/>
            <p:nvPr/>
          </p:nvSpPr>
          <p:spPr>
            <a:xfrm>
              <a:off x="6639078" y="6233897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A87D40BC-8B67-498F-86EF-C0BCECE0E858}"/>
                </a:ext>
              </a:extLst>
            </p:cNvPr>
            <p:cNvCxnSpPr>
              <a:cxnSpLocks/>
            </p:cNvCxnSpPr>
            <p:nvPr/>
          </p:nvCxnSpPr>
          <p:spPr>
            <a:xfrm>
              <a:off x="7325098" y="6474274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E257824F-AE32-4185-97B6-EB0681248E86}"/>
                </a:ext>
              </a:extLst>
            </p:cNvPr>
            <p:cNvSpPr/>
            <p:nvPr/>
          </p:nvSpPr>
          <p:spPr>
            <a:xfrm>
              <a:off x="4487754" y="625460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29AE4044-04C9-4943-B77A-6856CEB6FE7E}"/>
                </a:ext>
              </a:extLst>
            </p:cNvPr>
            <p:cNvSpPr/>
            <p:nvPr/>
          </p:nvSpPr>
          <p:spPr>
            <a:xfrm>
              <a:off x="4487754" y="6502824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43B38914-BAD7-46EE-9212-E3EC51739EF9}"/>
                </a:ext>
              </a:extLst>
            </p:cNvPr>
            <p:cNvSpPr/>
            <p:nvPr/>
          </p:nvSpPr>
          <p:spPr>
            <a:xfrm>
              <a:off x="4931400" y="6254600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6D7CE2E0-2AF6-4522-A44D-470B91A2D23B}"/>
                </a:ext>
              </a:extLst>
            </p:cNvPr>
            <p:cNvSpPr/>
            <p:nvPr/>
          </p:nvSpPr>
          <p:spPr>
            <a:xfrm>
              <a:off x="4937246" y="649994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DDABB880-C23B-4E99-AC26-9A38F258BF26}"/>
                </a:ext>
              </a:extLst>
            </p:cNvPr>
            <p:cNvSpPr/>
            <p:nvPr/>
          </p:nvSpPr>
          <p:spPr>
            <a:xfrm>
              <a:off x="6680912" y="6290069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DE820ADC-4880-484C-91E4-8F270B0CCA8B}"/>
                </a:ext>
              </a:extLst>
            </p:cNvPr>
            <p:cNvSpPr/>
            <p:nvPr/>
          </p:nvSpPr>
          <p:spPr>
            <a:xfrm>
              <a:off x="6687550" y="6515385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267F0EEB-E4F9-402C-8A38-704DF38D4E9C}"/>
                </a:ext>
              </a:extLst>
            </p:cNvPr>
            <p:cNvSpPr/>
            <p:nvPr/>
          </p:nvSpPr>
          <p:spPr>
            <a:xfrm>
              <a:off x="7005624" y="6291854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A941B21B-1F13-4DE2-B867-1996F13127CF}"/>
                </a:ext>
              </a:extLst>
            </p:cNvPr>
            <p:cNvSpPr/>
            <p:nvPr/>
          </p:nvSpPr>
          <p:spPr>
            <a:xfrm>
              <a:off x="7005624" y="6524557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08D2F21B-3F35-4783-843D-C0A7E37A2EB4}"/>
                </a:ext>
              </a:extLst>
            </p:cNvPr>
            <p:cNvSpPr/>
            <p:nvPr/>
          </p:nvSpPr>
          <p:spPr>
            <a:xfrm>
              <a:off x="6425964" y="6014769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2DAC2C93-6C7A-4C22-9F2A-372055001E19}"/>
                </a:ext>
              </a:extLst>
            </p:cNvPr>
            <p:cNvSpPr/>
            <p:nvPr/>
          </p:nvSpPr>
          <p:spPr>
            <a:xfrm>
              <a:off x="7862177" y="6370840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66132FAA-50F0-4C8F-BB86-280AC790756F}"/>
                </a:ext>
              </a:extLst>
            </p:cNvPr>
            <p:cNvSpPr/>
            <p:nvPr/>
          </p:nvSpPr>
          <p:spPr>
            <a:xfrm>
              <a:off x="7614262" y="624884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DE09801B-94F5-4F01-B145-15BBD8A41330}"/>
                </a:ext>
              </a:extLst>
            </p:cNvPr>
            <p:cNvSpPr/>
            <p:nvPr/>
          </p:nvSpPr>
          <p:spPr>
            <a:xfrm>
              <a:off x="7619228" y="6498139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807EFB9D-EB9F-4790-9843-C75B64BA9C58}"/>
                </a:ext>
              </a:extLst>
            </p:cNvPr>
            <p:cNvSpPr/>
            <p:nvPr/>
          </p:nvSpPr>
          <p:spPr>
            <a:xfrm>
              <a:off x="8180305" y="6211069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7F5768DD-3414-4ACD-A4EC-5F1AA96652F0}"/>
                </a:ext>
              </a:extLst>
            </p:cNvPr>
            <p:cNvSpPr/>
            <p:nvPr/>
          </p:nvSpPr>
          <p:spPr>
            <a:xfrm>
              <a:off x="8211818" y="6257483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A1A5B3E-6122-4BAC-A9ED-39B53CE276CE}"/>
                </a:ext>
              </a:extLst>
            </p:cNvPr>
            <p:cNvSpPr txBox="1"/>
            <p:nvPr/>
          </p:nvSpPr>
          <p:spPr>
            <a:xfrm>
              <a:off x="4722226" y="4185203"/>
              <a:ext cx="972000" cy="21835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rgbClr val="7D5AA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Lose regional ED</a:t>
              </a:r>
              <a:endParaRPr lang="zh-CN" altLang="en-US" sz="800" dirty="0">
                <a:solidFill>
                  <a:srgbClr val="7D5AA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00EF3107-96BD-481B-AB69-B7E75A3DD983}"/>
                </a:ext>
              </a:extLst>
            </p:cNvPr>
            <p:cNvSpPr/>
            <p:nvPr/>
          </p:nvSpPr>
          <p:spPr>
            <a:xfrm>
              <a:off x="8217663" y="6502824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E296C4CF-698F-47E0-A867-212997DC6B78}"/>
                </a:ext>
              </a:extLst>
            </p:cNvPr>
            <p:cNvCxnSpPr>
              <a:cxnSpLocks/>
            </p:cNvCxnSpPr>
            <p:nvPr/>
          </p:nvCxnSpPr>
          <p:spPr>
            <a:xfrm rot="1260000">
              <a:off x="6795559" y="6265990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BC38956-C819-4049-A8FB-FD9EA2C0EE5A}"/>
              </a:ext>
            </a:extLst>
          </p:cNvPr>
          <p:cNvGrpSpPr/>
          <p:nvPr/>
        </p:nvGrpSpPr>
        <p:grpSpPr>
          <a:xfrm>
            <a:off x="4190773" y="2119250"/>
            <a:ext cx="4607826" cy="1936003"/>
            <a:chOff x="4190773" y="2144648"/>
            <a:chExt cx="4607826" cy="1936003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7B32C73-3265-48FE-ABBF-14198357112E}"/>
                </a:ext>
              </a:extLst>
            </p:cNvPr>
            <p:cNvSpPr txBox="1"/>
            <p:nvPr/>
          </p:nvSpPr>
          <p:spPr>
            <a:xfrm>
              <a:off x="4262599" y="2244651"/>
              <a:ext cx="4536000" cy="18360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8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AFB81A5-5ADA-45C7-9847-48790AAF1CB4}"/>
                </a:ext>
              </a:extLst>
            </p:cNvPr>
            <p:cNvGrpSpPr/>
            <p:nvPr/>
          </p:nvGrpSpPr>
          <p:grpSpPr>
            <a:xfrm>
              <a:off x="4190773" y="2144648"/>
              <a:ext cx="4507198" cy="1925664"/>
              <a:chOff x="4190773" y="2144648"/>
              <a:chExt cx="4507198" cy="1925664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E79E4A-306E-4D69-BB6E-F26021C2A4C1}"/>
                  </a:ext>
                </a:extLst>
              </p:cNvPr>
              <p:cNvSpPr txBox="1"/>
              <p:nvPr/>
            </p:nvSpPr>
            <p:spPr>
              <a:xfrm>
                <a:off x="5170275" y="2582198"/>
                <a:ext cx="786143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Pathway 3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304FA978-B5D7-4FC4-A7CB-D6B02E4C37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8009" y="2763094"/>
                <a:ext cx="1314016" cy="6149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6572944C-8C05-48C1-A5BA-94C7D4B37D6F}"/>
                  </a:ext>
                </a:extLst>
              </p:cNvPr>
              <p:cNvSpPr/>
              <p:nvPr/>
            </p:nvSpPr>
            <p:spPr>
              <a:xfrm>
                <a:off x="7518436" y="2503198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4BD7FF2-1C10-4065-A5E4-7D4219D8511F}"/>
                  </a:ext>
                </a:extLst>
              </p:cNvPr>
              <p:cNvSpPr txBox="1"/>
              <p:nvPr/>
            </p:nvSpPr>
            <p:spPr>
              <a:xfrm>
                <a:off x="5156582" y="2743891"/>
                <a:ext cx="1424681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Naturalizing distant-related species that are nonnative to region A and B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1BDF973-80DC-474E-B734-C8EBDD891E23}"/>
                  </a:ext>
                </a:extLst>
              </p:cNvPr>
              <p:cNvSpPr txBox="1"/>
              <p:nvPr/>
            </p:nvSpPr>
            <p:spPr>
              <a:xfrm>
                <a:off x="4190773" y="2328015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A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弧形 68">
                <a:extLst>
                  <a:ext uri="{FF2B5EF4-FFF2-40B4-BE49-F238E27FC236}">
                    <a16:creationId xmlns:a16="http://schemas.microsoft.com/office/drawing/2014/main" id="{6D83D481-51B1-46DC-AAAF-B00E5787AE10}"/>
                  </a:ext>
                </a:extLst>
              </p:cNvPr>
              <p:cNvSpPr/>
              <p:nvPr/>
            </p:nvSpPr>
            <p:spPr>
              <a:xfrm rot="314830">
                <a:off x="6401646" y="2418071"/>
                <a:ext cx="374933" cy="319745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F1669A20-1FC8-494E-B657-A61CF2174E0D}"/>
                  </a:ext>
                </a:extLst>
              </p:cNvPr>
              <p:cNvSpPr/>
              <p:nvPr/>
            </p:nvSpPr>
            <p:spPr>
              <a:xfrm>
                <a:off x="4864845" y="250597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7AE9C0F-204A-4115-BABB-FA4DC8849E12}"/>
                  </a:ext>
                </a:extLst>
              </p:cNvPr>
              <p:cNvSpPr txBox="1"/>
              <p:nvPr/>
            </p:nvSpPr>
            <p:spPr>
              <a:xfrm>
                <a:off x="4680118" y="232792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B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25AC4764-C903-41B4-B177-B17BCC15FD5F}"/>
                  </a:ext>
                </a:extLst>
              </p:cNvPr>
              <p:cNvSpPr/>
              <p:nvPr/>
            </p:nvSpPr>
            <p:spPr>
              <a:xfrm>
                <a:off x="6923208" y="2519444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23C6F6E6-F6B8-4029-AEF2-47AD5FC969F7}"/>
                  </a:ext>
                </a:extLst>
              </p:cNvPr>
              <p:cNvSpPr/>
              <p:nvPr/>
            </p:nvSpPr>
            <p:spPr>
              <a:xfrm>
                <a:off x="4406794" y="250597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74" name="弧形 73">
                <a:extLst>
                  <a:ext uri="{FF2B5EF4-FFF2-40B4-BE49-F238E27FC236}">
                    <a16:creationId xmlns:a16="http://schemas.microsoft.com/office/drawing/2014/main" id="{025DD51C-6852-44CD-8B11-A1BB6AD757F7}"/>
                  </a:ext>
                </a:extLst>
              </p:cNvPr>
              <p:cNvSpPr/>
              <p:nvPr/>
            </p:nvSpPr>
            <p:spPr>
              <a:xfrm rot="15805182">
                <a:off x="7038565" y="2420339"/>
                <a:ext cx="357970" cy="334897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A785F47E-6A71-49F8-975F-3D20354940AE}"/>
                  </a:ext>
                </a:extLst>
              </p:cNvPr>
              <p:cNvSpPr/>
              <p:nvPr/>
            </p:nvSpPr>
            <p:spPr>
              <a:xfrm>
                <a:off x="6598392" y="2526026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B35A95D7-7B55-4755-A761-AF0284B439C8}"/>
                  </a:ext>
                </a:extLst>
              </p:cNvPr>
              <p:cNvSpPr/>
              <p:nvPr/>
            </p:nvSpPr>
            <p:spPr>
              <a:xfrm>
                <a:off x="8129819" y="2503198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FB75786E-3308-411F-9CC6-B0733D7593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4412" y="2766403"/>
                <a:ext cx="188395" cy="0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B53C622-C367-4FBD-8C51-34F1B8E4E9D7}"/>
                  </a:ext>
                </a:extLst>
              </p:cNvPr>
              <p:cNvSpPr txBox="1"/>
              <p:nvPr/>
            </p:nvSpPr>
            <p:spPr>
              <a:xfrm>
                <a:off x="4712596" y="2144648"/>
                <a:ext cx="1008000" cy="21835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Gain regional ED</a:t>
                </a:r>
                <a:endParaRPr lang="zh-CN" altLang="en-US" sz="8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05DE83E6-E970-4EBA-B849-E6504AEC08F8}"/>
                  </a:ext>
                </a:extLst>
              </p:cNvPr>
              <p:cNvSpPr/>
              <p:nvPr/>
            </p:nvSpPr>
            <p:spPr>
              <a:xfrm>
                <a:off x="4443863" y="254672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68FF5B5D-905D-4361-91F4-205D087DDDFE}"/>
                  </a:ext>
                </a:extLst>
              </p:cNvPr>
              <p:cNvSpPr/>
              <p:nvPr/>
            </p:nvSpPr>
            <p:spPr>
              <a:xfrm>
                <a:off x="4447068" y="2795305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DAAF6CBE-8244-4D97-ABE2-FC7C4EEF6611}"/>
                  </a:ext>
                </a:extLst>
              </p:cNvPr>
              <p:cNvSpPr/>
              <p:nvPr/>
            </p:nvSpPr>
            <p:spPr>
              <a:xfrm>
                <a:off x="4895830" y="2546729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CEF5DA3C-B8AB-41A4-8177-1934F1FBD66E}"/>
                  </a:ext>
                </a:extLst>
              </p:cNvPr>
              <p:cNvSpPr/>
              <p:nvPr/>
            </p:nvSpPr>
            <p:spPr>
              <a:xfrm>
                <a:off x="4896560" y="2792070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6AB4B992-62AC-4B76-871C-1E06ACF4BC01}"/>
                  </a:ext>
                </a:extLst>
              </p:cNvPr>
              <p:cNvSpPr/>
              <p:nvPr/>
            </p:nvSpPr>
            <p:spPr>
              <a:xfrm>
                <a:off x="6627457" y="2565858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BE04EEAA-DBAF-474C-A74C-8638647B620A}"/>
                  </a:ext>
                </a:extLst>
              </p:cNvPr>
              <p:cNvSpPr/>
              <p:nvPr/>
            </p:nvSpPr>
            <p:spPr>
              <a:xfrm>
                <a:off x="6627457" y="2816205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380CC532-292E-4125-8EE5-FA6521F9E2C5}"/>
                  </a:ext>
                </a:extLst>
              </p:cNvPr>
              <p:cNvSpPr/>
              <p:nvPr/>
            </p:nvSpPr>
            <p:spPr>
              <a:xfrm>
                <a:off x="6958515" y="2565858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5B35B762-DAA2-4A7E-A5E8-0F9277FE5443}"/>
                  </a:ext>
                </a:extLst>
              </p:cNvPr>
              <p:cNvSpPr/>
              <p:nvPr/>
            </p:nvSpPr>
            <p:spPr>
              <a:xfrm>
                <a:off x="6960566" y="2811199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5AADB3F7-813C-440B-803D-170A2566B0AE}"/>
                  </a:ext>
                </a:extLst>
              </p:cNvPr>
              <p:cNvSpPr/>
              <p:nvPr/>
            </p:nvSpPr>
            <p:spPr>
              <a:xfrm>
                <a:off x="6385278" y="2306898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49877608-87D1-4C74-89E5-FA4D52049F81}"/>
                  </a:ext>
                </a:extLst>
              </p:cNvPr>
              <p:cNvSpPr/>
              <p:nvPr/>
            </p:nvSpPr>
            <p:spPr>
              <a:xfrm>
                <a:off x="7209809" y="2295279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10CB238D-A508-4950-9CD3-932823BB66BC}"/>
                  </a:ext>
                </a:extLst>
              </p:cNvPr>
              <p:cNvSpPr/>
              <p:nvPr/>
            </p:nvSpPr>
            <p:spPr>
              <a:xfrm>
                <a:off x="7821491" y="266297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90E74566-0C54-4868-B61A-EBB19AA00E09}"/>
                  </a:ext>
                </a:extLst>
              </p:cNvPr>
              <p:cNvSpPr/>
              <p:nvPr/>
            </p:nvSpPr>
            <p:spPr>
              <a:xfrm>
                <a:off x="7573576" y="254096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F42503A4-78BB-4F29-B9A3-E116C871909A}"/>
                  </a:ext>
                </a:extLst>
              </p:cNvPr>
              <p:cNvSpPr/>
              <p:nvPr/>
            </p:nvSpPr>
            <p:spPr>
              <a:xfrm>
                <a:off x="7578542" y="2790269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A17FCBD4-C5C7-40C4-BAB3-194C81C65108}"/>
                  </a:ext>
                </a:extLst>
              </p:cNvPr>
              <p:cNvSpPr/>
              <p:nvPr/>
            </p:nvSpPr>
            <p:spPr>
              <a:xfrm>
                <a:off x="8173624" y="2539653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4F13A97B-CE2D-46BB-A347-C455E104F49B}"/>
                  </a:ext>
                </a:extLst>
              </p:cNvPr>
              <p:cNvSpPr/>
              <p:nvPr/>
            </p:nvSpPr>
            <p:spPr>
              <a:xfrm>
                <a:off x="8179470" y="2784994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02404D71-6968-4A22-B5DA-E097347099E6}"/>
                  </a:ext>
                </a:extLst>
              </p:cNvPr>
              <p:cNvSpPr/>
              <p:nvPr/>
            </p:nvSpPr>
            <p:spPr>
              <a:xfrm>
                <a:off x="8429418" y="2648658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A37C3D3-BD3A-4C05-B14D-BE250B6E8733}"/>
                  </a:ext>
                </a:extLst>
              </p:cNvPr>
              <p:cNvSpPr txBox="1"/>
              <p:nvPr/>
            </p:nvSpPr>
            <p:spPr>
              <a:xfrm>
                <a:off x="5170276" y="3455200"/>
                <a:ext cx="786142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Pathway 4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E94CF559-8734-46A8-B251-9C74579CC1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8009" y="3636096"/>
                <a:ext cx="1314016" cy="6149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94B43986-F774-4E8E-8D09-A77E65DDFD94}"/>
                  </a:ext>
                </a:extLst>
              </p:cNvPr>
              <p:cNvSpPr/>
              <p:nvPr/>
            </p:nvSpPr>
            <p:spPr>
              <a:xfrm>
                <a:off x="7518436" y="3376200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B37C0B3E-DB92-4232-81DA-F052A41F617C}"/>
                  </a:ext>
                </a:extLst>
              </p:cNvPr>
              <p:cNvSpPr txBox="1"/>
              <p:nvPr/>
            </p:nvSpPr>
            <p:spPr>
              <a:xfrm>
                <a:off x="5156528" y="3608647"/>
                <a:ext cx="1555605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Naturalizing </a:t>
                </a: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nonnative</a:t>
                </a:r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species </a:t>
                </a: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are distantly related to region B to region A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CA305BD0-D73A-493B-9B38-CD5F79661C8A}"/>
                  </a:ext>
                </a:extLst>
              </p:cNvPr>
              <p:cNvSpPr txBox="1"/>
              <p:nvPr/>
            </p:nvSpPr>
            <p:spPr>
              <a:xfrm>
                <a:off x="4190773" y="318626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A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弧形 99">
                <a:extLst>
                  <a:ext uri="{FF2B5EF4-FFF2-40B4-BE49-F238E27FC236}">
                    <a16:creationId xmlns:a16="http://schemas.microsoft.com/office/drawing/2014/main" id="{46040A51-D616-4F35-8A7B-EF029B866FF5}"/>
                  </a:ext>
                </a:extLst>
              </p:cNvPr>
              <p:cNvSpPr/>
              <p:nvPr/>
            </p:nvSpPr>
            <p:spPr>
              <a:xfrm rot="314830">
                <a:off x="6401646" y="3291073"/>
                <a:ext cx="374933" cy="319745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4C173A25-EDEA-4880-A7C1-4C5336CA2206}"/>
                  </a:ext>
                </a:extLst>
              </p:cNvPr>
              <p:cNvSpPr/>
              <p:nvPr/>
            </p:nvSpPr>
            <p:spPr>
              <a:xfrm>
                <a:off x="4864845" y="3378977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FA966EAF-E7B6-48A2-8448-28C9420DCA4E}"/>
                  </a:ext>
                </a:extLst>
              </p:cNvPr>
              <p:cNvSpPr txBox="1"/>
              <p:nvPr/>
            </p:nvSpPr>
            <p:spPr>
              <a:xfrm>
                <a:off x="4718327" y="318626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B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矩形: 圆角 136">
                <a:extLst>
                  <a:ext uri="{FF2B5EF4-FFF2-40B4-BE49-F238E27FC236}">
                    <a16:creationId xmlns:a16="http://schemas.microsoft.com/office/drawing/2014/main" id="{27D933C2-EFCC-4178-A646-74C6C145B999}"/>
                  </a:ext>
                </a:extLst>
              </p:cNvPr>
              <p:cNvSpPr/>
              <p:nvPr/>
            </p:nvSpPr>
            <p:spPr>
              <a:xfrm>
                <a:off x="6923208" y="339244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AA467BB9-BBC6-4F34-8092-D08D457FCF3B}"/>
                  </a:ext>
                </a:extLst>
              </p:cNvPr>
              <p:cNvSpPr/>
              <p:nvPr/>
            </p:nvSpPr>
            <p:spPr>
              <a:xfrm>
                <a:off x="4406794" y="3378977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2920583C-E752-4FC7-99A8-33A4B9127634}"/>
                  </a:ext>
                </a:extLst>
              </p:cNvPr>
              <p:cNvSpPr/>
              <p:nvPr/>
            </p:nvSpPr>
            <p:spPr>
              <a:xfrm>
                <a:off x="6598392" y="3399028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cxnSp>
            <p:nvCxnSpPr>
              <p:cNvPr id="156" name="直接箭头连接符 155">
                <a:extLst>
                  <a:ext uri="{FF2B5EF4-FFF2-40B4-BE49-F238E27FC236}">
                    <a16:creationId xmlns:a16="http://schemas.microsoft.com/office/drawing/2014/main" id="{153C61C8-58C3-46F4-83E5-8DAF373D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4412" y="3639405"/>
                <a:ext cx="188395" cy="0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7AA67304-B742-4FE6-A582-A2B0519AAD77}"/>
                  </a:ext>
                </a:extLst>
              </p:cNvPr>
              <p:cNvSpPr/>
              <p:nvPr/>
            </p:nvSpPr>
            <p:spPr>
              <a:xfrm>
                <a:off x="4447068" y="3419731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8AEC95F1-87DC-4879-AA49-F4275F58ADA9}"/>
                  </a:ext>
                </a:extLst>
              </p:cNvPr>
              <p:cNvSpPr/>
              <p:nvPr/>
            </p:nvSpPr>
            <p:spPr>
              <a:xfrm>
                <a:off x="4447068" y="3672190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F5FBC262-A5E5-4422-A3EF-F266A29FA5CE}"/>
                  </a:ext>
                </a:extLst>
              </p:cNvPr>
              <p:cNvSpPr/>
              <p:nvPr/>
            </p:nvSpPr>
            <p:spPr>
              <a:xfrm>
                <a:off x="4890714" y="3419731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8250636B-3232-401B-A727-194ECAB5435C}"/>
                  </a:ext>
                </a:extLst>
              </p:cNvPr>
              <p:cNvSpPr/>
              <p:nvPr/>
            </p:nvSpPr>
            <p:spPr>
              <a:xfrm>
                <a:off x="4896560" y="3669307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8341CEA3-F828-407C-A8B9-748447A3CF6E}"/>
                  </a:ext>
                </a:extLst>
              </p:cNvPr>
              <p:cNvSpPr/>
              <p:nvPr/>
            </p:nvSpPr>
            <p:spPr>
              <a:xfrm>
                <a:off x="6640226" y="3455200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DE6549D3-713B-4CB2-8036-2BD9B02D05E4}"/>
                  </a:ext>
                </a:extLst>
              </p:cNvPr>
              <p:cNvSpPr/>
              <p:nvPr/>
            </p:nvSpPr>
            <p:spPr>
              <a:xfrm>
                <a:off x="6646864" y="3680516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FC4773F3-FF8A-416D-9DB6-DEA6C4DC9723}"/>
                  </a:ext>
                </a:extLst>
              </p:cNvPr>
              <p:cNvSpPr/>
              <p:nvPr/>
            </p:nvSpPr>
            <p:spPr>
              <a:xfrm>
                <a:off x="6964938" y="3456985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DA404C40-B9A8-4655-81CF-6FAC80CF922A}"/>
                  </a:ext>
                </a:extLst>
              </p:cNvPr>
              <p:cNvSpPr/>
              <p:nvPr/>
            </p:nvSpPr>
            <p:spPr>
              <a:xfrm>
                <a:off x="6964938" y="3689688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66375CD4-11A6-49DD-B3DF-925E226B04FA}"/>
                  </a:ext>
                </a:extLst>
              </p:cNvPr>
              <p:cNvSpPr/>
              <p:nvPr/>
            </p:nvSpPr>
            <p:spPr>
              <a:xfrm>
                <a:off x="6385278" y="317990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DDF2FAE-4457-43FB-B68D-39FAEF1E4B86}"/>
                  </a:ext>
                </a:extLst>
              </p:cNvPr>
              <p:cNvSpPr/>
              <p:nvPr/>
            </p:nvSpPr>
            <p:spPr>
              <a:xfrm>
                <a:off x="7821491" y="3535971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C27BCBC6-9AED-4BB6-B717-EDC2356FC5AF}"/>
                  </a:ext>
                </a:extLst>
              </p:cNvPr>
              <p:cNvSpPr/>
              <p:nvPr/>
            </p:nvSpPr>
            <p:spPr>
              <a:xfrm>
                <a:off x="7573576" y="3413971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1B6F7572-FCEB-465F-8FCC-034344B65813}"/>
                  </a:ext>
                </a:extLst>
              </p:cNvPr>
              <p:cNvSpPr/>
              <p:nvPr/>
            </p:nvSpPr>
            <p:spPr>
              <a:xfrm>
                <a:off x="7578542" y="3663270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FB0C024B-4975-4181-A02E-E7E6BEA0CCBA}"/>
                  </a:ext>
                </a:extLst>
              </p:cNvPr>
              <p:cNvSpPr/>
              <p:nvPr/>
            </p:nvSpPr>
            <p:spPr>
              <a:xfrm>
                <a:off x="8139619" y="3376200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919994A0-75C5-4138-A646-E73559C4863D}"/>
                  </a:ext>
                </a:extLst>
              </p:cNvPr>
              <p:cNvSpPr/>
              <p:nvPr/>
            </p:nvSpPr>
            <p:spPr>
              <a:xfrm>
                <a:off x="8171132" y="3422614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B2707051-EE1B-494A-9CA4-08C2F0AAA0C5}"/>
                  </a:ext>
                </a:extLst>
              </p:cNvPr>
              <p:cNvSpPr/>
              <p:nvPr/>
            </p:nvSpPr>
            <p:spPr>
              <a:xfrm>
                <a:off x="8176977" y="3667955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/>
              </a:p>
            </p:txBody>
          </p: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E75E2D9B-41AD-41F3-8D64-EDAAB44A7FE1}"/>
                  </a:ext>
                </a:extLst>
              </p:cNvPr>
              <p:cNvCxnSpPr>
                <a:cxnSpLocks/>
              </p:cNvCxnSpPr>
              <p:nvPr/>
            </p:nvCxnSpPr>
            <p:spPr>
              <a:xfrm rot="1260000">
                <a:off x="6751022" y="2543942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127A6B5D-E750-4563-B20B-21E2C34A1915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7028424" y="2536844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箭头连接符 414">
                <a:extLst>
                  <a:ext uri="{FF2B5EF4-FFF2-40B4-BE49-F238E27FC236}">
                    <a16:creationId xmlns:a16="http://schemas.microsoft.com/office/drawing/2014/main" id="{7CD64253-892C-44BB-A72A-F087CB3CD829}"/>
                  </a:ext>
                </a:extLst>
              </p:cNvPr>
              <p:cNvCxnSpPr>
                <a:cxnSpLocks/>
              </p:cNvCxnSpPr>
              <p:nvPr/>
            </p:nvCxnSpPr>
            <p:spPr>
              <a:xfrm rot="1260000">
                <a:off x="6754873" y="3431121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E6B81C1-E6B7-4D32-AAAB-97ABF3BCBEA4}"/>
              </a:ext>
            </a:extLst>
          </p:cNvPr>
          <p:cNvSpPr txBox="1"/>
          <p:nvPr/>
        </p:nvSpPr>
        <p:spPr>
          <a:xfrm>
            <a:off x="4259500" y="1177159"/>
            <a:ext cx="4536000" cy="972000"/>
          </a:xfrm>
          <a:prstGeom prst="rect">
            <a:avLst/>
          </a:prstGeom>
          <a:noFill/>
          <a:ln w="12700">
            <a:solidFill>
              <a:srgbClr val="7D5AA6"/>
            </a:solidFill>
          </a:ln>
        </p:spPr>
        <p:txBody>
          <a:bodyPr wrap="square" rtlCol="0">
            <a:spAutoFit/>
          </a:bodyPr>
          <a:lstStyle/>
          <a:p>
            <a:endParaRPr lang="zh-CN" altLang="en-US" sz="800" dirty="0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6C3B1FD7-4FE6-4380-B929-937A0FB535E5}"/>
              </a:ext>
            </a:extLst>
          </p:cNvPr>
          <p:cNvSpPr txBox="1"/>
          <p:nvPr/>
        </p:nvSpPr>
        <p:spPr>
          <a:xfrm>
            <a:off x="5130932" y="1452997"/>
            <a:ext cx="765495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Pathway 2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等腰三角形 196">
            <a:extLst>
              <a:ext uri="{FF2B5EF4-FFF2-40B4-BE49-F238E27FC236}">
                <a16:creationId xmlns:a16="http://schemas.microsoft.com/office/drawing/2014/main" id="{411CC8C9-A656-4E0D-BEA2-8E543F6D8284}"/>
              </a:ext>
            </a:extLst>
          </p:cNvPr>
          <p:cNvSpPr/>
          <p:nvPr/>
        </p:nvSpPr>
        <p:spPr>
          <a:xfrm>
            <a:off x="6761678" y="1550324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8CDFD6CC-25A2-46BE-B460-5729C5866EAB}"/>
              </a:ext>
            </a:extLst>
          </p:cNvPr>
          <p:cNvSpPr/>
          <p:nvPr/>
        </p:nvSpPr>
        <p:spPr>
          <a:xfrm>
            <a:off x="4390867" y="1435603"/>
            <a:ext cx="285576" cy="5320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27BE1E4-EBD9-4E30-8EA3-31602613BABA}"/>
              </a:ext>
            </a:extLst>
          </p:cNvPr>
          <p:cNvSpPr/>
          <p:nvPr/>
        </p:nvSpPr>
        <p:spPr>
          <a:xfrm rot="5400000">
            <a:off x="4440618" y="1490811"/>
            <a:ext cx="180000" cy="1806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01" name="等腰三角形 200">
            <a:extLst>
              <a:ext uri="{FF2B5EF4-FFF2-40B4-BE49-F238E27FC236}">
                <a16:creationId xmlns:a16="http://schemas.microsoft.com/office/drawing/2014/main" id="{C78EEB90-E5C0-44DE-960D-FFC3CD455FFF}"/>
              </a:ext>
            </a:extLst>
          </p:cNvPr>
          <p:cNvSpPr/>
          <p:nvPr/>
        </p:nvSpPr>
        <p:spPr>
          <a:xfrm>
            <a:off x="4437171" y="1715888"/>
            <a:ext cx="180628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20DD366-3D6A-40F2-8CB6-2B20DB38A453}"/>
              </a:ext>
            </a:extLst>
          </p:cNvPr>
          <p:cNvSpPr txBox="1"/>
          <p:nvPr/>
        </p:nvSpPr>
        <p:spPr>
          <a:xfrm>
            <a:off x="4721004" y="1053547"/>
            <a:ext cx="1260000" cy="21835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rgbClr val="7D5A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Lose mean species ED</a:t>
            </a:r>
            <a:endParaRPr lang="zh-CN" altLang="en-US" sz="800" dirty="0">
              <a:solidFill>
                <a:srgbClr val="7D5A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0633D25B-47DD-4A32-988F-418532420A2B}"/>
              </a:ext>
            </a:extLst>
          </p:cNvPr>
          <p:cNvCxnSpPr>
            <a:cxnSpLocks/>
          </p:cNvCxnSpPr>
          <p:nvPr/>
        </p:nvCxnSpPr>
        <p:spPr>
          <a:xfrm>
            <a:off x="4747099" y="1657725"/>
            <a:ext cx="1980000" cy="0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A71AFE39-4C5B-445A-9C6D-1628EFEE0872}"/>
              </a:ext>
            </a:extLst>
          </p:cNvPr>
          <p:cNvSpPr/>
          <p:nvPr/>
        </p:nvSpPr>
        <p:spPr>
          <a:xfrm>
            <a:off x="7116413" y="1391681"/>
            <a:ext cx="285576" cy="5320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5639ECE7-C24B-4AEA-842E-63F91FA40F07}"/>
              </a:ext>
            </a:extLst>
          </p:cNvPr>
          <p:cNvSpPr/>
          <p:nvPr/>
        </p:nvSpPr>
        <p:spPr>
          <a:xfrm rot="5400000">
            <a:off x="7166164" y="1446889"/>
            <a:ext cx="180000" cy="1806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07" name="等腰三角形 206">
            <a:extLst>
              <a:ext uri="{FF2B5EF4-FFF2-40B4-BE49-F238E27FC236}">
                <a16:creationId xmlns:a16="http://schemas.microsoft.com/office/drawing/2014/main" id="{FF445527-BD63-46C5-A870-9638FDE3988A}"/>
              </a:ext>
            </a:extLst>
          </p:cNvPr>
          <p:cNvSpPr/>
          <p:nvPr/>
        </p:nvSpPr>
        <p:spPr>
          <a:xfrm>
            <a:off x="7162717" y="1671966"/>
            <a:ext cx="180628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A81B1436-F78F-4882-AC44-560B7C1638C8}"/>
              </a:ext>
            </a:extLst>
          </p:cNvPr>
          <p:cNvCxnSpPr>
            <a:cxnSpLocks/>
          </p:cNvCxnSpPr>
          <p:nvPr/>
        </p:nvCxnSpPr>
        <p:spPr>
          <a:xfrm>
            <a:off x="7495070" y="1681792"/>
            <a:ext cx="450798" cy="0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8A05899D-E979-474B-8392-7886CCBE7C15}"/>
              </a:ext>
            </a:extLst>
          </p:cNvPr>
          <p:cNvSpPr/>
          <p:nvPr/>
        </p:nvSpPr>
        <p:spPr>
          <a:xfrm>
            <a:off x="8002423" y="1394268"/>
            <a:ext cx="568152" cy="5320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E30A133D-588B-4CD0-9DC0-571E2FF5D2CB}"/>
              </a:ext>
            </a:extLst>
          </p:cNvPr>
          <p:cNvSpPr/>
          <p:nvPr/>
        </p:nvSpPr>
        <p:spPr>
          <a:xfrm rot="5400000">
            <a:off x="8052173" y="1449476"/>
            <a:ext cx="180000" cy="1806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14" name="等腰三角形 213">
            <a:extLst>
              <a:ext uri="{FF2B5EF4-FFF2-40B4-BE49-F238E27FC236}">
                <a16:creationId xmlns:a16="http://schemas.microsoft.com/office/drawing/2014/main" id="{BB0E26C6-DCBA-4ACE-B66C-683D9FCEAE23}"/>
              </a:ext>
            </a:extLst>
          </p:cNvPr>
          <p:cNvSpPr/>
          <p:nvPr/>
        </p:nvSpPr>
        <p:spPr>
          <a:xfrm>
            <a:off x="8048727" y="1674553"/>
            <a:ext cx="180628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11" name="等腰三角形 210">
            <a:extLst>
              <a:ext uri="{FF2B5EF4-FFF2-40B4-BE49-F238E27FC236}">
                <a16:creationId xmlns:a16="http://schemas.microsoft.com/office/drawing/2014/main" id="{33B98B17-E78B-4E17-B5B1-A2B887286216}"/>
              </a:ext>
            </a:extLst>
          </p:cNvPr>
          <p:cNvSpPr/>
          <p:nvPr/>
        </p:nvSpPr>
        <p:spPr>
          <a:xfrm>
            <a:off x="8293313" y="1569843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753C5DA4-5A04-4302-8C3E-45782C45A304}"/>
              </a:ext>
            </a:extLst>
          </p:cNvPr>
          <p:cNvSpPr txBox="1"/>
          <p:nvPr/>
        </p:nvSpPr>
        <p:spPr>
          <a:xfrm>
            <a:off x="4876257" y="1637816"/>
            <a:ext cx="1930700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Naturalizing nonnative species whose ED are lower than mean species ED in region A 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CD75906B-5051-495A-BE95-49FA9775A266}"/>
              </a:ext>
            </a:extLst>
          </p:cNvPr>
          <p:cNvSpPr txBox="1"/>
          <p:nvPr/>
        </p:nvSpPr>
        <p:spPr>
          <a:xfrm>
            <a:off x="4268194" y="1243004"/>
            <a:ext cx="848351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Region A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0" name="弧形 219">
            <a:extLst>
              <a:ext uri="{FF2B5EF4-FFF2-40B4-BE49-F238E27FC236}">
                <a16:creationId xmlns:a16="http://schemas.microsoft.com/office/drawing/2014/main" id="{DAA77097-7E8C-448B-AD05-1B9FD4499605}"/>
              </a:ext>
            </a:extLst>
          </p:cNvPr>
          <p:cNvSpPr/>
          <p:nvPr/>
        </p:nvSpPr>
        <p:spPr>
          <a:xfrm rot="19066314">
            <a:off x="6855203" y="1629126"/>
            <a:ext cx="374933" cy="319745"/>
          </a:xfrm>
          <a:prstGeom prst="arc">
            <a:avLst/>
          </a:prstGeom>
          <a:ln w="12700">
            <a:solidFill>
              <a:srgbClr val="BA54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cxnSp>
        <p:nvCxnSpPr>
          <p:cNvPr id="412" name="直接箭头连接符 411">
            <a:extLst>
              <a:ext uri="{FF2B5EF4-FFF2-40B4-BE49-F238E27FC236}">
                <a16:creationId xmlns:a16="http://schemas.microsoft.com/office/drawing/2014/main" id="{69C0A021-3220-425F-8D70-13B9E52746C7}"/>
              </a:ext>
            </a:extLst>
          </p:cNvPr>
          <p:cNvCxnSpPr>
            <a:cxnSpLocks/>
          </p:cNvCxnSpPr>
          <p:nvPr/>
        </p:nvCxnSpPr>
        <p:spPr>
          <a:xfrm>
            <a:off x="7117006" y="1620495"/>
            <a:ext cx="131602" cy="85219"/>
          </a:xfrm>
          <a:prstGeom prst="straightConnector1">
            <a:avLst/>
          </a:prstGeom>
          <a:ln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框 172">
            <a:extLst>
              <a:ext uri="{FF2B5EF4-FFF2-40B4-BE49-F238E27FC236}">
                <a16:creationId xmlns:a16="http://schemas.microsoft.com/office/drawing/2014/main" id="{FE468334-07B2-4FED-AA36-F60E13EFC592}"/>
              </a:ext>
            </a:extLst>
          </p:cNvPr>
          <p:cNvSpPr txBox="1"/>
          <p:nvPr/>
        </p:nvSpPr>
        <p:spPr>
          <a:xfrm>
            <a:off x="4257220" y="77444"/>
            <a:ext cx="4536000" cy="972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zh-CN" altLang="en-US" sz="800" dirty="0"/>
          </a:p>
        </p:txBody>
      </p:sp>
      <p:sp>
        <p:nvSpPr>
          <p:cNvPr id="174" name="五边形 173">
            <a:extLst>
              <a:ext uri="{FF2B5EF4-FFF2-40B4-BE49-F238E27FC236}">
                <a16:creationId xmlns:a16="http://schemas.microsoft.com/office/drawing/2014/main" id="{73B5A95C-DECC-468E-998C-22A995270D49}"/>
              </a:ext>
            </a:extLst>
          </p:cNvPr>
          <p:cNvSpPr/>
          <p:nvPr/>
        </p:nvSpPr>
        <p:spPr>
          <a:xfrm>
            <a:off x="6765117" y="527763"/>
            <a:ext cx="180000" cy="180000"/>
          </a:xfrm>
          <a:prstGeom prst="pentagon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6DEFAA4C-304E-4CFD-A953-33A02F0BBAD0}"/>
              </a:ext>
            </a:extLst>
          </p:cNvPr>
          <p:cNvSpPr/>
          <p:nvPr/>
        </p:nvSpPr>
        <p:spPr>
          <a:xfrm>
            <a:off x="4372090" y="339625"/>
            <a:ext cx="285576" cy="5320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12EBDF1F-0FC3-49A1-B829-B10CF354392A}"/>
              </a:ext>
            </a:extLst>
          </p:cNvPr>
          <p:cNvSpPr/>
          <p:nvPr/>
        </p:nvSpPr>
        <p:spPr>
          <a:xfrm rot="5400000">
            <a:off x="4422155" y="395147"/>
            <a:ext cx="180000" cy="18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78" name="等腰三角形 177">
            <a:extLst>
              <a:ext uri="{FF2B5EF4-FFF2-40B4-BE49-F238E27FC236}">
                <a16:creationId xmlns:a16="http://schemas.microsoft.com/office/drawing/2014/main" id="{6430D3CF-3CF7-4FA1-95BD-D64C048521B4}"/>
              </a:ext>
            </a:extLst>
          </p:cNvPr>
          <p:cNvSpPr/>
          <p:nvPr/>
        </p:nvSpPr>
        <p:spPr>
          <a:xfrm>
            <a:off x="4418394" y="619910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93C47F0B-CBDC-406D-A97F-2D37C590C913}"/>
              </a:ext>
            </a:extLst>
          </p:cNvPr>
          <p:cNvSpPr txBox="1"/>
          <p:nvPr/>
        </p:nvSpPr>
        <p:spPr>
          <a:xfrm>
            <a:off x="4712595" y="-32741"/>
            <a:ext cx="2556000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 mean species evolutionary distinctiveness (ED) </a:t>
            </a:r>
            <a:endParaRPr lang="zh-CN" altLang="en-US" sz="8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1B29421A-1188-47AE-9140-52D1B9D676D0}"/>
              </a:ext>
            </a:extLst>
          </p:cNvPr>
          <p:cNvSpPr txBox="1"/>
          <p:nvPr/>
        </p:nvSpPr>
        <p:spPr>
          <a:xfrm>
            <a:off x="5103392" y="435201"/>
            <a:ext cx="781123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Pathway 1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E1E5F2A2-D28C-4987-99D0-FED6BE6F6347}"/>
              </a:ext>
            </a:extLst>
          </p:cNvPr>
          <p:cNvCxnSpPr>
            <a:cxnSpLocks/>
          </p:cNvCxnSpPr>
          <p:nvPr/>
        </p:nvCxnSpPr>
        <p:spPr>
          <a:xfrm>
            <a:off x="4733403" y="606890"/>
            <a:ext cx="2016000" cy="1106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7CD914E3-DAA8-400D-97D0-FD8F70F5B67E}"/>
              </a:ext>
            </a:extLst>
          </p:cNvPr>
          <p:cNvSpPr/>
          <p:nvPr/>
        </p:nvSpPr>
        <p:spPr>
          <a:xfrm>
            <a:off x="7116414" y="340846"/>
            <a:ext cx="285576" cy="5320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1447B6CB-A041-4F7F-A824-4867FEECEED3}"/>
              </a:ext>
            </a:extLst>
          </p:cNvPr>
          <p:cNvSpPr/>
          <p:nvPr/>
        </p:nvSpPr>
        <p:spPr>
          <a:xfrm rot="5400000">
            <a:off x="7166479" y="396368"/>
            <a:ext cx="180000" cy="18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89" name="等腰三角形 188">
            <a:extLst>
              <a:ext uri="{FF2B5EF4-FFF2-40B4-BE49-F238E27FC236}">
                <a16:creationId xmlns:a16="http://schemas.microsoft.com/office/drawing/2014/main" id="{8D1DD2DA-DCF5-49BF-A1A5-B57741F25A98}"/>
              </a:ext>
            </a:extLst>
          </p:cNvPr>
          <p:cNvSpPr/>
          <p:nvPr/>
        </p:nvSpPr>
        <p:spPr>
          <a:xfrm>
            <a:off x="7162718" y="621131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886BC2DD-0750-4DA2-8091-430EAC3A7871}"/>
              </a:ext>
            </a:extLst>
          </p:cNvPr>
          <p:cNvCxnSpPr>
            <a:cxnSpLocks/>
          </p:cNvCxnSpPr>
          <p:nvPr/>
        </p:nvCxnSpPr>
        <p:spPr>
          <a:xfrm>
            <a:off x="7516838" y="575914"/>
            <a:ext cx="429030" cy="0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0D6C66BF-D00C-4001-82DD-883C480CB001}"/>
              </a:ext>
            </a:extLst>
          </p:cNvPr>
          <p:cNvSpPr/>
          <p:nvPr/>
        </p:nvSpPr>
        <p:spPr>
          <a:xfrm>
            <a:off x="7970161" y="327710"/>
            <a:ext cx="568152" cy="5320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F2B75F2-FFD5-4F4F-826B-BA022E2917D3}"/>
              </a:ext>
            </a:extLst>
          </p:cNvPr>
          <p:cNvSpPr/>
          <p:nvPr/>
        </p:nvSpPr>
        <p:spPr>
          <a:xfrm rot="5400000">
            <a:off x="8020225" y="383232"/>
            <a:ext cx="180000" cy="18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196" name="等腰三角形 195">
            <a:extLst>
              <a:ext uri="{FF2B5EF4-FFF2-40B4-BE49-F238E27FC236}">
                <a16:creationId xmlns:a16="http://schemas.microsoft.com/office/drawing/2014/main" id="{AB7FDC0A-B0DB-459E-81E8-15239C8FBE95}"/>
              </a:ext>
            </a:extLst>
          </p:cNvPr>
          <p:cNvSpPr/>
          <p:nvPr/>
        </p:nvSpPr>
        <p:spPr>
          <a:xfrm>
            <a:off x="8016465" y="607995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193" name="五边形 192">
            <a:extLst>
              <a:ext uri="{FF2B5EF4-FFF2-40B4-BE49-F238E27FC236}">
                <a16:creationId xmlns:a16="http://schemas.microsoft.com/office/drawing/2014/main" id="{9E4E75A8-2507-4603-967D-91651964A365}"/>
              </a:ext>
            </a:extLst>
          </p:cNvPr>
          <p:cNvSpPr/>
          <p:nvPr/>
        </p:nvSpPr>
        <p:spPr>
          <a:xfrm>
            <a:off x="8262853" y="512035"/>
            <a:ext cx="180000" cy="180000"/>
          </a:xfrm>
          <a:prstGeom prst="pentagon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1AA4115E-34FF-4D15-AE32-5608D670BDB0}"/>
              </a:ext>
            </a:extLst>
          </p:cNvPr>
          <p:cNvSpPr txBox="1"/>
          <p:nvPr/>
        </p:nvSpPr>
        <p:spPr>
          <a:xfrm>
            <a:off x="4879848" y="574849"/>
            <a:ext cx="1927109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Naturalizing nonnative species whose ED are higher than mean species ED in region A 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C99BF95D-26D3-491D-A1EA-7AD4024C83A3}"/>
              </a:ext>
            </a:extLst>
          </p:cNvPr>
          <p:cNvSpPr txBox="1"/>
          <p:nvPr/>
        </p:nvSpPr>
        <p:spPr>
          <a:xfrm>
            <a:off x="4241529" y="160473"/>
            <a:ext cx="812810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Region A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弧形 218">
            <a:extLst>
              <a:ext uri="{FF2B5EF4-FFF2-40B4-BE49-F238E27FC236}">
                <a16:creationId xmlns:a16="http://schemas.microsoft.com/office/drawing/2014/main" id="{D0492C2D-53B8-48CF-A29F-6C6E3426BCAA}"/>
              </a:ext>
            </a:extLst>
          </p:cNvPr>
          <p:cNvSpPr/>
          <p:nvPr/>
        </p:nvSpPr>
        <p:spPr>
          <a:xfrm rot="19066314">
            <a:off x="6876472" y="549440"/>
            <a:ext cx="374933" cy="319745"/>
          </a:xfrm>
          <a:prstGeom prst="arc">
            <a:avLst/>
          </a:prstGeom>
          <a:ln w="12700">
            <a:solidFill>
              <a:srgbClr val="BA54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ECF145A5-0A9A-487F-9AF5-569636EEBD01}"/>
              </a:ext>
            </a:extLst>
          </p:cNvPr>
          <p:cNvSpPr/>
          <p:nvPr/>
        </p:nvSpPr>
        <p:spPr>
          <a:xfrm rot="5400000">
            <a:off x="4259826" y="6813969"/>
            <a:ext cx="180000" cy="1806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22" name="等腰三角形 221">
            <a:extLst>
              <a:ext uri="{FF2B5EF4-FFF2-40B4-BE49-F238E27FC236}">
                <a16:creationId xmlns:a16="http://schemas.microsoft.com/office/drawing/2014/main" id="{5FA23648-1EFA-4A10-B278-290A0B4932A2}"/>
              </a:ext>
            </a:extLst>
          </p:cNvPr>
          <p:cNvSpPr/>
          <p:nvPr/>
        </p:nvSpPr>
        <p:spPr>
          <a:xfrm>
            <a:off x="4507733" y="6814282"/>
            <a:ext cx="180628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FC28AAAA-4F9A-4357-86E7-E7E106BE4A3F}"/>
              </a:ext>
            </a:extLst>
          </p:cNvPr>
          <p:cNvSpPr/>
          <p:nvPr/>
        </p:nvSpPr>
        <p:spPr>
          <a:xfrm>
            <a:off x="4738881" y="6813888"/>
            <a:ext cx="198000" cy="19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80F1BCBC-F490-4F2A-972E-3FCCAEC5306F}"/>
              </a:ext>
            </a:extLst>
          </p:cNvPr>
          <p:cNvSpPr txBox="1"/>
          <p:nvPr/>
        </p:nvSpPr>
        <p:spPr>
          <a:xfrm>
            <a:off x="4878121" y="6811807"/>
            <a:ext cx="1593418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Species native to region A or B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等腰三角形 226">
            <a:extLst>
              <a:ext uri="{FF2B5EF4-FFF2-40B4-BE49-F238E27FC236}">
                <a16:creationId xmlns:a16="http://schemas.microsoft.com/office/drawing/2014/main" id="{1D82163C-FF7F-44CD-B234-ED004134898F}"/>
              </a:ext>
            </a:extLst>
          </p:cNvPr>
          <p:cNvSpPr/>
          <p:nvPr/>
        </p:nvSpPr>
        <p:spPr>
          <a:xfrm>
            <a:off x="6817870" y="6824536"/>
            <a:ext cx="180628" cy="180000"/>
          </a:xfrm>
          <a:prstGeom prst="triangle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F680B90D-862B-43C7-B39C-6FD93C6C4FD2}"/>
              </a:ext>
            </a:extLst>
          </p:cNvPr>
          <p:cNvSpPr/>
          <p:nvPr/>
        </p:nvSpPr>
        <p:spPr>
          <a:xfrm>
            <a:off x="7035370" y="6824142"/>
            <a:ext cx="198000" cy="19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D82F1768-2E96-4CD8-BB22-E4DF6A04E5BF}"/>
              </a:ext>
            </a:extLst>
          </p:cNvPr>
          <p:cNvSpPr txBox="1"/>
          <p:nvPr/>
        </p:nvSpPr>
        <p:spPr>
          <a:xfrm>
            <a:off x="7181110" y="6796444"/>
            <a:ext cx="1735234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Species nonnative to both regions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等腰三角形 229">
            <a:extLst>
              <a:ext uri="{FF2B5EF4-FFF2-40B4-BE49-F238E27FC236}">
                <a16:creationId xmlns:a16="http://schemas.microsoft.com/office/drawing/2014/main" id="{33D65445-EAEB-4437-A05F-9AFE70B2E1BA}"/>
              </a:ext>
            </a:extLst>
          </p:cNvPr>
          <p:cNvSpPr/>
          <p:nvPr/>
        </p:nvSpPr>
        <p:spPr>
          <a:xfrm rot="10800000">
            <a:off x="9932058" y="642016"/>
            <a:ext cx="224203" cy="131798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EFA39264-BE83-4A89-9262-DA7DF09083DB}"/>
              </a:ext>
            </a:extLst>
          </p:cNvPr>
          <p:cNvSpPr txBox="1"/>
          <p:nvPr/>
        </p:nvSpPr>
        <p:spPr>
          <a:xfrm>
            <a:off x="9592222" y="1121226"/>
            <a:ext cx="72344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Species ED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70A1B0D9-4360-4889-BB9F-DF9D5CD03F28}"/>
              </a:ext>
            </a:extLst>
          </p:cNvPr>
          <p:cNvSpPr txBox="1"/>
          <p:nvPr/>
        </p:nvSpPr>
        <p:spPr>
          <a:xfrm>
            <a:off x="9597040" y="1940285"/>
            <a:ext cx="1188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Redundant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8CA2E214-C80B-4E00-9C23-E216A843EB45}"/>
              </a:ext>
            </a:extLst>
          </p:cNvPr>
          <p:cNvSpPr txBox="1"/>
          <p:nvPr/>
        </p:nvSpPr>
        <p:spPr>
          <a:xfrm>
            <a:off x="9581286" y="423135"/>
            <a:ext cx="8716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等腰三角形 251">
            <a:extLst>
              <a:ext uri="{FF2B5EF4-FFF2-40B4-BE49-F238E27FC236}">
                <a16:creationId xmlns:a16="http://schemas.microsoft.com/office/drawing/2014/main" id="{0FC0FCD6-3D4D-493F-8476-A630149A8FC9}"/>
              </a:ext>
            </a:extLst>
          </p:cNvPr>
          <p:cNvSpPr/>
          <p:nvPr/>
        </p:nvSpPr>
        <p:spPr>
          <a:xfrm>
            <a:off x="9434046" y="1385862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53" name="等腰三角形 252">
            <a:extLst>
              <a:ext uri="{FF2B5EF4-FFF2-40B4-BE49-F238E27FC236}">
                <a16:creationId xmlns:a16="http://schemas.microsoft.com/office/drawing/2014/main" id="{64BCA062-E91E-473F-8B39-7B04B4C015C6}"/>
              </a:ext>
            </a:extLst>
          </p:cNvPr>
          <p:cNvSpPr/>
          <p:nvPr/>
        </p:nvSpPr>
        <p:spPr>
          <a:xfrm>
            <a:off x="9446086" y="1920216"/>
            <a:ext cx="180000" cy="180000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4453663B-B5CA-4F49-824A-FC44CB9EB361}"/>
              </a:ext>
            </a:extLst>
          </p:cNvPr>
          <p:cNvSpPr/>
          <p:nvPr/>
        </p:nvSpPr>
        <p:spPr>
          <a:xfrm rot="5400000">
            <a:off x="9445843" y="953032"/>
            <a:ext cx="180000" cy="18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256" name="五边形 255">
            <a:extLst>
              <a:ext uri="{FF2B5EF4-FFF2-40B4-BE49-F238E27FC236}">
                <a16:creationId xmlns:a16="http://schemas.microsoft.com/office/drawing/2014/main" id="{F84FE0D4-80F2-40AF-BDED-7159434CACA0}"/>
              </a:ext>
            </a:extLst>
          </p:cNvPr>
          <p:cNvSpPr/>
          <p:nvPr/>
        </p:nvSpPr>
        <p:spPr>
          <a:xfrm>
            <a:off x="9454858" y="451267"/>
            <a:ext cx="180000" cy="180000"/>
          </a:xfrm>
          <a:prstGeom prst="pentagon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1C6B63CA-B540-4CEA-AF1A-8F1293EAE28F}"/>
              </a:ext>
            </a:extLst>
          </p:cNvPr>
          <p:cNvGrpSpPr/>
          <p:nvPr/>
        </p:nvGrpSpPr>
        <p:grpSpPr>
          <a:xfrm>
            <a:off x="8923547" y="536743"/>
            <a:ext cx="473856" cy="1522765"/>
            <a:chOff x="7501648" y="2388893"/>
            <a:chExt cx="496668" cy="821474"/>
          </a:xfrm>
        </p:grpSpPr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3C3DC524-8F68-4578-A054-8A0A83901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4516" y="2871683"/>
              <a:ext cx="1820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3FBC1060-2F16-4D05-B76D-773E947EC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4375" y="2670421"/>
              <a:ext cx="233945" cy="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03FE4E8C-E27C-4F10-8903-BE6F97018486}"/>
                </a:ext>
              </a:extLst>
            </p:cNvPr>
            <p:cNvCxnSpPr>
              <a:cxnSpLocks/>
            </p:cNvCxnSpPr>
            <p:nvPr/>
          </p:nvCxnSpPr>
          <p:spPr>
            <a:xfrm>
              <a:off x="7842517" y="2921459"/>
              <a:ext cx="1509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D20B8D35-91B4-42DF-9C04-696C7C887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4657" y="3206835"/>
              <a:ext cx="153659" cy="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5EDB004F-084B-4161-BC5B-DF1CD6A0E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1648" y="2635065"/>
              <a:ext cx="754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8BDA0001-4F04-46A7-8C70-1D01FAEB63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6676" y="2391414"/>
              <a:ext cx="415064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DCFF06B3-0B59-482E-B9EB-CAA9F3D714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7891" y="2919057"/>
              <a:ext cx="1" cy="2913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F06A8352-724E-406F-819B-C4FA26C722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8992" y="2388893"/>
              <a:ext cx="1490" cy="4855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138C6158-0E88-4802-AC40-EA9763EE9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9683" y="2668715"/>
              <a:ext cx="0" cy="4078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E3E96E80-5263-405B-AD84-B223FBFFA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4875" y="3072502"/>
              <a:ext cx="94333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2" name="等腰三角形 301">
            <a:extLst>
              <a:ext uri="{FF2B5EF4-FFF2-40B4-BE49-F238E27FC236}">
                <a16:creationId xmlns:a16="http://schemas.microsoft.com/office/drawing/2014/main" id="{D0C8BC82-B4F9-4ABD-8628-50E3689BDC04}"/>
              </a:ext>
            </a:extLst>
          </p:cNvPr>
          <p:cNvSpPr/>
          <p:nvPr/>
        </p:nvSpPr>
        <p:spPr>
          <a:xfrm rot="10800000">
            <a:off x="10433249" y="3428774"/>
            <a:ext cx="224203" cy="1679413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CAAE3E22-F76B-43FC-AFC9-E8FD946E8BCE}"/>
              </a:ext>
            </a:extLst>
          </p:cNvPr>
          <p:cNvSpPr txBox="1"/>
          <p:nvPr/>
        </p:nvSpPr>
        <p:spPr>
          <a:xfrm>
            <a:off x="10147606" y="3213556"/>
            <a:ext cx="543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723DBDB4-475B-4D5B-8B40-4AD2D0B4B77A}"/>
              </a:ext>
            </a:extLst>
          </p:cNvPr>
          <p:cNvSpPr txBox="1"/>
          <p:nvPr/>
        </p:nvSpPr>
        <p:spPr>
          <a:xfrm>
            <a:off x="10147606" y="5107962"/>
            <a:ext cx="7317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Redundant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547C980F-3FDF-4B26-AEDF-ADBD825092E6}"/>
              </a:ext>
            </a:extLst>
          </p:cNvPr>
          <p:cNvSpPr txBox="1"/>
          <p:nvPr/>
        </p:nvSpPr>
        <p:spPr>
          <a:xfrm>
            <a:off x="10147606" y="4109318"/>
            <a:ext cx="79548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Regional ED</a:t>
            </a:r>
            <a:endParaRPr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7B754F41-5ED8-43EA-9A85-57256AB342AA}"/>
              </a:ext>
            </a:extLst>
          </p:cNvPr>
          <p:cNvSpPr/>
          <p:nvPr/>
        </p:nvSpPr>
        <p:spPr>
          <a:xfrm>
            <a:off x="9892152" y="3088362"/>
            <a:ext cx="262800" cy="51480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323" name="矩形: 圆角 322">
            <a:extLst>
              <a:ext uri="{FF2B5EF4-FFF2-40B4-BE49-F238E27FC236}">
                <a16:creationId xmlns:a16="http://schemas.microsoft.com/office/drawing/2014/main" id="{3DCF7612-C609-4458-8430-CEA739BF4F2E}"/>
              </a:ext>
            </a:extLst>
          </p:cNvPr>
          <p:cNvSpPr/>
          <p:nvPr/>
        </p:nvSpPr>
        <p:spPr>
          <a:xfrm>
            <a:off x="9892696" y="3668030"/>
            <a:ext cx="263994" cy="515184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360" name="椭圆 359">
            <a:extLst>
              <a:ext uri="{FF2B5EF4-FFF2-40B4-BE49-F238E27FC236}">
                <a16:creationId xmlns:a16="http://schemas.microsoft.com/office/drawing/2014/main" id="{4BA5D9CE-9DEA-46A6-BBAF-F8B33F241897}"/>
              </a:ext>
            </a:extLst>
          </p:cNvPr>
          <p:cNvSpPr/>
          <p:nvPr/>
        </p:nvSpPr>
        <p:spPr>
          <a:xfrm>
            <a:off x="9921266" y="3127028"/>
            <a:ext cx="198000" cy="198000"/>
          </a:xfrm>
          <a:prstGeom prst="ellipse">
            <a:avLst/>
          </a:prstGeom>
          <a:solidFill>
            <a:srgbClr val="009385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1" name="椭圆 360">
            <a:extLst>
              <a:ext uri="{FF2B5EF4-FFF2-40B4-BE49-F238E27FC236}">
                <a16:creationId xmlns:a16="http://schemas.microsoft.com/office/drawing/2014/main" id="{0F9086D7-88C0-4855-8553-58A5F3E3DA41}"/>
              </a:ext>
            </a:extLst>
          </p:cNvPr>
          <p:cNvSpPr/>
          <p:nvPr/>
        </p:nvSpPr>
        <p:spPr>
          <a:xfrm>
            <a:off x="9924471" y="3375604"/>
            <a:ext cx="198000" cy="198000"/>
          </a:xfrm>
          <a:prstGeom prst="ellipse">
            <a:avLst/>
          </a:prstGeom>
          <a:solidFill>
            <a:srgbClr val="93D6CD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2" name="椭圆 361">
            <a:extLst>
              <a:ext uri="{FF2B5EF4-FFF2-40B4-BE49-F238E27FC236}">
                <a16:creationId xmlns:a16="http://schemas.microsoft.com/office/drawing/2014/main" id="{ACAE4B49-04A1-4D0A-B8D6-12F71286D347}"/>
              </a:ext>
            </a:extLst>
          </p:cNvPr>
          <p:cNvSpPr/>
          <p:nvPr/>
        </p:nvSpPr>
        <p:spPr>
          <a:xfrm>
            <a:off x="9926862" y="3951393"/>
            <a:ext cx="198000" cy="198000"/>
          </a:xfrm>
          <a:prstGeom prst="ellipse">
            <a:avLst/>
          </a:prstGeom>
          <a:solidFill>
            <a:srgbClr val="56240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3" name="椭圆 362">
            <a:extLst>
              <a:ext uri="{FF2B5EF4-FFF2-40B4-BE49-F238E27FC236}">
                <a16:creationId xmlns:a16="http://schemas.microsoft.com/office/drawing/2014/main" id="{3C992AA8-DB4B-4E53-9676-36AE87783189}"/>
              </a:ext>
            </a:extLst>
          </p:cNvPr>
          <p:cNvSpPr/>
          <p:nvPr/>
        </p:nvSpPr>
        <p:spPr>
          <a:xfrm>
            <a:off x="9928208" y="3697165"/>
            <a:ext cx="198000" cy="198000"/>
          </a:xfrm>
          <a:prstGeom prst="ellipse">
            <a:avLst/>
          </a:prstGeom>
          <a:solidFill>
            <a:srgbClr val="DAB897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4" name="矩形: 圆角 363">
            <a:extLst>
              <a:ext uri="{FF2B5EF4-FFF2-40B4-BE49-F238E27FC236}">
                <a16:creationId xmlns:a16="http://schemas.microsoft.com/office/drawing/2014/main" id="{5758A0A2-4A14-40C4-98BF-ECAFD5BDCA60}"/>
              </a:ext>
            </a:extLst>
          </p:cNvPr>
          <p:cNvSpPr/>
          <p:nvPr/>
        </p:nvSpPr>
        <p:spPr>
          <a:xfrm>
            <a:off x="9896882" y="4986370"/>
            <a:ext cx="262800" cy="514800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8C5E2F58-3A4B-494F-A050-83495F50C828}"/>
              </a:ext>
            </a:extLst>
          </p:cNvPr>
          <p:cNvSpPr/>
          <p:nvPr/>
        </p:nvSpPr>
        <p:spPr>
          <a:xfrm>
            <a:off x="9897426" y="5585390"/>
            <a:ext cx="263994" cy="515184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366" name="椭圆 365">
            <a:extLst>
              <a:ext uri="{FF2B5EF4-FFF2-40B4-BE49-F238E27FC236}">
                <a16:creationId xmlns:a16="http://schemas.microsoft.com/office/drawing/2014/main" id="{51C227FF-E1A5-4246-8051-6224DEBEBD48}"/>
              </a:ext>
            </a:extLst>
          </p:cNvPr>
          <p:cNvSpPr/>
          <p:nvPr/>
        </p:nvSpPr>
        <p:spPr>
          <a:xfrm>
            <a:off x="9925996" y="5025036"/>
            <a:ext cx="198000" cy="198000"/>
          </a:xfrm>
          <a:prstGeom prst="ellipse">
            <a:avLst/>
          </a:prstGeom>
          <a:solidFill>
            <a:srgbClr val="009385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7" name="椭圆 366">
            <a:extLst>
              <a:ext uri="{FF2B5EF4-FFF2-40B4-BE49-F238E27FC236}">
                <a16:creationId xmlns:a16="http://schemas.microsoft.com/office/drawing/2014/main" id="{1DBAF8B6-EC2F-4661-B0B3-93E3B9F77B69}"/>
              </a:ext>
            </a:extLst>
          </p:cNvPr>
          <p:cNvSpPr/>
          <p:nvPr/>
        </p:nvSpPr>
        <p:spPr>
          <a:xfrm>
            <a:off x="9929201" y="5273612"/>
            <a:ext cx="198000" cy="198000"/>
          </a:xfrm>
          <a:prstGeom prst="ellipse">
            <a:avLst/>
          </a:prstGeom>
          <a:solidFill>
            <a:srgbClr val="93D6CD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8" name="椭圆 367">
            <a:extLst>
              <a:ext uri="{FF2B5EF4-FFF2-40B4-BE49-F238E27FC236}">
                <a16:creationId xmlns:a16="http://schemas.microsoft.com/office/drawing/2014/main" id="{0E4AEA5F-146E-4D6C-AEB9-1AB9016E3E4E}"/>
              </a:ext>
            </a:extLst>
          </p:cNvPr>
          <p:cNvSpPr/>
          <p:nvPr/>
        </p:nvSpPr>
        <p:spPr>
          <a:xfrm>
            <a:off x="9938963" y="5608751"/>
            <a:ext cx="198000" cy="198000"/>
          </a:xfrm>
          <a:prstGeom prst="ellipse">
            <a:avLst/>
          </a:prstGeom>
          <a:solidFill>
            <a:srgbClr val="D1EDE9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/>
          </a:p>
        </p:txBody>
      </p:sp>
      <p:sp>
        <p:nvSpPr>
          <p:cNvPr id="369" name="椭圆 368">
            <a:extLst>
              <a:ext uri="{FF2B5EF4-FFF2-40B4-BE49-F238E27FC236}">
                <a16:creationId xmlns:a16="http://schemas.microsoft.com/office/drawing/2014/main" id="{9D726630-0D14-4FE3-A9FC-678B5A3F8156}"/>
              </a:ext>
            </a:extLst>
          </p:cNvPr>
          <p:cNvSpPr/>
          <p:nvPr/>
        </p:nvSpPr>
        <p:spPr>
          <a:xfrm>
            <a:off x="9938506" y="5842982"/>
            <a:ext cx="198000" cy="198000"/>
          </a:xfrm>
          <a:prstGeom prst="ellipse">
            <a:avLst/>
          </a:prstGeom>
          <a:solidFill>
            <a:srgbClr val="195E4D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6649693-6D7D-4B06-9ADA-7712BCC61BFA}"/>
              </a:ext>
            </a:extLst>
          </p:cNvPr>
          <p:cNvCxnSpPr>
            <a:cxnSpLocks/>
          </p:cNvCxnSpPr>
          <p:nvPr/>
        </p:nvCxnSpPr>
        <p:spPr>
          <a:xfrm rot="420000">
            <a:off x="7165570" y="566663"/>
            <a:ext cx="91276" cy="40068"/>
          </a:xfrm>
          <a:prstGeom prst="straightConnector1">
            <a:avLst/>
          </a:prstGeom>
          <a:ln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五边形 265">
            <a:extLst>
              <a:ext uri="{FF2B5EF4-FFF2-40B4-BE49-F238E27FC236}">
                <a16:creationId xmlns:a16="http://schemas.microsoft.com/office/drawing/2014/main" id="{F80AC43E-3B16-4151-BCF7-7B5A263DA297}"/>
              </a:ext>
            </a:extLst>
          </p:cNvPr>
          <p:cNvSpPr/>
          <p:nvPr/>
        </p:nvSpPr>
        <p:spPr>
          <a:xfrm>
            <a:off x="6597264" y="6818109"/>
            <a:ext cx="180000" cy="180000"/>
          </a:xfrm>
          <a:prstGeom prst="pentagon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2FE863E-210A-4D2C-AE67-8E43225C1019}"/>
              </a:ext>
            </a:extLst>
          </p:cNvPr>
          <p:cNvGrpSpPr/>
          <p:nvPr/>
        </p:nvGrpSpPr>
        <p:grpSpPr>
          <a:xfrm>
            <a:off x="8872206" y="3083530"/>
            <a:ext cx="835077" cy="2517188"/>
            <a:chOff x="2390300" y="2096190"/>
            <a:chExt cx="835077" cy="251718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A46F37E-0A23-4373-81E9-1823E3C607F1}"/>
                </a:ext>
              </a:extLst>
            </p:cNvPr>
            <p:cNvGrpSpPr/>
            <p:nvPr/>
          </p:nvGrpSpPr>
          <p:grpSpPr>
            <a:xfrm>
              <a:off x="2390300" y="2188012"/>
              <a:ext cx="601825" cy="2358486"/>
              <a:chOff x="2010808" y="2188012"/>
              <a:chExt cx="981317" cy="2358486"/>
            </a:xfrm>
          </p:grpSpPr>
          <p:cxnSp>
            <p:nvCxnSpPr>
              <p:cNvPr id="297" name="直接连接符 296">
                <a:extLst>
                  <a:ext uri="{FF2B5EF4-FFF2-40B4-BE49-F238E27FC236}">
                    <a16:creationId xmlns:a16="http://schemas.microsoft.com/office/drawing/2014/main" id="{E9123B1A-5759-4D57-A20B-813CF2104A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5091" y="3143246"/>
                <a:ext cx="1332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>
                <a:extLst>
                  <a:ext uri="{FF2B5EF4-FFF2-40B4-BE49-F238E27FC236}">
                    <a16:creationId xmlns:a16="http://schemas.microsoft.com/office/drawing/2014/main" id="{CCADC8FE-5E2C-40E6-B6C2-77FF496E46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52444" y="2918111"/>
                <a:ext cx="226801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 311">
                <a:extLst>
                  <a:ext uri="{FF2B5EF4-FFF2-40B4-BE49-F238E27FC236}">
                    <a16:creationId xmlns:a16="http://schemas.microsoft.com/office/drawing/2014/main" id="{0DBBC8C1-F803-4CAF-B8BE-529C4C1371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0790" y="2729166"/>
                <a:ext cx="317183" cy="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直接连接符 313">
                <a:extLst>
                  <a:ext uri="{FF2B5EF4-FFF2-40B4-BE49-F238E27FC236}">
                    <a16:creationId xmlns:a16="http://schemas.microsoft.com/office/drawing/2014/main" id="{8182A80C-5DD7-40B4-8503-8ED136BBD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4977" y="2996249"/>
                <a:ext cx="194328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直接连接符 314">
                <a:extLst>
                  <a:ext uri="{FF2B5EF4-FFF2-40B4-BE49-F238E27FC236}">
                    <a16:creationId xmlns:a16="http://schemas.microsoft.com/office/drawing/2014/main" id="{186645AD-50BD-4ED7-A59F-A146300788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7685" y="3278455"/>
                <a:ext cx="194440" cy="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AF875635-89C9-4EDD-A8AC-3FDE8052D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10808" y="3442363"/>
                <a:ext cx="117401" cy="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94E48F8E-0BF6-4EA8-81FB-15F11E5DD5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19132" y="2652259"/>
                <a:ext cx="334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EDDB398A-89C8-4AA6-B5ED-002FE7A6C9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58582" y="2345688"/>
                <a:ext cx="226800" cy="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1D72C5D8-B5E8-43A4-B71C-211DBC081D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18062" y="4222985"/>
                <a:ext cx="352203" cy="376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8982FB98-0268-4F4D-B027-D2E83AFFB8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6497" y="3970866"/>
                <a:ext cx="176101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BB2089B1-D30E-4B9A-8D0A-162459FE95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59779" y="3743107"/>
                <a:ext cx="3312" cy="432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01799DB7-10C2-448A-8C2F-C83DEB95A3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8672" y="3743768"/>
                <a:ext cx="317183" cy="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B161BF9C-4199-430D-B12E-8C5B690645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4059" y="4175613"/>
                <a:ext cx="317183" cy="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916E5A2F-41AE-4732-966E-0D6927AE91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2306" y="4537555"/>
                <a:ext cx="528304" cy="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36B9E112-4680-43BD-B7B4-56C099FAD1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1057" y="3970498"/>
                <a:ext cx="1885" cy="576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7AB54CD4-4B74-4D7D-AE85-9B293CD573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5742" y="2988940"/>
                <a:ext cx="1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>
                <a:extLst>
                  <a:ext uri="{FF2B5EF4-FFF2-40B4-BE49-F238E27FC236}">
                    <a16:creationId xmlns:a16="http://schemas.microsoft.com/office/drawing/2014/main" id="{710D1381-D450-40C0-A4C5-2BE4F9A7E2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3978" y="2342015"/>
                <a:ext cx="1885" cy="576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>
                <a:extLst>
                  <a:ext uri="{FF2B5EF4-FFF2-40B4-BE49-F238E27FC236}">
                    <a16:creationId xmlns:a16="http://schemas.microsoft.com/office/drawing/2014/main" id="{0566B79E-79C2-4E4E-8BFC-986945181A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9809" y="2645235"/>
                <a:ext cx="0" cy="1584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9AF7A3F1-49F9-47D6-AF27-6FEB471584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1472" y="2721922"/>
                <a:ext cx="0" cy="432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>
                <a:extLst>
                  <a:ext uri="{FF2B5EF4-FFF2-40B4-BE49-F238E27FC236}">
                    <a16:creationId xmlns:a16="http://schemas.microsoft.com/office/drawing/2014/main" id="{C863F112-917E-4C1E-B74E-D5FC60F214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5759" y="2191088"/>
                <a:ext cx="2879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B41D47FD-06BD-48DA-B3B4-49F0AB33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8468" y="2477527"/>
                <a:ext cx="288000" cy="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F81D53EF-A00A-47D6-A38F-30A88D8A70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6525" y="2188012"/>
                <a:ext cx="1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1CB3DABB-3A22-4990-845F-C833E126AA39}"/>
                </a:ext>
              </a:extLst>
            </p:cNvPr>
            <p:cNvSpPr/>
            <p:nvPr/>
          </p:nvSpPr>
          <p:spPr>
            <a:xfrm>
              <a:off x="3017381" y="2096190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40" name="椭圆 339">
              <a:extLst>
                <a:ext uri="{FF2B5EF4-FFF2-40B4-BE49-F238E27FC236}">
                  <a16:creationId xmlns:a16="http://schemas.microsoft.com/office/drawing/2014/main" id="{C0D28041-BFB9-4600-B1FD-867D21F89A09}"/>
                </a:ext>
              </a:extLst>
            </p:cNvPr>
            <p:cNvSpPr/>
            <p:nvPr/>
          </p:nvSpPr>
          <p:spPr>
            <a:xfrm>
              <a:off x="3022452" y="2638333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76A5F467-6C08-46BB-A2E1-8EDB791B6C5A}"/>
                </a:ext>
              </a:extLst>
            </p:cNvPr>
            <p:cNvSpPr/>
            <p:nvPr/>
          </p:nvSpPr>
          <p:spPr>
            <a:xfrm>
              <a:off x="3025507" y="2901111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42" name="椭圆 341">
              <a:extLst>
                <a:ext uri="{FF2B5EF4-FFF2-40B4-BE49-F238E27FC236}">
                  <a16:creationId xmlns:a16="http://schemas.microsoft.com/office/drawing/2014/main" id="{B99DD2A1-85B8-425F-AE47-816BDAF60D46}"/>
                </a:ext>
              </a:extLst>
            </p:cNvPr>
            <p:cNvSpPr/>
            <p:nvPr/>
          </p:nvSpPr>
          <p:spPr>
            <a:xfrm>
              <a:off x="3025256" y="3163889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E8F820E4-DA16-480E-BD61-C5DF745EDE40}"/>
                </a:ext>
              </a:extLst>
            </p:cNvPr>
            <p:cNvSpPr/>
            <p:nvPr/>
          </p:nvSpPr>
          <p:spPr>
            <a:xfrm>
              <a:off x="3022452" y="2367261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12CBBE62-5C7F-49C7-94B4-B602BDB31A1C}"/>
                </a:ext>
              </a:extLst>
            </p:cNvPr>
            <p:cNvSpPr/>
            <p:nvPr/>
          </p:nvSpPr>
          <p:spPr>
            <a:xfrm>
              <a:off x="3024616" y="3651162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727F8263-F9CB-49EC-9A64-8DCF2864D807}"/>
                </a:ext>
              </a:extLst>
            </p:cNvPr>
            <p:cNvSpPr/>
            <p:nvPr/>
          </p:nvSpPr>
          <p:spPr>
            <a:xfrm>
              <a:off x="3026461" y="4415378"/>
              <a:ext cx="198000" cy="198000"/>
            </a:xfrm>
            <a:prstGeom prst="ellipse">
              <a:avLst/>
            </a:prstGeom>
            <a:solidFill>
              <a:srgbClr val="562400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5DC628BE-A447-4B11-A85E-C910F9A6BE85}"/>
                </a:ext>
              </a:extLst>
            </p:cNvPr>
            <p:cNvSpPr/>
            <p:nvPr/>
          </p:nvSpPr>
          <p:spPr>
            <a:xfrm>
              <a:off x="3027377" y="4094740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116921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245320E-132E-4DC3-A13C-A96844C8824B}"/>
              </a:ext>
            </a:extLst>
          </p:cNvPr>
          <p:cNvGrpSpPr/>
          <p:nvPr/>
        </p:nvGrpSpPr>
        <p:grpSpPr>
          <a:xfrm>
            <a:off x="4220479" y="2604356"/>
            <a:ext cx="4576496" cy="2737953"/>
            <a:chOff x="4219407" y="4185203"/>
            <a:chExt cx="4576496" cy="2737953"/>
          </a:xfrm>
        </p:grpSpPr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839F95A2-26F8-4FAE-BD20-29A32088EAC4}"/>
                </a:ext>
              </a:extLst>
            </p:cNvPr>
            <p:cNvSpPr txBox="1"/>
            <p:nvPr/>
          </p:nvSpPr>
          <p:spPr>
            <a:xfrm>
              <a:off x="4259903" y="4295156"/>
              <a:ext cx="4536000" cy="2628000"/>
            </a:xfrm>
            <a:prstGeom prst="rect">
              <a:avLst/>
            </a:prstGeom>
            <a:noFill/>
            <a:ln w="12700">
              <a:solidFill>
                <a:srgbClr val="7D5AA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8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CC6FA4D9-A52E-41D0-A659-0ED5316662DE}"/>
                </a:ext>
              </a:extLst>
            </p:cNvPr>
            <p:cNvSpPr txBox="1"/>
            <p:nvPr/>
          </p:nvSpPr>
          <p:spPr>
            <a:xfrm>
              <a:off x="5198910" y="4638123"/>
              <a:ext cx="759483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3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2658DDBE-8EA9-4EB8-A1D8-A9766096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43" y="4819018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6F39EA92-1967-4676-98BE-042B939D0BCB}"/>
                </a:ext>
              </a:extLst>
            </p:cNvPr>
            <p:cNvSpPr/>
            <p:nvPr/>
          </p:nvSpPr>
          <p:spPr>
            <a:xfrm>
              <a:off x="7547070" y="4559123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245F916-9BB7-4AB9-81E3-CB62630DC98C}"/>
                </a:ext>
              </a:extLst>
            </p:cNvPr>
            <p:cNvSpPr txBox="1"/>
            <p:nvPr/>
          </p:nvSpPr>
          <p:spPr>
            <a:xfrm>
              <a:off x="5185216" y="4804049"/>
              <a:ext cx="1397916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close-related species that are nonnative to region A and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08B6EFC-CF5C-486B-93B6-0731C961613C}"/>
                </a:ext>
              </a:extLst>
            </p:cNvPr>
            <p:cNvSpPr txBox="1"/>
            <p:nvPr/>
          </p:nvSpPr>
          <p:spPr>
            <a:xfrm>
              <a:off x="4219407" y="4383939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弧形 108">
              <a:extLst>
                <a:ext uri="{FF2B5EF4-FFF2-40B4-BE49-F238E27FC236}">
                  <a16:creationId xmlns:a16="http://schemas.microsoft.com/office/drawing/2014/main" id="{BA80C8E1-888E-43F8-A191-C9C5BEFBC9C3}"/>
                </a:ext>
              </a:extLst>
            </p:cNvPr>
            <p:cNvSpPr/>
            <p:nvPr/>
          </p:nvSpPr>
          <p:spPr>
            <a:xfrm rot="314830">
              <a:off x="6430280" y="4473995"/>
              <a:ext cx="374933" cy="319745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F6E159A5-E117-4858-8F7F-87CBC8156149}"/>
                </a:ext>
              </a:extLst>
            </p:cNvPr>
            <p:cNvSpPr/>
            <p:nvPr/>
          </p:nvSpPr>
          <p:spPr>
            <a:xfrm>
              <a:off x="4893479" y="456190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14CC5942-8A57-4768-9972-54E551600DA5}"/>
                </a:ext>
              </a:extLst>
            </p:cNvPr>
            <p:cNvSpPr txBox="1"/>
            <p:nvPr/>
          </p:nvSpPr>
          <p:spPr>
            <a:xfrm>
              <a:off x="4746961" y="4383939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E77DE59A-6E94-41F0-B562-8931BE969F0D}"/>
                </a:ext>
              </a:extLst>
            </p:cNvPr>
            <p:cNvSpPr/>
            <p:nvPr/>
          </p:nvSpPr>
          <p:spPr>
            <a:xfrm>
              <a:off x="6951841" y="457536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715DF5E3-A72F-4231-907A-9D514D0D906C}"/>
                </a:ext>
              </a:extLst>
            </p:cNvPr>
            <p:cNvSpPr/>
            <p:nvPr/>
          </p:nvSpPr>
          <p:spPr>
            <a:xfrm>
              <a:off x="4435428" y="456190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4" name="弧形 113">
              <a:extLst>
                <a:ext uri="{FF2B5EF4-FFF2-40B4-BE49-F238E27FC236}">
                  <a16:creationId xmlns:a16="http://schemas.microsoft.com/office/drawing/2014/main" id="{75E99729-B4A7-4530-B72F-8239F822F2BC}"/>
                </a:ext>
              </a:extLst>
            </p:cNvPr>
            <p:cNvSpPr/>
            <p:nvPr/>
          </p:nvSpPr>
          <p:spPr>
            <a:xfrm rot="15805182">
              <a:off x="7055911" y="4470674"/>
              <a:ext cx="357970" cy="334897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0DA7BC7C-2D14-4609-B4C0-E0820DBAC685}"/>
                </a:ext>
              </a:extLst>
            </p:cNvPr>
            <p:cNvSpPr/>
            <p:nvPr/>
          </p:nvSpPr>
          <p:spPr>
            <a:xfrm>
              <a:off x="6627026" y="458195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ECC859D-2926-4EAE-82DC-08165508B259}"/>
                </a:ext>
              </a:extLst>
            </p:cNvPr>
            <p:cNvSpPr/>
            <p:nvPr/>
          </p:nvSpPr>
          <p:spPr>
            <a:xfrm>
              <a:off x="8158453" y="4559123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D073A9D8-F412-41EE-A856-7CE88157D1DD}"/>
                </a:ext>
              </a:extLst>
            </p:cNvPr>
            <p:cNvCxnSpPr>
              <a:cxnSpLocks/>
            </p:cNvCxnSpPr>
            <p:nvPr/>
          </p:nvCxnSpPr>
          <p:spPr>
            <a:xfrm>
              <a:off x="7313045" y="4822327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C229E79F-7B14-489E-A2B0-BDFDADDEB51E}"/>
                </a:ext>
              </a:extLst>
            </p:cNvPr>
            <p:cNvSpPr/>
            <p:nvPr/>
          </p:nvSpPr>
          <p:spPr>
            <a:xfrm>
              <a:off x="4475171" y="4602653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F4664265-12F7-477C-97AD-7205CF93683A}"/>
                </a:ext>
              </a:extLst>
            </p:cNvPr>
            <p:cNvSpPr/>
            <p:nvPr/>
          </p:nvSpPr>
          <p:spPr>
            <a:xfrm>
              <a:off x="4476279" y="4852812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E10D3F19-D7F7-4F70-B0D3-FAA7641653EE}"/>
                </a:ext>
              </a:extLst>
            </p:cNvPr>
            <p:cNvSpPr/>
            <p:nvPr/>
          </p:nvSpPr>
          <p:spPr>
            <a:xfrm>
              <a:off x="4928832" y="4602653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F2756F05-6391-4041-84FB-FF4ADC886ACD}"/>
                </a:ext>
              </a:extLst>
            </p:cNvPr>
            <p:cNvSpPr/>
            <p:nvPr/>
          </p:nvSpPr>
          <p:spPr>
            <a:xfrm>
              <a:off x="4934373" y="4847994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6F67C21-6F34-48D9-B621-C9D2292A8859}"/>
                </a:ext>
              </a:extLst>
            </p:cNvPr>
            <p:cNvSpPr/>
            <p:nvPr/>
          </p:nvSpPr>
          <p:spPr>
            <a:xfrm>
              <a:off x="6651125" y="462283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2B65DAEE-4BC4-421B-A1CB-7586BE06BA7D}"/>
                </a:ext>
              </a:extLst>
            </p:cNvPr>
            <p:cNvSpPr/>
            <p:nvPr/>
          </p:nvSpPr>
          <p:spPr>
            <a:xfrm>
              <a:off x="6656091" y="4872129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A20E56FB-3CFF-47C3-A321-E926743275C7}"/>
                </a:ext>
              </a:extLst>
            </p:cNvPr>
            <p:cNvSpPr/>
            <p:nvPr/>
          </p:nvSpPr>
          <p:spPr>
            <a:xfrm>
              <a:off x="6983354" y="4621782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947A34DA-D10F-4C51-A2C7-AD3E20743300}"/>
                </a:ext>
              </a:extLst>
            </p:cNvPr>
            <p:cNvSpPr/>
            <p:nvPr/>
          </p:nvSpPr>
          <p:spPr>
            <a:xfrm>
              <a:off x="6989200" y="4867123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4F623A3-ABF4-4355-A2EA-1D747037C6DB}"/>
                </a:ext>
              </a:extLst>
            </p:cNvPr>
            <p:cNvSpPr/>
            <p:nvPr/>
          </p:nvSpPr>
          <p:spPr>
            <a:xfrm>
              <a:off x="6413912" y="4362822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F6916AC9-BFA1-472E-A7F9-2980B4DCF88D}"/>
                </a:ext>
              </a:extLst>
            </p:cNvPr>
            <p:cNvSpPr/>
            <p:nvPr/>
          </p:nvSpPr>
          <p:spPr>
            <a:xfrm>
              <a:off x="7238442" y="4351203"/>
              <a:ext cx="198000" cy="198000"/>
            </a:xfrm>
            <a:prstGeom prst="ellipse">
              <a:avLst/>
            </a:prstGeom>
            <a:solidFill>
              <a:srgbClr val="B5895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25427A26-AD79-4CA2-A559-58ECC237A02E}"/>
                </a:ext>
              </a:extLst>
            </p:cNvPr>
            <p:cNvSpPr/>
            <p:nvPr/>
          </p:nvSpPr>
          <p:spPr>
            <a:xfrm>
              <a:off x="7850124" y="4718894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941FF831-B92F-4D4A-99EF-149FF62F4E48}"/>
                </a:ext>
              </a:extLst>
            </p:cNvPr>
            <p:cNvSpPr/>
            <p:nvPr/>
          </p:nvSpPr>
          <p:spPr>
            <a:xfrm>
              <a:off x="7602210" y="4596894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072654E6-4F41-4C3B-A871-F5BAFFB8640C}"/>
                </a:ext>
              </a:extLst>
            </p:cNvPr>
            <p:cNvSpPr/>
            <p:nvPr/>
          </p:nvSpPr>
          <p:spPr>
            <a:xfrm>
              <a:off x="7607176" y="4846193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664DA730-CB68-4D87-B4E7-8F2F59D55D39}"/>
                </a:ext>
              </a:extLst>
            </p:cNvPr>
            <p:cNvSpPr/>
            <p:nvPr/>
          </p:nvSpPr>
          <p:spPr>
            <a:xfrm>
              <a:off x="8202258" y="4595577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2D81F3F7-77E7-4D87-8A84-6C18AA4765C8}"/>
                </a:ext>
              </a:extLst>
            </p:cNvPr>
            <p:cNvSpPr/>
            <p:nvPr/>
          </p:nvSpPr>
          <p:spPr>
            <a:xfrm>
              <a:off x="8208103" y="4840918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EDC7D4CF-0C92-4B70-890F-C55ECDD25E09}"/>
                </a:ext>
              </a:extLst>
            </p:cNvPr>
            <p:cNvSpPr/>
            <p:nvPr/>
          </p:nvSpPr>
          <p:spPr>
            <a:xfrm>
              <a:off x="8458052" y="4704582"/>
              <a:ext cx="198000" cy="198000"/>
            </a:xfrm>
            <a:prstGeom prst="ellipse">
              <a:avLst/>
            </a:prstGeom>
            <a:solidFill>
              <a:srgbClr val="B5895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14D8E84-2AA6-4EF4-8415-FDEBCBDB3232}"/>
                </a:ext>
              </a:extLst>
            </p:cNvPr>
            <p:cNvSpPr txBox="1"/>
            <p:nvPr/>
          </p:nvSpPr>
          <p:spPr>
            <a:xfrm>
              <a:off x="5198910" y="5491672"/>
              <a:ext cx="954892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4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B36D9635-9DD7-4660-A4B7-70FE4F16C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43" y="5672566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3E4E1F9-9365-4C6A-8FDA-EE14F913B44F}"/>
                </a:ext>
              </a:extLst>
            </p:cNvPr>
            <p:cNvSpPr txBox="1"/>
            <p:nvPr/>
          </p:nvSpPr>
          <p:spPr>
            <a:xfrm>
              <a:off x="5185215" y="5657596"/>
              <a:ext cx="1541884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species that are native in region A to region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F85486A5-E605-4384-BCE6-27AB1284E14D}"/>
                </a:ext>
              </a:extLst>
            </p:cNvPr>
            <p:cNvSpPr txBox="1"/>
            <p:nvPr/>
          </p:nvSpPr>
          <p:spPr>
            <a:xfrm>
              <a:off x="4219407" y="5237487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DB1C106-02E8-4A6F-9FC3-CE3F156FFF6C}"/>
                </a:ext>
              </a:extLst>
            </p:cNvPr>
            <p:cNvSpPr/>
            <p:nvPr/>
          </p:nvSpPr>
          <p:spPr>
            <a:xfrm>
              <a:off x="4893479" y="541544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7FC6E811-D72F-4333-BBAE-2DE39176A7B1}"/>
                </a:ext>
              </a:extLst>
            </p:cNvPr>
            <p:cNvSpPr txBox="1"/>
            <p:nvPr/>
          </p:nvSpPr>
          <p:spPr>
            <a:xfrm>
              <a:off x="4746961" y="5237487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898566B5-F382-41C6-AC4D-5C2A2EC2D95C}"/>
                </a:ext>
              </a:extLst>
            </p:cNvPr>
            <p:cNvSpPr/>
            <p:nvPr/>
          </p:nvSpPr>
          <p:spPr>
            <a:xfrm>
              <a:off x="6951841" y="542891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7D21A41D-D66A-4E8A-AFAD-7483F0A87910}"/>
                </a:ext>
              </a:extLst>
            </p:cNvPr>
            <p:cNvSpPr/>
            <p:nvPr/>
          </p:nvSpPr>
          <p:spPr>
            <a:xfrm>
              <a:off x="4435428" y="541544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81AC5A0-8F0C-4B29-82A5-856F9A49B215}"/>
                </a:ext>
              </a:extLst>
            </p:cNvPr>
            <p:cNvSpPr/>
            <p:nvPr/>
          </p:nvSpPr>
          <p:spPr>
            <a:xfrm>
              <a:off x="6627026" y="543549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8E441BA7-D0B4-49FB-B766-AE0A2AAE95D7}"/>
                </a:ext>
              </a:extLst>
            </p:cNvPr>
            <p:cNvCxnSpPr>
              <a:cxnSpLocks/>
            </p:cNvCxnSpPr>
            <p:nvPr/>
          </p:nvCxnSpPr>
          <p:spPr>
            <a:xfrm>
              <a:off x="7313045" y="5675875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E021F295-7EF2-4D6E-A579-488DEF29BF31}"/>
                </a:ext>
              </a:extLst>
            </p:cNvPr>
            <p:cNvSpPr/>
            <p:nvPr/>
          </p:nvSpPr>
          <p:spPr>
            <a:xfrm>
              <a:off x="4471333" y="5456201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4A7B750E-9369-4623-8E60-5CD929C5A932}"/>
                </a:ext>
              </a:extLst>
            </p:cNvPr>
            <p:cNvSpPr/>
            <p:nvPr/>
          </p:nvSpPr>
          <p:spPr>
            <a:xfrm>
              <a:off x="4466907" y="5705501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C8AB877C-ED44-4D8A-9F01-637D189230A9}"/>
                </a:ext>
              </a:extLst>
            </p:cNvPr>
            <p:cNvSpPr/>
            <p:nvPr/>
          </p:nvSpPr>
          <p:spPr>
            <a:xfrm>
              <a:off x="4933858" y="5456201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F1998B2F-B426-40CF-B45B-869348E66C78}"/>
                </a:ext>
              </a:extLst>
            </p:cNvPr>
            <p:cNvSpPr/>
            <p:nvPr/>
          </p:nvSpPr>
          <p:spPr>
            <a:xfrm>
              <a:off x="4933858" y="5701543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3789319C-A990-4AAB-9DA8-1F3F19762ED7}"/>
                </a:ext>
              </a:extLst>
            </p:cNvPr>
            <p:cNvSpPr/>
            <p:nvPr/>
          </p:nvSpPr>
          <p:spPr>
            <a:xfrm>
              <a:off x="6651125" y="5476378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450EF64-5B7A-40CE-BD48-97625B414238}"/>
                </a:ext>
              </a:extLst>
            </p:cNvPr>
            <p:cNvSpPr/>
            <p:nvPr/>
          </p:nvSpPr>
          <p:spPr>
            <a:xfrm>
              <a:off x="6656091" y="5725677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65756E2F-D8B1-444F-9BE4-BF9266837BC2}"/>
                </a:ext>
              </a:extLst>
            </p:cNvPr>
            <p:cNvSpPr/>
            <p:nvPr/>
          </p:nvSpPr>
          <p:spPr>
            <a:xfrm>
              <a:off x="6983354" y="5475330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2843AEC6-A285-4F7B-85FB-0859B888B68A}"/>
                </a:ext>
              </a:extLst>
            </p:cNvPr>
            <p:cNvSpPr/>
            <p:nvPr/>
          </p:nvSpPr>
          <p:spPr>
            <a:xfrm>
              <a:off x="6989200" y="572067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DE31E196-B212-430E-A656-18FA29C6F9DA}"/>
                </a:ext>
              </a:extLst>
            </p:cNvPr>
            <p:cNvCxnSpPr>
              <a:cxnSpLocks/>
            </p:cNvCxnSpPr>
            <p:nvPr/>
          </p:nvCxnSpPr>
          <p:spPr>
            <a:xfrm>
              <a:off x="6860345" y="5592208"/>
              <a:ext cx="149077" cy="14400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矩形: 圆角 245">
              <a:extLst>
                <a:ext uri="{FF2B5EF4-FFF2-40B4-BE49-F238E27FC236}">
                  <a16:creationId xmlns:a16="http://schemas.microsoft.com/office/drawing/2014/main" id="{BE50D65C-6FC8-468E-90AA-BEDA9A7159B3}"/>
                </a:ext>
              </a:extLst>
            </p:cNvPr>
            <p:cNvSpPr/>
            <p:nvPr/>
          </p:nvSpPr>
          <p:spPr>
            <a:xfrm>
              <a:off x="7549271" y="5421184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A7F035B8-197B-4C4E-B17D-5DF56E83F915}"/>
                </a:ext>
              </a:extLst>
            </p:cNvPr>
            <p:cNvSpPr/>
            <p:nvPr/>
          </p:nvSpPr>
          <p:spPr>
            <a:xfrm>
              <a:off x="7573370" y="5462064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34461D71-2BDC-49E1-A926-2FEE14CD4688}"/>
                </a:ext>
              </a:extLst>
            </p:cNvPr>
            <p:cNvSpPr/>
            <p:nvPr/>
          </p:nvSpPr>
          <p:spPr>
            <a:xfrm>
              <a:off x="7578335" y="5711363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01B82B1A-6605-4BB2-8407-623595DA9E34}"/>
                </a:ext>
              </a:extLst>
            </p:cNvPr>
            <p:cNvSpPr/>
            <p:nvPr/>
          </p:nvSpPr>
          <p:spPr>
            <a:xfrm>
              <a:off x="7882676" y="5412671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4309247B-04CB-4E50-B8D9-2F7B4414CC15}"/>
                </a:ext>
              </a:extLst>
            </p:cNvPr>
            <p:cNvSpPr/>
            <p:nvPr/>
          </p:nvSpPr>
          <p:spPr>
            <a:xfrm>
              <a:off x="7926481" y="5449125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B4995F74-99A9-4F7A-AC40-9F2A46DED392}"/>
                </a:ext>
              </a:extLst>
            </p:cNvPr>
            <p:cNvSpPr/>
            <p:nvPr/>
          </p:nvSpPr>
          <p:spPr>
            <a:xfrm>
              <a:off x="7932327" y="5694466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ABB84071-B630-4491-9939-C30EF041B5F9}"/>
                </a:ext>
              </a:extLst>
            </p:cNvPr>
            <p:cNvSpPr/>
            <p:nvPr/>
          </p:nvSpPr>
          <p:spPr>
            <a:xfrm>
              <a:off x="8184706" y="5580955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7314F398-A9EF-4E10-B5C0-D6AE17C4037F}"/>
                </a:ext>
              </a:extLst>
            </p:cNvPr>
            <p:cNvCxnSpPr>
              <a:cxnSpLocks/>
            </p:cNvCxnSpPr>
            <p:nvPr/>
          </p:nvCxnSpPr>
          <p:spPr>
            <a:xfrm rot="1260000">
              <a:off x="6784188" y="4609159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C193876F-AE12-447F-9FB5-BC5D4B41B17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7040513" y="4590204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024C0B69-C971-41CB-8D4C-85721BA42CCC}"/>
                </a:ext>
              </a:extLst>
            </p:cNvPr>
            <p:cNvSpPr txBox="1"/>
            <p:nvPr/>
          </p:nvSpPr>
          <p:spPr>
            <a:xfrm>
              <a:off x="5210962" y="6290069"/>
              <a:ext cx="786142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5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816EBC96-07C5-4943-A961-20579F929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8695" y="6470965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50B2A271-A1F3-4BA3-A2B5-168ACDFB9186}"/>
                </a:ext>
              </a:extLst>
            </p:cNvPr>
            <p:cNvSpPr/>
            <p:nvPr/>
          </p:nvSpPr>
          <p:spPr>
            <a:xfrm>
              <a:off x="7559122" y="6211069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61CC039C-52B7-4339-AF71-8B1C3F72859C}"/>
                </a:ext>
              </a:extLst>
            </p:cNvPr>
            <p:cNvSpPr txBox="1"/>
            <p:nvPr/>
          </p:nvSpPr>
          <p:spPr>
            <a:xfrm>
              <a:off x="5197267" y="6455995"/>
              <a:ext cx="1551063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nonnative species that are closely related to region B to region A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B9903FF8-426E-455D-B161-FCBD7F8EB379}"/>
                </a:ext>
              </a:extLst>
            </p:cNvPr>
            <p:cNvSpPr txBox="1"/>
            <p:nvPr/>
          </p:nvSpPr>
          <p:spPr>
            <a:xfrm>
              <a:off x="4231459" y="6021138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弧形 236">
              <a:extLst>
                <a:ext uri="{FF2B5EF4-FFF2-40B4-BE49-F238E27FC236}">
                  <a16:creationId xmlns:a16="http://schemas.microsoft.com/office/drawing/2014/main" id="{7F75A041-873B-4EF5-92A1-73F8A705AEE1}"/>
                </a:ext>
              </a:extLst>
            </p:cNvPr>
            <p:cNvSpPr/>
            <p:nvPr/>
          </p:nvSpPr>
          <p:spPr>
            <a:xfrm rot="314830">
              <a:off x="6442332" y="6125942"/>
              <a:ext cx="374933" cy="319745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41" name="矩形: 圆角 240">
              <a:extLst>
                <a:ext uri="{FF2B5EF4-FFF2-40B4-BE49-F238E27FC236}">
                  <a16:creationId xmlns:a16="http://schemas.microsoft.com/office/drawing/2014/main" id="{F7282A57-73A2-4714-A052-ABC93B5EFC4D}"/>
                </a:ext>
              </a:extLst>
            </p:cNvPr>
            <p:cNvSpPr/>
            <p:nvPr/>
          </p:nvSpPr>
          <p:spPr>
            <a:xfrm>
              <a:off x="4905531" y="621384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12CBD059-CB78-444D-A20E-53AB1ECF5290}"/>
                </a:ext>
              </a:extLst>
            </p:cNvPr>
            <p:cNvSpPr txBox="1"/>
            <p:nvPr/>
          </p:nvSpPr>
          <p:spPr>
            <a:xfrm>
              <a:off x="4759013" y="6021138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71D9765F-A0E8-4F50-972B-D158D227F767}"/>
                </a:ext>
              </a:extLst>
            </p:cNvPr>
            <p:cNvSpPr/>
            <p:nvPr/>
          </p:nvSpPr>
          <p:spPr>
            <a:xfrm>
              <a:off x="6963894" y="6227314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67" name="矩形: 圆角 266">
              <a:extLst>
                <a:ext uri="{FF2B5EF4-FFF2-40B4-BE49-F238E27FC236}">
                  <a16:creationId xmlns:a16="http://schemas.microsoft.com/office/drawing/2014/main" id="{DDC13B05-AB32-4E12-8BF5-1C1BF2D04FC2}"/>
                </a:ext>
              </a:extLst>
            </p:cNvPr>
            <p:cNvSpPr/>
            <p:nvPr/>
          </p:nvSpPr>
          <p:spPr>
            <a:xfrm>
              <a:off x="4447480" y="621384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68" name="矩形: 圆角 267">
              <a:extLst>
                <a:ext uri="{FF2B5EF4-FFF2-40B4-BE49-F238E27FC236}">
                  <a16:creationId xmlns:a16="http://schemas.microsoft.com/office/drawing/2014/main" id="{488983D1-B42D-4B70-8F1C-C213079D61CB}"/>
                </a:ext>
              </a:extLst>
            </p:cNvPr>
            <p:cNvSpPr/>
            <p:nvPr/>
          </p:nvSpPr>
          <p:spPr>
            <a:xfrm>
              <a:off x="6639078" y="6233897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A87D40BC-8B67-498F-86EF-C0BCECE0E858}"/>
                </a:ext>
              </a:extLst>
            </p:cNvPr>
            <p:cNvCxnSpPr>
              <a:cxnSpLocks/>
            </p:cNvCxnSpPr>
            <p:nvPr/>
          </p:nvCxnSpPr>
          <p:spPr>
            <a:xfrm>
              <a:off x="7325098" y="6474274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E257824F-AE32-4185-97B6-EB0681248E86}"/>
                </a:ext>
              </a:extLst>
            </p:cNvPr>
            <p:cNvSpPr/>
            <p:nvPr/>
          </p:nvSpPr>
          <p:spPr>
            <a:xfrm>
              <a:off x="4487754" y="625460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29AE4044-04C9-4943-B77A-6856CEB6FE7E}"/>
                </a:ext>
              </a:extLst>
            </p:cNvPr>
            <p:cNvSpPr/>
            <p:nvPr/>
          </p:nvSpPr>
          <p:spPr>
            <a:xfrm>
              <a:off x="4487754" y="6502824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43B38914-BAD7-46EE-9212-E3EC51739EF9}"/>
                </a:ext>
              </a:extLst>
            </p:cNvPr>
            <p:cNvSpPr/>
            <p:nvPr/>
          </p:nvSpPr>
          <p:spPr>
            <a:xfrm>
              <a:off x="4931400" y="6254600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6D7CE2E0-2AF6-4522-A44D-470B91A2D23B}"/>
                </a:ext>
              </a:extLst>
            </p:cNvPr>
            <p:cNvSpPr/>
            <p:nvPr/>
          </p:nvSpPr>
          <p:spPr>
            <a:xfrm>
              <a:off x="4937246" y="649994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DDABB880-C23B-4E99-AC26-9A38F258BF26}"/>
                </a:ext>
              </a:extLst>
            </p:cNvPr>
            <p:cNvSpPr/>
            <p:nvPr/>
          </p:nvSpPr>
          <p:spPr>
            <a:xfrm>
              <a:off x="6680912" y="6290069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DE820ADC-4880-484C-91E4-8F270B0CCA8B}"/>
                </a:ext>
              </a:extLst>
            </p:cNvPr>
            <p:cNvSpPr/>
            <p:nvPr/>
          </p:nvSpPr>
          <p:spPr>
            <a:xfrm>
              <a:off x="6687550" y="6515385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267F0EEB-E4F9-402C-8A38-704DF38D4E9C}"/>
                </a:ext>
              </a:extLst>
            </p:cNvPr>
            <p:cNvSpPr/>
            <p:nvPr/>
          </p:nvSpPr>
          <p:spPr>
            <a:xfrm>
              <a:off x="7005624" y="6291854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A941B21B-1F13-4DE2-B867-1996F13127CF}"/>
                </a:ext>
              </a:extLst>
            </p:cNvPr>
            <p:cNvSpPr/>
            <p:nvPr/>
          </p:nvSpPr>
          <p:spPr>
            <a:xfrm>
              <a:off x="7005624" y="6524557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08D2F21B-3F35-4783-843D-C0A7E37A2EB4}"/>
                </a:ext>
              </a:extLst>
            </p:cNvPr>
            <p:cNvSpPr/>
            <p:nvPr/>
          </p:nvSpPr>
          <p:spPr>
            <a:xfrm>
              <a:off x="6425964" y="6014769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2DAC2C93-6C7A-4C22-9F2A-372055001E19}"/>
                </a:ext>
              </a:extLst>
            </p:cNvPr>
            <p:cNvSpPr/>
            <p:nvPr/>
          </p:nvSpPr>
          <p:spPr>
            <a:xfrm>
              <a:off x="7862177" y="6370840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66132FAA-50F0-4C8F-BB86-280AC790756F}"/>
                </a:ext>
              </a:extLst>
            </p:cNvPr>
            <p:cNvSpPr/>
            <p:nvPr/>
          </p:nvSpPr>
          <p:spPr>
            <a:xfrm>
              <a:off x="7614262" y="624884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DE09801B-94F5-4F01-B145-15BBD8A41330}"/>
                </a:ext>
              </a:extLst>
            </p:cNvPr>
            <p:cNvSpPr/>
            <p:nvPr/>
          </p:nvSpPr>
          <p:spPr>
            <a:xfrm>
              <a:off x="7619228" y="6498139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807EFB9D-EB9F-4790-9843-C75B64BA9C58}"/>
                </a:ext>
              </a:extLst>
            </p:cNvPr>
            <p:cNvSpPr/>
            <p:nvPr/>
          </p:nvSpPr>
          <p:spPr>
            <a:xfrm>
              <a:off x="8180305" y="6211069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7F5768DD-3414-4ACD-A4EC-5F1AA96652F0}"/>
                </a:ext>
              </a:extLst>
            </p:cNvPr>
            <p:cNvSpPr/>
            <p:nvPr/>
          </p:nvSpPr>
          <p:spPr>
            <a:xfrm>
              <a:off x="8211818" y="6257483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A1A5B3E-6122-4BAC-A9ED-39B53CE276CE}"/>
                </a:ext>
              </a:extLst>
            </p:cNvPr>
            <p:cNvSpPr txBox="1"/>
            <p:nvPr/>
          </p:nvSpPr>
          <p:spPr>
            <a:xfrm>
              <a:off x="4722226" y="4185203"/>
              <a:ext cx="972000" cy="21835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rgbClr val="7D5AA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Lose regional ED</a:t>
              </a:r>
              <a:endParaRPr lang="zh-CN" altLang="en-US" sz="800" dirty="0">
                <a:solidFill>
                  <a:srgbClr val="7D5AA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00EF3107-96BD-481B-AB69-B7E75A3DD983}"/>
                </a:ext>
              </a:extLst>
            </p:cNvPr>
            <p:cNvSpPr/>
            <p:nvPr/>
          </p:nvSpPr>
          <p:spPr>
            <a:xfrm>
              <a:off x="8217663" y="6502824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E296C4CF-698F-47E0-A867-212997DC6B78}"/>
                </a:ext>
              </a:extLst>
            </p:cNvPr>
            <p:cNvCxnSpPr>
              <a:cxnSpLocks/>
            </p:cNvCxnSpPr>
            <p:nvPr/>
          </p:nvCxnSpPr>
          <p:spPr>
            <a:xfrm rot="1260000">
              <a:off x="6795559" y="6265990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BC38956-C819-4049-A8FB-FD9EA2C0EE5A}"/>
              </a:ext>
            </a:extLst>
          </p:cNvPr>
          <p:cNvGrpSpPr/>
          <p:nvPr/>
        </p:nvGrpSpPr>
        <p:grpSpPr>
          <a:xfrm>
            <a:off x="4190773" y="693856"/>
            <a:ext cx="4607826" cy="1936003"/>
            <a:chOff x="4190773" y="2144648"/>
            <a:chExt cx="4607826" cy="1936003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7B32C73-3265-48FE-ABBF-14198357112E}"/>
                </a:ext>
              </a:extLst>
            </p:cNvPr>
            <p:cNvSpPr txBox="1"/>
            <p:nvPr/>
          </p:nvSpPr>
          <p:spPr>
            <a:xfrm>
              <a:off x="4262599" y="2244651"/>
              <a:ext cx="4536000" cy="18360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8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AFB81A5-5ADA-45C7-9847-48790AAF1CB4}"/>
                </a:ext>
              </a:extLst>
            </p:cNvPr>
            <p:cNvGrpSpPr/>
            <p:nvPr/>
          </p:nvGrpSpPr>
          <p:grpSpPr>
            <a:xfrm>
              <a:off x="4190773" y="2144648"/>
              <a:ext cx="4507198" cy="1925664"/>
              <a:chOff x="4190773" y="2144648"/>
              <a:chExt cx="4507198" cy="1925664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E79E4A-306E-4D69-BB6E-F26021C2A4C1}"/>
                  </a:ext>
                </a:extLst>
              </p:cNvPr>
              <p:cNvSpPr txBox="1"/>
              <p:nvPr/>
            </p:nvSpPr>
            <p:spPr>
              <a:xfrm>
                <a:off x="5170275" y="2582198"/>
                <a:ext cx="786143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Pathway 1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304FA978-B5D7-4FC4-A7CB-D6B02E4C37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8009" y="2763094"/>
                <a:ext cx="1314016" cy="6149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6572944C-8C05-48C1-A5BA-94C7D4B37D6F}"/>
                  </a:ext>
                </a:extLst>
              </p:cNvPr>
              <p:cNvSpPr/>
              <p:nvPr/>
            </p:nvSpPr>
            <p:spPr>
              <a:xfrm>
                <a:off x="7518436" y="2503198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4BD7FF2-1C10-4065-A5E4-7D4219D8511F}"/>
                  </a:ext>
                </a:extLst>
              </p:cNvPr>
              <p:cNvSpPr txBox="1"/>
              <p:nvPr/>
            </p:nvSpPr>
            <p:spPr>
              <a:xfrm>
                <a:off x="5156582" y="2743891"/>
                <a:ext cx="1424681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Naturalizing distant-related species that are nonnative to region A and B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1BDF973-80DC-474E-B734-C8EBDD891E23}"/>
                  </a:ext>
                </a:extLst>
              </p:cNvPr>
              <p:cNvSpPr txBox="1"/>
              <p:nvPr/>
            </p:nvSpPr>
            <p:spPr>
              <a:xfrm>
                <a:off x="4190773" y="2328015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A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弧形 68">
                <a:extLst>
                  <a:ext uri="{FF2B5EF4-FFF2-40B4-BE49-F238E27FC236}">
                    <a16:creationId xmlns:a16="http://schemas.microsoft.com/office/drawing/2014/main" id="{6D83D481-51B1-46DC-AAAF-B00E5787AE10}"/>
                  </a:ext>
                </a:extLst>
              </p:cNvPr>
              <p:cNvSpPr/>
              <p:nvPr/>
            </p:nvSpPr>
            <p:spPr>
              <a:xfrm rot="314830">
                <a:off x="6401646" y="2418071"/>
                <a:ext cx="374933" cy="319745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F1669A20-1FC8-494E-B657-A61CF2174E0D}"/>
                  </a:ext>
                </a:extLst>
              </p:cNvPr>
              <p:cNvSpPr/>
              <p:nvPr/>
            </p:nvSpPr>
            <p:spPr>
              <a:xfrm>
                <a:off x="4864845" y="250597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7AE9C0F-204A-4115-BABB-FA4DC8849E12}"/>
                  </a:ext>
                </a:extLst>
              </p:cNvPr>
              <p:cNvSpPr txBox="1"/>
              <p:nvPr/>
            </p:nvSpPr>
            <p:spPr>
              <a:xfrm>
                <a:off x="4680118" y="232792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B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25AC4764-C903-41B4-B177-B17BCC15FD5F}"/>
                  </a:ext>
                </a:extLst>
              </p:cNvPr>
              <p:cNvSpPr/>
              <p:nvPr/>
            </p:nvSpPr>
            <p:spPr>
              <a:xfrm>
                <a:off x="6923208" y="2519444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23C6F6E6-F6B8-4029-AEF2-47AD5FC969F7}"/>
                  </a:ext>
                </a:extLst>
              </p:cNvPr>
              <p:cNvSpPr/>
              <p:nvPr/>
            </p:nvSpPr>
            <p:spPr>
              <a:xfrm>
                <a:off x="4406794" y="250597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4" name="弧形 73">
                <a:extLst>
                  <a:ext uri="{FF2B5EF4-FFF2-40B4-BE49-F238E27FC236}">
                    <a16:creationId xmlns:a16="http://schemas.microsoft.com/office/drawing/2014/main" id="{025DD51C-6852-44CD-8B11-A1BB6AD757F7}"/>
                  </a:ext>
                </a:extLst>
              </p:cNvPr>
              <p:cNvSpPr/>
              <p:nvPr/>
            </p:nvSpPr>
            <p:spPr>
              <a:xfrm rot="15805182">
                <a:off x="7038565" y="2420339"/>
                <a:ext cx="357970" cy="334897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A785F47E-6A71-49F8-975F-3D20354940AE}"/>
                  </a:ext>
                </a:extLst>
              </p:cNvPr>
              <p:cNvSpPr/>
              <p:nvPr/>
            </p:nvSpPr>
            <p:spPr>
              <a:xfrm>
                <a:off x="6598392" y="2526026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B35A95D7-7B55-4755-A761-AF0284B439C8}"/>
                  </a:ext>
                </a:extLst>
              </p:cNvPr>
              <p:cNvSpPr/>
              <p:nvPr/>
            </p:nvSpPr>
            <p:spPr>
              <a:xfrm>
                <a:off x="8129819" y="2503198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FB75786E-3308-411F-9CC6-B0733D7593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4412" y="2766403"/>
                <a:ext cx="188395" cy="0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B53C622-C367-4FBD-8C51-34F1B8E4E9D7}"/>
                  </a:ext>
                </a:extLst>
              </p:cNvPr>
              <p:cNvSpPr txBox="1"/>
              <p:nvPr/>
            </p:nvSpPr>
            <p:spPr>
              <a:xfrm>
                <a:off x="4712596" y="2144648"/>
                <a:ext cx="1008000" cy="21835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Gain regional ED</a:t>
                </a:r>
                <a:endParaRPr lang="zh-CN" altLang="en-US" sz="8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05DE83E6-E970-4EBA-B849-E6504AEC08F8}"/>
                  </a:ext>
                </a:extLst>
              </p:cNvPr>
              <p:cNvSpPr/>
              <p:nvPr/>
            </p:nvSpPr>
            <p:spPr>
              <a:xfrm>
                <a:off x="4443863" y="254672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68FF5B5D-905D-4361-91F4-205D087DDDFE}"/>
                  </a:ext>
                </a:extLst>
              </p:cNvPr>
              <p:cNvSpPr/>
              <p:nvPr/>
            </p:nvSpPr>
            <p:spPr>
              <a:xfrm>
                <a:off x="4447068" y="2795305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DAAF6CBE-8244-4D97-ABE2-FC7C4EEF6611}"/>
                  </a:ext>
                </a:extLst>
              </p:cNvPr>
              <p:cNvSpPr/>
              <p:nvPr/>
            </p:nvSpPr>
            <p:spPr>
              <a:xfrm>
                <a:off x="4895830" y="2546729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CEF5DA3C-B8AB-41A4-8177-1934F1FBD66E}"/>
                  </a:ext>
                </a:extLst>
              </p:cNvPr>
              <p:cNvSpPr/>
              <p:nvPr/>
            </p:nvSpPr>
            <p:spPr>
              <a:xfrm>
                <a:off x="4896560" y="2792070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6AB4B992-62AC-4B76-871C-1E06ACF4BC01}"/>
                  </a:ext>
                </a:extLst>
              </p:cNvPr>
              <p:cNvSpPr/>
              <p:nvPr/>
            </p:nvSpPr>
            <p:spPr>
              <a:xfrm>
                <a:off x="6627457" y="2565858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BE04EEAA-DBAF-474C-A74C-8638647B620A}"/>
                  </a:ext>
                </a:extLst>
              </p:cNvPr>
              <p:cNvSpPr/>
              <p:nvPr/>
            </p:nvSpPr>
            <p:spPr>
              <a:xfrm>
                <a:off x="6627457" y="2816205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380CC532-292E-4125-8EE5-FA6521F9E2C5}"/>
                  </a:ext>
                </a:extLst>
              </p:cNvPr>
              <p:cNvSpPr/>
              <p:nvPr/>
            </p:nvSpPr>
            <p:spPr>
              <a:xfrm>
                <a:off x="6958515" y="2565858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5B35B762-DAA2-4A7E-A5E8-0F9277FE5443}"/>
                  </a:ext>
                </a:extLst>
              </p:cNvPr>
              <p:cNvSpPr/>
              <p:nvPr/>
            </p:nvSpPr>
            <p:spPr>
              <a:xfrm>
                <a:off x="6960566" y="2811199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5AADB3F7-813C-440B-803D-170A2566B0AE}"/>
                  </a:ext>
                </a:extLst>
              </p:cNvPr>
              <p:cNvSpPr/>
              <p:nvPr/>
            </p:nvSpPr>
            <p:spPr>
              <a:xfrm>
                <a:off x="6385278" y="2306898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49877608-87D1-4C74-89E5-FA4D52049F81}"/>
                  </a:ext>
                </a:extLst>
              </p:cNvPr>
              <p:cNvSpPr/>
              <p:nvPr/>
            </p:nvSpPr>
            <p:spPr>
              <a:xfrm>
                <a:off x="7209809" y="2295279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10CB238D-A508-4950-9CD3-932823BB66BC}"/>
                  </a:ext>
                </a:extLst>
              </p:cNvPr>
              <p:cNvSpPr/>
              <p:nvPr/>
            </p:nvSpPr>
            <p:spPr>
              <a:xfrm>
                <a:off x="7821491" y="266297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90E74566-0C54-4868-B61A-EBB19AA00E09}"/>
                  </a:ext>
                </a:extLst>
              </p:cNvPr>
              <p:cNvSpPr/>
              <p:nvPr/>
            </p:nvSpPr>
            <p:spPr>
              <a:xfrm>
                <a:off x="7573576" y="254096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F42503A4-78BB-4F29-B9A3-E116C871909A}"/>
                  </a:ext>
                </a:extLst>
              </p:cNvPr>
              <p:cNvSpPr/>
              <p:nvPr/>
            </p:nvSpPr>
            <p:spPr>
              <a:xfrm>
                <a:off x="7578542" y="2790269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A17FCBD4-C5C7-40C4-BAB3-194C81C65108}"/>
                  </a:ext>
                </a:extLst>
              </p:cNvPr>
              <p:cNvSpPr/>
              <p:nvPr/>
            </p:nvSpPr>
            <p:spPr>
              <a:xfrm>
                <a:off x="8173624" y="2539653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4F13A97B-CE2D-46BB-A347-C455E104F49B}"/>
                  </a:ext>
                </a:extLst>
              </p:cNvPr>
              <p:cNvSpPr/>
              <p:nvPr/>
            </p:nvSpPr>
            <p:spPr>
              <a:xfrm>
                <a:off x="8179470" y="2784994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02404D71-6968-4A22-B5DA-E097347099E6}"/>
                  </a:ext>
                </a:extLst>
              </p:cNvPr>
              <p:cNvSpPr/>
              <p:nvPr/>
            </p:nvSpPr>
            <p:spPr>
              <a:xfrm>
                <a:off x="8429418" y="2648658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A37C3D3-BD3A-4C05-B14D-BE250B6E8733}"/>
                  </a:ext>
                </a:extLst>
              </p:cNvPr>
              <p:cNvSpPr txBox="1"/>
              <p:nvPr/>
            </p:nvSpPr>
            <p:spPr>
              <a:xfrm>
                <a:off x="5170276" y="3455200"/>
                <a:ext cx="786142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Pathway 2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E94CF559-8734-46A8-B251-9C74579CC1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8009" y="3636096"/>
                <a:ext cx="1314016" cy="6149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94B43986-F774-4E8E-8D09-A77E65DDFD94}"/>
                  </a:ext>
                </a:extLst>
              </p:cNvPr>
              <p:cNvSpPr/>
              <p:nvPr/>
            </p:nvSpPr>
            <p:spPr>
              <a:xfrm>
                <a:off x="7518436" y="3376200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B37C0B3E-DB92-4232-81DA-F052A41F617C}"/>
                  </a:ext>
                </a:extLst>
              </p:cNvPr>
              <p:cNvSpPr txBox="1"/>
              <p:nvPr/>
            </p:nvSpPr>
            <p:spPr>
              <a:xfrm>
                <a:off x="5156528" y="3608647"/>
                <a:ext cx="1555605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Naturalizing </a:t>
                </a: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nonnative</a:t>
                </a:r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species </a:t>
                </a: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are distantly related to region B to region A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CA305BD0-D73A-493B-9B38-CD5F79661C8A}"/>
                  </a:ext>
                </a:extLst>
              </p:cNvPr>
              <p:cNvSpPr txBox="1"/>
              <p:nvPr/>
            </p:nvSpPr>
            <p:spPr>
              <a:xfrm>
                <a:off x="4190773" y="318626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A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弧形 99">
                <a:extLst>
                  <a:ext uri="{FF2B5EF4-FFF2-40B4-BE49-F238E27FC236}">
                    <a16:creationId xmlns:a16="http://schemas.microsoft.com/office/drawing/2014/main" id="{46040A51-D616-4F35-8A7B-EF029B866FF5}"/>
                  </a:ext>
                </a:extLst>
              </p:cNvPr>
              <p:cNvSpPr/>
              <p:nvPr/>
            </p:nvSpPr>
            <p:spPr>
              <a:xfrm rot="314830">
                <a:off x="6401646" y="3291073"/>
                <a:ext cx="374933" cy="319745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4C173A25-EDEA-4880-A7C1-4C5336CA2206}"/>
                  </a:ext>
                </a:extLst>
              </p:cNvPr>
              <p:cNvSpPr/>
              <p:nvPr/>
            </p:nvSpPr>
            <p:spPr>
              <a:xfrm>
                <a:off x="4864845" y="3378977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FA966EAF-E7B6-48A2-8448-28C9420DCA4E}"/>
                  </a:ext>
                </a:extLst>
              </p:cNvPr>
              <p:cNvSpPr txBox="1"/>
              <p:nvPr/>
            </p:nvSpPr>
            <p:spPr>
              <a:xfrm>
                <a:off x="4718327" y="318626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B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矩形: 圆角 136">
                <a:extLst>
                  <a:ext uri="{FF2B5EF4-FFF2-40B4-BE49-F238E27FC236}">
                    <a16:creationId xmlns:a16="http://schemas.microsoft.com/office/drawing/2014/main" id="{27D933C2-EFCC-4178-A646-74C6C145B999}"/>
                  </a:ext>
                </a:extLst>
              </p:cNvPr>
              <p:cNvSpPr/>
              <p:nvPr/>
            </p:nvSpPr>
            <p:spPr>
              <a:xfrm>
                <a:off x="6923208" y="339244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AA467BB9-BBC6-4F34-8092-D08D457FCF3B}"/>
                  </a:ext>
                </a:extLst>
              </p:cNvPr>
              <p:cNvSpPr/>
              <p:nvPr/>
            </p:nvSpPr>
            <p:spPr>
              <a:xfrm>
                <a:off x="4406794" y="3378977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2920583C-E752-4FC7-99A8-33A4B9127634}"/>
                  </a:ext>
                </a:extLst>
              </p:cNvPr>
              <p:cNvSpPr/>
              <p:nvPr/>
            </p:nvSpPr>
            <p:spPr>
              <a:xfrm>
                <a:off x="6598392" y="3399028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cxnSp>
            <p:nvCxnSpPr>
              <p:cNvPr id="156" name="直接箭头连接符 155">
                <a:extLst>
                  <a:ext uri="{FF2B5EF4-FFF2-40B4-BE49-F238E27FC236}">
                    <a16:creationId xmlns:a16="http://schemas.microsoft.com/office/drawing/2014/main" id="{153C61C8-58C3-46F4-83E5-8DAF373D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4412" y="3639405"/>
                <a:ext cx="188395" cy="0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7AA67304-B742-4FE6-A582-A2B0519AAD77}"/>
                  </a:ext>
                </a:extLst>
              </p:cNvPr>
              <p:cNvSpPr/>
              <p:nvPr/>
            </p:nvSpPr>
            <p:spPr>
              <a:xfrm>
                <a:off x="4447068" y="3419731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8AEC95F1-87DC-4879-AA49-F4275F58ADA9}"/>
                  </a:ext>
                </a:extLst>
              </p:cNvPr>
              <p:cNvSpPr/>
              <p:nvPr/>
            </p:nvSpPr>
            <p:spPr>
              <a:xfrm>
                <a:off x="4447068" y="3672190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F5FBC262-A5E5-4422-A3EF-F266A29FA5CE}"/>
                  </a:ext>
                </a:extLst>
              </p:cNvPr>
              <p:cNvSpPr/>
              <p:nvPr/>
            </p:nvSpPr>
            <p:spPr>
              <a:xfrm>
                <a:off x="4890714" y="3419731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8250636B-3232-401B-A727-194ECAB5435C}"/>
                  </a:ext>
                </a:extLst>
              </p:cNvPr>
              <p:cNvSpPr/>
              <p:nvPr/>
            </p:nvSpPr>
            <p:spPr>
              <a:xfrm>
                <a:off x="4896560" y="3669307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8341CEA3-F828-407C-A8B9-748447A3CF6E}"/>
                  </a:ext>
                </a:extLst>
              </p:cNvPr>
              <p:cNvSpPr/>
              <p:nvPr/>
            </p:nvSpPr>
            <p:spPr>
              <a:xfrm>
                <a:off x="6640226" y="3455200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DE6549D3-713B-4CB2-8036-2BD9B02D05E4}"/>
                  </a:ext>
                </a:extLst>
              </p:cNvPr>
              <p:cNvSpPr/>
              <p:nvPr/>
            </p:nvSpPr>
            <p:spPr>
              <a:xfrm>
                <a:off x="6646864" y="3680516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FC4773F3-FF8A-416D-9DB6-DEA6C4DC9723}"/>
                  </a:ext>
                </a:extLst>
              </p:cNvPr>
              <p:cNvSpPr/>
              <p:nvPr/>
            </p:nvSpPr>
            <p:spPr>
              <a:xfrm>
                <a:off x="6964938" y="3456985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DA404C40-B9A8-4655-81CF-6FAC80CF922A}"/>
                  </a:ext>
                </a:extLst>
              </p:cNvPr>
              <p:cNvSpPr/>
              <p:nvPr/>
            </p:nvSpPr>
            <p:spPr>
              <a:xfrm>
                <a:off x="6964938" y="3689688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66375CD4-11A6-49DD-B3DF-925E226B04FA}"/>
                  </a:ext>
                </a:extLst>
              </p:cNvPr>
              <p:cNvSpPr/>
              <p:nvPr/>
            </p:nvSpPr>
            <p:spPr>
              <a:xfrm>
                <a:off x="6385278" y="317990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DDF2FAE-4457-43FB-B68D-39FAEF1E4B86}"/>
                  </a:ext>
                </a:extLst>
              </p:cNvPr>
              <p:cNvSpPr/>
              <p:nvPr/>
            </p:nvSpPr>
            <p:spPr>
              <a:xfrm>
                <a:off x="7821491" y="3535971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C27BCBC6-9AED-4BB6-B717-EDC2356FC5AF}"/>
                  </a:ext>
                </a:extLst>
              </p:cNvPr>
              <p:cNvSpPr/>
              <p:nvPr/>
            </p:nvSpPr>
            <p:spPr>
              <a:xfrm>
                <a:off x="7573576" y="3413971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1B6F7572-FCEB-465F-8FCC-034344B65813}"/>
                  </a:ext>
                </a:extLst>
              </p:cNvPr>
              <p:cNvSpPr/>
              <p:nvPr/>
            </p:nvSpPr>
            <p:spPr>
              <a:xfrm>
                <a:off x="7578542" y="3663270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FB0C024B-4975-4181-A02E-E7E6BEA0CCBA}"/>
                  </a:ext>
                </a:extLst>
              </p:cNvPr>
              <p:cNvSpPr/>
              <p:nvPr/>
            </p:nvSpPr>
            <p:spPr>
              <a:xfrm>
                <a:off x="8139619" y="3376200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919994A0-75C5-4138-A646-E73559C4863D}"/>
                  </a:ext>
                </a:extLst>
              </p:cNvPr>
              <p:cNvSpPr/>
              <p:nvPr/>
            </p:nvSpPr>
            <p:spPr>
              <a:xfrm>
                <a:off x="8171132" y="3422614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B2707051-EE1B-494A-9CA4-08C2F0AAA0C5}"/>
                  </a:ext>
                </a:extLst>
              </p:cNvPr>
              <p:cNvSpPr/>
              <p:nvPr/>
            </p:nvSpPr>
            <p:spPr>
              <a:xfrm>
                <a:off x="8176977" y="3667955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E75E2D9B-41AD-41F3-8D64-EDAAB44A7FE1}"/>
                  </a:ext>
                </a:extLst>
              </p:cNvPr>
              <p:cNvCxnSpPr>
                <a:cxnSpLocks/>
              </p:cNvCxnSpPr>
              <p:nvPr/>
            </p:nvCxnSpPr>
            <p:spPr>
              <a:xfrm rot="1260000">
                <a:off x="6751022" y="2543942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127A6B5D-E750-4563-B20B-21E2C34A1915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7028424" y="2536844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箭头连接符 414">
                <a:extLst>
                  <a:ext uri="{FF2B5EF4-FFF2-40B4-BE49-F238E27FC236}">
                    <a16:creationId xmlns:a16="http://schemas.microsoft.com/office/drawing/2014/main" id="{7CD64253-892C-44BB-A72A-F087CB3CD829}"/>
                  </a:ext>
                </a:extLst>
              </p:cNvPr>
              <p:cNvCxnSpPr>
                <a:cxnSpLocks/>
              </p:cNvCxnSpPr>
              <p:nvPr/>
            </p:nvCxnSpPr>
            <p:spPr>
              <a:xfrm rot="1260000">
                <a:off x="6754873" y="3431121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54A1F8E-23D4-485C-9707-784868815A5B}"/>
              </a:ext>
            </a:extLst>
          </p:cNvPr>
          <p:cNvGrpSpPr/>
          <p:nvPr/>
        </p:nvGrpSpPr>
        <p:grpSpPr>
          <a:xfrm>
            <a:off x="4259512" y="5371050"/>
            <a:ext cx="4656832" cy="230807"/>
            <a:chOff x="4259512" y="5371050"/>
            <a:chExt cx="4656832" cy="230807"/>
          </a:xfrm>
        </p:grpSpPr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ECF145A5-0A9A-487F-9AF5-569636EEBD01}"/>
                </a:ext>
              </a:extLst>
            </p:cNvPr>
            <p:cNvSpPr/>
            <p:nvPr/>
          </p:nvSpPr>
          <p:spPr>
            <a:xfrm rot="5400000">
              <a:off x="4259826" y="5388575"/>
              <a:ext cx="180000" cy="18062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22" name="等腰三角形 221">
              <a:extLst>
                <a:ext uri="{FF2B5EF4-FFF2-40B4-BE49-F238E27FC236}">
                  <a16:creationId xmlns:a16="http://schemas.microsoft.com/office/drawing/2014/main" id="{5FA23648-1EFA-4A10-B278-290A0B4932A2}"/>
                </a:ext>
              </a:extLst>
            </p:cNvPr>
            <p:cNvSpPr/>
            <p:nvPr/>
          </p:nvSpPr>
          <p:spPr>
            <a:xfrm>
              <a:off x="4507733" y="5388888"/>
              <a:ext cx="180628" cy="180000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FC28AAAA-4F9A-4357-86E7-E7E106BE4A3F}"/>
                </a:ext>
              </a:extLst>
            </p:cNvPr>
            <p:cNvSpPr/>
            <p:nvPr/>
          </p:nvSpPr>
          <p:spPr>
            <a:xfrm>
              <a:off x="4738881" y="5388494"/>
              <a:ext cx="198000" cy="19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80F1BCBC-F490-4F2A-972E-3FCCAEC5306F}"/>
                </a:ext>
              </a:extLst>
            </p:cNvPr>
            <p:cNvSpPr txBox="1"/>
            <p:nvPr/>
          </p:nvSpPr>
          <p:spPr>
            <a:xfrm>
              <a:off x="4878121" y="5386413"/>
              <a:ext cx="1593418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Species native to region A or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等腰三角形 226">
              <a:extLst>
                <a:ext uri="{FF2B5EF4-FFF2-40B4-BE49-F238E27FC236}">
                  <a16:creationId xmlns:a16="http://schemas.microsoft.com/office/drawing/2014/main" id="{1D82163C-FF7F-44CD-B234-ED004134898F}"/>
                </a:ext>
              </a:extLst>
            </p:cNvPr>
            <p:cNvSpPr/>
            <p:nvPr/>
          </p:nvSpPr>
          <p:spPr>
            <a:xfrm>
              <a:off x="6817870" y="5399142"/>
              <a:ext cx="180628" cy="180000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F680B90D-862B-43C7-B39C-6FD93C6C4FD2}"/>
                </a:ext>
              </a:extLst>
            </p:cNvPr>
            <p:cNvSpPr/>
            <p:nvPr/>
          </p:nvSpPr>
          <p:spPr>
            <a:xfrm>
              <a:off x="7035370" y="5398748"/>
              <a:ext cx="198000" cy="19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D82F1768-2E96-4CD8-BB22-E4DF6A04E5BF}"/>
                </a:ext>
              </a:extLst>
            </p:cNvPr>
            <p:cNvSpPr txBox="1"/>
            <p:nvPr/>
          </p:nvSpPr>
          <p:spPr>
            <a:xfrm>
              <a:off x="7181110" y="5371050"/>
              <a:ext cx="1735234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Species nonnative to both regions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五边形 265">
              <a:extLst>
                <a:ext uri="{FF2B5EF4-FFF2-40B4-BE49-F238E27FC236}">
                  <a16:creationId xmlns:a16="http://schemas.microsoft.com/office/drawing/2014/main" id="{F80AC43E-3B16-4151-BCF7-7B5A263DA297}"/>
                </a:ext>
              </a:extLst>
            </p:cNvPr>
            <p:cNvSpPr/>
            <p:nvPr/>
          </p:nvSpPr>
          <p:spPr>
            <a:xfrm>
              <a:off x="6597264" y="5392715"/>
              <a:ext cx="180000" cy="180000"/>
            </a:xfrm>
            <a:prstGeom prst="pentagon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2867F6-EA95-498C-97A4-4AC01316FEDA}"/>
              </a:ext>
            </a:extLst>
          </p:cNvPr>
          <p:cNvGrpSpPr/>
          <p:nvPr/>
        </p:nvGrpSpPr>
        <p:grpSpPr>
          <a:xfrm>
            <a:off x="2215079" y="1914541"/>
            <a:ext cx="2031400" cy="3017044"/>
            <a:chOff x="2169043" y="1873110"/>
            <a:chExt cx="2031400" cy="3017044"/>
          </a:xfrm>
        </p:grpSpPr>
        <p:sp>
          <p:nvSpPr>
            <p:cNvPr id="302" name="等腰三角形 301">
              <a:extLst>
                <a:ext uri="{FF2B5EF4-FFF2-40B4-BE49-F238E27FC236}">
                  <a16:creationId xmlns:a16="http://schemas.microsoft.com/office/drawing/2014/main" id="{D0C8BC82-B4F9-4ABD-8628-50E3689BDC04}"/>
                </a:ext>
              </a:extLst>
            </p:cNvPr>
            <p:cNvSpPr/>
            <p:nvPr/>
          </p:nvSpPr>
          <p:spPr>
            <a:xfrm rot="10800000">
              <a:off x="3730086" y="2218354"/>
              <a:ext cx="224203" cy="1679413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03" name="文本框 302">
              <a:extLst>
                <a:ext uri="{FF2B5EF4-FFF2-40B4-BE49-F238E27FC236}">
                  <a16:creationId xmlns:a16="http://schemas.microsoft.com/office/drawing/2014/main" id="{CAAE3E22-F76B-43FC-AFC9-E8FD946E8BCE}"/>
                </a:ext>
              </a:extLst>
            </p:cNvPr>
            <p:cNvSpPr txBox="1"/>
            <p:nvPr/>
          </p:nvSpPr>
          <p:spPr>
            <a:xfrm>
              <a:off x="3444443" y="2003136"/>
              <a:ext cx="5439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Distinct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723DBDB4-475B-4D5B-8B40-4AD2D0B4B77A}"/>
                </a:ext>
              </a:extLst>
            </p:cNvPr>
            <p:cNvSpPr txBox="1"/>
            <p:nvPr/>
          </p:nvSpPr>
          <p:spPr>
            <a:xfrm>
              <a:off x="3444443" y="3897542"/>
              <a:ext cx="7317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Redundant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文本框 310">
              <a:extLst>
                <a:ext uri="{FF2B5EF4-FFF2-40B4-BE49-F238E27FC236}">
                  <a16:creationId xmlns:a16="http://schemas.microsoft.com/office/drawing/2014/main" id="{547C980F-3FDF-4B26-AEDF-ADBD825092E6}"/>
                </a:ext>
              </a:extLst>
            </p:cNvPr>
            <p:cNvSpPr txBox="1"/>
            <p:nvPr/>
          </p:nvSpPr>
          <p:spPr>
            <a:xfrm>
              <a:off x="3444443" y="2898898"/>
              <a:ext cx="75600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Regional ED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矩形: 圆角 321">
              <a:extLst>
                <a:ext uri="{FF2B5EF4-FFF2-40B4-BE49-F238E27FC236}">
                  <a16:creationId xmlns:a16="http://schemas.microsoft.com/office/drawing/2014/main" id="{7B754F41-5ED8-43EA-9A85-57256AB342AA}"/>
                </a:ext>
              </a:extLst>
            </p:cNvPr>
            <p:cNvSpPr/>
            <p:nvPr/>
          </p:nvSpPr>
          <p:spPr>
            <a:xfrm>
              <a:off x="3188989" y="1877942"/>
              <a:ext cx="262800" cy="5148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23" name="矩形: 圆角 322">
              <a:extLst>
                <a:ext uri="{FF2B5EF4-FFF2-40B4-BE49-F238E27FC236}">
                  <a16:creationId xmlns:a16="http://schemas.microsoft.com/office/drawing/2014/main" id="{3DCF7612-C609-4458-8430-CEA739BF4F2E}"/>
                </a:ext>
              </a:extLst>
            </p:cNvPr>
            <p:cNvSpPr/>
            <p:nvPr/>
          </p:nvSpPr>
          <p:spPr>
            <a:xfrm>
              <a:off x="3189533" y="2457610"/>
              <a:ext cx="263994" cy="515184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4BA5D9CE-9DEA-46A6-BBAF-F8B33F241897}"/>
                </a:ext>
              </a:extLst>
            </p:cNvPr>
            <p:cNvSpPr/>
            <p:nvPr/>
          </p:nvSpPr>
          <p:spPr>
            <a:xfrm>
              <a:off x="3218103" y="1916608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0F9086D7-88C0-4855-8553-58A5F3E3DA41}"/>
                </a:ext>
              </a:extLst>
            </p:cNvPr>
            <p:cNvSpPr/>
            <p:nvPr/>
          </p:nvSpPr>
          <p:spPr>
            <a:xfrm>
              <a:off x="3221308" y="2165184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ACAE4B49-04A1-4D0A-B8D6-12F71286D347}"/>
                </a:ext>
              </a:extLst>
            </p:cNvPr>
            <p:cNvSpPr/>
            <p:nvPr/>
          </p:nvSpPr>
          <p:spPr>
            <a:xfrm>
              <a:off x="3223699" y="2740973"/>
              <a:ext cx="198000" cy="198000"/>
            </a:xfrm>
            <a:prstGeom prst="ellipse">
              <a:avLst/>
            </a:prstGeom>
            <a:solidFill>
              <a:srgbClr val="562400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3C992AA8-DB4B-4E53-9676-36AE87783189}"/>
                </a:ext>
              </a:extLst>
            </p:cNvPr>
            <p:cNvSpPr/>
            <p:nvPr/>
          </p:nvSpPr>
          <p:spPr>
            <a:xfrm>
              <a:off x="3225045" y="2486745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4" name="矩形: 圆角 363">
              <a:extLst>
                <a:ext uri="{FF2B5EF4-FFF2-40B4-BE49-F238E27FC236}">
                  <a16:creationId xmlns:a16="http://schemas.microsoft.com/office/drawing/2014/main" id="{5758A0A2-4A14-40C4-98BF-ECAFD5BDCA60}"/>
                </a:ext>
              </a:extLst>
            </p:cNvPr>
            <p:cNvSpPr/>
            <p:nvPr/>
          </p:nvSpPr>
          <p:spPr>
            <a:xfrm>
              <a:off x="3193719" y="3775950"/>
              <a:ext cx="262800" cy="5148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65" name="矩形: 圆角 364">
              <a:extLst>
                <a:ext uri="{FF2B5EF4-FFF2-40B4-BE49-F238E27FC236}">
                  <a16:creationId xmlns:a16="http://schemas.microsoft.com/office/drawing/2014/main" id="{8C5E2F58-3A4B-494F-A050-83495F50C828}"/>
                </a:ext>
              </a:extLst>
            </p:cNvPr>
            <p:cNvSpPr/>
            <p:nvPr/>
          </p:nvSpPr>
          <p:spPr>
            <a:xfrm>
              <a:off x="3194263" y="4374970"/>
              <a:ext cx="263994" cy="515184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51C227FF-E1A5-4246-8051-6224DEBEBD48}"/>
                </a:ext>
              </a:extLst>
            </p:cNvPr>
            <p:cNvSpPr/>
            <p:nvPr/>
          </p:nvSpPr>
          <p:spPr>
            <a:xfrm>
              <a:off x="3222833" y="3814616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1DBAF8B6-EC2F-4661-B0B3-93E3B9F77B69}"/>
                </a:ext>
              </a:extLst>
            </p:cNvPr>
            <p:cNvSpPr/>
            <p:nvPr/>
          </p:nvSpPr>
          <p:spPr>
            <a:xfrm>
              <a:off x="3226038" y="4063192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0E4AEA5F-146E-4D6C-AEB9-1AB9016E3E4E}"/>
                </a:ext>
              </a:extLst>
            </p:cNvPr>
            <p:cNvSpPr/>
            <p:nvPr/>
          </p:nvSpPr>
          <p:spPr>
            <a:xfrm>
              <a:off x="3235800" y="439833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9D726630-0D14-4FE3-A9FC-678B5A3F8156}"/>
                </a:ext>
              </a:extLst>
            </p:cNvPr>
            <p:cNvSpPr/>
            <p:nvPr/>
          </p:nvSpPr>
          <p:spPr>
            <a:xfrm>
              <a:off x="3235343" y="4632562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2FE863E-210A-4D2C-AE67-8E43225C1019}"/>
                </a:ext>
              </a:extLst>
            </p:cNvPr>
            <p:cNvGrpSpPr/>
            <p:nvPr/>
          </p:nvGrpSpPr>
          <p:grpSpPr>
            <a:xfrm>
              <a:off x="2169043" y="1873110"/>
              <a:ext cx="835077" cy="2517188"/>
              <a:chOff x="2390300" y="2096190"/>
              <a:chExt cx="835077" cy="2517188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AA46F37E-0A23-4373-81E9-1823E3C607F1}"/>
                  </a:ext>
                </a:extLst>
              </p:cNvPr>
              <p:cNvGrpSpPr/>
              <p:nvPr/>
            </p:nvGrpSpPr>
            <p:grpSpPr>
              <a:xfrm>
                <a:off x="2390300" y="2188012"/>
                <a:ext cx="601825" cy="2358486"/>
                <a:chOff x="2010808" y="2188012"/>
                <a:chExt cx="981317" cy="2358486"/>
              </a:xfrm>
            </p:grpSpPr>
            <p:cxnSp>
              <p:nvCxnSpPr>
                <p:cNvPr id="297" name="直接连接符 296">
                  <a:extLst>
                    <a:ext uri="{FF2B5EF4-FFF2-40B4-BE49-F238E27FC236}">
                      <a16:creationId xmlns:a16="http://schemas.microsoft.com/office/drawing/2014/main" id="{E9123B1A-5759-4D57-A20B-813CF2104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5091" y="3143246"/>
                  <a:ext cx="1332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连接符 308">
                  <a:extLst>
                    <a:ext uri="{FF2B5EF4-FFF2-40B4-BE49-F238E27FC236}">
                      <a16:creationId xmlns:a16="http://schemas.microsoft.com/office/drawing/2014/main" id="{CCADC8FE-5E2C-40E6-B6C2-77FF496E46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2444" y="2918111"/>
                  <a:ext cx="22680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接连接符 311">
                  <a:extLst>
                    <a:ext uri="{FF2B5EF4-FFF2-40B4-BE49-F238E27FC236}">
                      <a16:creationId xmlns:a16="http://schemas.microsoft.com/office/drawing/2014/main" id="{0DBBC8C1-F803-4CAF-B8BE-529C4C1371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0790" y="2729166"/>
                  <a:ext cx="317183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接连接符 313">
                  <a:extLst>
                    <a:ext uri="{FF2B5EF4-FFF2-40B4-BE49-F238E27FC236}">
                      <a16:creationId xmlns:a16="http://schemas.microsoft.com/office/drawing/2014/main" id="{8182A80C-5DD7-40B4-8503-8ED136BBD5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4977" y="2996249"/>
                  <a:ext cx="1943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接连接符 314">
                  <a:extLst>
                    <a:ext uri="{FF2B5EF4-FFF2-40B4-BE49-F238E27FC236}">
                      <a16:creationId xmlns:a16="http://schemas.microsoft.com/office/drawing/2014/main" id="{186645AD-50BD-4ED7-A59F-A146300788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7685" y="3278455"/>
                  <a:ext cx="194440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接连接符 315">
                  <a:extLst>
                    <a:ext uri="{FF2B5EF4-FFF2-40B4-BE49-F238E27FC236}">
                      <a16:creationId xmlns:a16="http://schemas.microsoft.com/office/drawing/2014/main" id="{AF875635-89C9-4EDD-A8AC-3FDE8052DE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10808" y="3442363"/>
                  <a:ext cx="117401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连接符 316">
                  <a:extLst>
                    <a:ext uri="{FF2B5EF4-FFF2-40B4-BE49-F238E27FC236}">
                      <a16:creationId xmlns:a16="http://schemas.microsoft.com/office/drawing/2014/main" id="{94E48F8E-0BF6-4EA8-81FB-15F11E5DD5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19132" y="2652259"/>
                  <a:ext cx="33452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连接符 317">
                  <a:extLst>
                    <a:ext uri="{FF2B5EF4-FFF2-40B4-BE49-F238E27FC236}">
                      <a16:creationId xmlns:a16="http://schemas.microsoft.com/office/drawing/2014/main" id="{EDDB398A-89C8-4AA6-B5ED-002FE7A6C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8582" y="2345688"/>
                  <a:ext cx="226800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连接符 318">
                  <a:extLst>
                    <a:ext uri="{FF2B5EF4-FFF2-40B4-BE49-F238E27FC236}">
                      <a16:creationId xmlns:a16="http://schemas.microsoft.com/office/drawing/2014/main" id="{1D72C5D8-B5E8-43A4-B71C-211DBC081D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18062" y="4222985"/>
                  <a:ext cx="352203" cy="37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连接符 323">
                  <a:extLst>
                    <a:ext uri="{FF2B5EF4-FFF2-40B4-BE49-F238E27FC236}">
                      <a16:creationId xmlns:a16="http://schemas.microsoft.com/office/drawing/2014/main" id="{8982FB98-0268-4F4D-B027-D2E83AFFB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6"/>
                  <a:ext cx="17610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连接符 324">
                  <a:extLst>
                    <a:ext uri="{FF2B5EF4-FFF2-40B4-BE49-F238E27FC236}">
                      <a16:creationId xmlns:a16="http://schemas.microsoft.com/office/drawing/2014/main" id="{BB2089B1-D30E-4B9A-8D0A-162459FE9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9779" y="3743107"/>
                  <a:ext cx="3312" cy="432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>
                  <a:extLst>
                    <a:ext uri="{FF2B5EF4-FFF2-40B4-BE49-F238E27FC236}">
                      <a16:creationId xmlns:a16="http://schemas.microsoft.com/office/drawing/2014/main" id="{01799DB7-10C2-448A-8C2F-C83DEB95A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68672" y="3743768"/>
                  <a:ext cx="317183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>
                  <a:extLst>
                    <a:ext uri="{FF2B5EF4-FFF2-40B4-BE49-F238E27FC236}">
                      <a16:creationId xmlns:a16="http://schemas.microsoft.com/office/drawing/2014/main" id="{B161BF9C-4199-430D-B12E-8C5B690645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64059" y="4175613"/>
                  <a:ext cx="317183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接连接符 327">
                  <a:extLst>
                    <a:ext uri="{FF2B5EF4-FFF2-40B4-BE49-F238E27FC236}">
                      <a16:creationId xmlns:a16="http://schemas.microsoft.com/office/drawing/2014/main" id="{916E5A2F-41AE-4732-966E-0D6927AE91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37555"/>
                  <a:ext cx="528304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连接符 328">
                  <a:extLst>
                    <a:ext uri="{FF2B5EF4-FFF2-40B4-BE49-F238E27FC236}">
                      <a16:creationId xmlns:a16="http://schemas.microsoft.com/office/drawing/2014/main" id="{36B9E112-4680-43BD-B7B4-56C099FAD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70498"/>
                  <a:ext cx="1885" cy="57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连接符 329">
                  <a:extLst>
                    <a:ext uri="{FF2B5EF4-FFF2-40B4-BE49-F238E27FC236}">
                      <a16:creationId xmlns:a16="http://schemas.microsoft.com/office/drawing/2014/main" id="{7AB54CD4-4B74-4D7D-AE85-9B293CD57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5742" y="2988940"/>
                  <a:ext cx="1" cy="28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接连接符 330">
                  <a:extLst>
                    <a:ext uri="{FF2B5EF4-FFF2-40B4-BE49-F238E27FC236}">
                      <a16:creationId xmlns:a16="http://schemas.microsoft.com/office/drawing/2014/main" id="{710D1381-D450-40C0-A4C5-2BE4F9A7E2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3978" y="2342015"/>
                  <a:ext cx="1885" cy="57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直接连接符 331">
                  <a:extLst>
                    <a:ext uri="{FF2B5EF4-FFF2-40B4-BE49-F238E27FC236}">
                      <a16:creationId xmlns:a16="http://schemas.microsoft.com/office/drawing/2014/main" id="{0566B79E-79C2-4E4E-8BFC-986945181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9809" y="2645235"/>
                  <a:ext cx="0" cy="158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接连接符 332">
                  <a:extLst>
                    <a:ext uri="{FF2B5EF4-FFF2-40B4-BE49-F238E27FC236}">
                      <a16:creationId xmlns:a16="http://schemas.microsoft.com/office/drawing/2014/main" id="{9AF7A3F1-49F9-47D6-AF27-6FEB471584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1472" y="2721922"/>
                  <a:ext cx="0" cy="432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连接符 333">
                  <a:extLst>
                    <a:ext uri="{FF2B5EF4-FFF2-40B4-BE49-F238E27FC236}">
                      <a16:creationId xmlns:a16="http://schemas.microsoft.com/office/drawing/2014/main" id="{C863F112-917E-4C1E-B74E-D5FC60F214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5759" y="2191088"/>
                  <a:ext cx="28799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接连接符 334">
                  <a:extLst>
                    <a:ext uri="{FF2B5EF4-FFF2-40B4-BE49-F238E27FC236}">
                      <a16:creationId xmlns:a16="http://schemas.microsoft.com/office/drawing/2014/main" id="{B41D47FD-06BD-48DA-B3B4-49F0AB33E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98468" y="2477527"/>
                  <a:ext cx="288000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连接符 335">
                  <a:extLst>
                    <a:ext uri="{FF2B5EF4-FFF2-40B4-BE49-F238E27FC236}">
                      <a16:creationId xmlns:a16="http://schemas.microsoft.com/office/drawing/2014/main" id="{F81D53EF-A00A-47D6-A38F-30A88D8A70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96525" y="2188012"/>
                  <a:ext cx="1" cy="28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7" name="椭圆 336">
                <a:extLst>
                  <a:ext uri="{FF2B5EF4-FFF2-40B4-BE49-F238E27FC236}">
                    <a16:creationId xmlns:a16="http://schemas.microsoft.com/office/drawing/2014/main" id="{1CB3DABB-3A22-4990-845F-C833E126AA39}"/>
                  </a:ext>
                </a:extLst>
              </p:cNvPr>
              <p:cNvSpPr/>
              <p:nvPr/>
            </p:nvSpPr>
            <p:spPr>
              <a:xfrm>
                <a:off x="3017381" y="2096190"/>
                <a:ext cx="198000" cy="198000"/>
              </a:xfrm>
              <a:prstGeom prst="ellipse">
                <a:avLst/>
              </a:prstGeom>
              <a:solidFill>
                <a:srgbClr val="0C2E26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C0D28041-BFB9-4600-B1FD-867D21F89A09}"/>
                  </a:ext>
                </a:extLst>
              </p:cNvPr>
              <p:cNvSpPr/>
              <p:nvPr/>
            </p:nvSpPr>
            <p:spPr>
              <a:xfrm>
                <a:off x="3022452" y="2638333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76A5F467-6C08-46BB-A2E1-8EDB791B6C5A}"/>
                  </a:ext>
                </a:extLst>
              </p:cNvPr>
              <p:cNvSpPr/>
              <p:nvPr/>
            </p:nvSpPr>
            <p:spPr>
              <a:xfrm>
                <a:off x="3025507" y="2901111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B99DD2A1-85B8-425F-AE47-816BDAF60D46}"/>
                  </a:ext>
                </a:extLst>
              </p:cNvPr>
              <p:cNvSpPr/>
              <p:nvPr/>
            </p:nvSpPr>
            <p:spPr>
              <a:xfrm>
                <a:off x="3025256" y="3163889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E8F820E4-DA16-480E-BD61-C5DF745EDE40}"/>
                  </a:ext>
                </a:extLst>
              </p:cNvPr>
              <p:cNvSpPr/>
              <p:nvPr/>
            </p:nvSpPr>
            <p:spPr>
              <a:xfrm>
                <a:off x="3022452" y="2367261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345" name="椭圆 344">
                <a:extLst>
                  <a:ext uri="{FF2B5EF4-FFF2-40B4-BE49-F238E27FC236}">
                    <a16:creationId xmlns:a16="http://schemas.microsoft.com/office/drawing/2014/main" id="{12CBBE62-5C7F-49C7-94B4-B602BDB31A1C}"/>
                  </a:ext>
                </a:extLst>
              </p:cNvPr>
              <p:cNvSpPr/>
              <p:nvPr/>
            </p:nvSpPr>
            <p:spPr>
              <a:xfrm>
                <a:off x="3024616" y="3651162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6" name="椭圆 345">
                <a:extLst>
                  <a:ext uri="{FF2B5EF4-FFF2-40B4-BE49-F238E27FC236}">
                    <a16:creationId xmlns:a16="http://schemas.microsoft.com/office/drawing/2014/main" id="{727F8263-F9CB-49EC-9A64-8DCF2864D807}"/>
                  </a:ext>
                </a:extLst>
              </p:cNvPr>
              <p:cNvSpPr/>
              <p:nvPr/>
            </p:nvSpPr>
            <p:spPr>
              <a:xfrm>
                <a:off x="3026461" y="4415378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7" name="椭圆 346">
                <a:extLst>
                  <a:ext uri="{FF2B5EF4-FFF2-40B4-BE49-F238E27FC236}">
                    <a16:creationId xmlns:a16="http://schemas.microsoft.com/office/drawing/2014/main" id="{5DC628BE-A447-4B11-A85E-C910F9A6BE85}"/>
                  </a:ext>
                </a:extLst>
              </p:cNvPr>
              <p:cNvSpPr/>
              <p:nvPr/>
            </p:nvSpPr>
            <p:spPr>
              <a:xfrm>
                <a:off x="3027377" y="409474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727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245320E-132E-4DC3-A13C-A96844C8824B}"/>
              </a:ext>
            </a:extLst>
          </p:cNvPr>
          <p:cNvGrpSpPr/>
          <p:nvPr/>
        </p:nvGrpSpPr>
        <p:grpSpPr>
          <a:xfrm>
            <a:off x="4220479" y="2604356"/>
            <a:ext cx="4576496" cy="2737953"/>
            <a:chOff x="4219407" y="4185203"/>
            <a:chExt cx="4576496" cy="2737953"/>
          </a:xfrm>
        </p:grpSpPr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839F95A2-26F8-4FAE-BD20-29A32088EAC4}"/>
                </a:ext>
              </a:extLst>
            </p:cNvPr>
            <p:cNvSpPr txBox="1"/>
            <p:nvPr/>
          </p:nvSpPr>
          <p:spPr>
            <a:xfrm>
              <a:off x="4259903" y="4295156"/>
              <a:ext cx="4536000" cy="2628000"/>
            </a:xfrm>
            <a:prstGeom prst="rect">
              <a:avLst/>
            </a:prstGeom>
            <a:noFill/>
            <a:ln w="12700">
              <a:solidFill>
                <a:srgbClr val="7D5AA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8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CC6FA4D9-A52E-41D0-A659-0ED5316662DE}"/>
                </a:ext>
              </a:extLst>
            </p:cNvPr>
            <p:cNvSpPr txBox="1"/>
            <p:nvPr/>
          </p:nvSpPr>
          <p:spPr>
            <a:xfrm>
              <a:off x="5198910" y="4638123"/>
              <a:ext cx="759483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3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2658DDBE-8EA9-4EB8-A1D8-A97660968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43" y="4819018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6F39EA92-1967-4676-98BE-042B939D0BCB}"/>
                </a:ext>
              </a:extLst>
            </p:cNvPr>
            <p:cNvSpPr/>
            <p:nvPr/>
          </p:nvSpPr>
          <p:spPr>
            <a:xfrm>
              <a:off x="7547070" y="4559123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245F916-9BB7-4AB9-81E3-CB62630DC98C}"/>
                </a:ext>
              </a:extLst>
            </p:cNvPr>
            <p:cNvSpPr txBox="1"/>
            <p:nvPr/>
          </p:nvSpPr>
          <p:spPr>
            <a:xfrm>
              <a:off x="5185216" y="4804049"/>
              <a:ext cx="1397916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close-related species that are nonnative to region A and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08B6EFC-CF5C-486B-93B6-0731C961613C}"/>
                </a:ext>
              </a:extLst>
            </p:cNvPr>
            <p:cNvSpPr txBox="1"/>
            <p:nvPr/>
          </p:nvSpPr>
          <p:spPr>
            <a:xfrm>
              <a:off x="4219407" y="4383939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弧形 108">
              <a:extLst>
                <a:ext uri="{FF2B5EF4-FFF2-40B4-BE49-F238E27FC236}">
                  <a16:creationId xmlns:a16="http://schemas.microsoft.com/office/drawing/2014/main" id="{BA80C8E1-888E-43F8-A191-C9C5BEFBC9C3}"/>
                </a:ext>
              </a:extLst>
            </p:cNvPr>
            <p:cNvSpPr/>
            <p:nvPr/>
          </p:nvSpPr>
          <p:spPr>
            <a:xfrm rot="314830">
              <a:off x="6430280" y="4473995"/>
              <a:ext cx="374933" cy="319745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F6E159A5-E117-4858-8F7F-87CBC8156149}"/>
                </a:ext>
              </a:extLst>
            </p:cNvPr>
            <p:cNvSpPr/>
            <p:nvPr/>
          </p:nvSpPr>
          <p:spPr>
            <a:xfrm>
              <a:off x="4893479" y="456190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14CC5942-8A57-4768-9972-54E551600DA5}"/>
                </a:ext>
              </a:extLst>
            </p:cNvPr>
            <p:cNvSpPr txBox="1"/>
            <p:nvPr/>
          </p:nvSpPr>
          <p:spPr>
            <a:xfrm>
              <a:off x="4746961" y="4383939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E77DE59A-6E94-41F0-B562-8931BE969F0D}"/>
                </a:ext>
              </a:extLst>
            </p:cNvPr>
            <p:cNvSpPr/>
            <p:nvPr/>
          </p:nvSpPr>
          <p:spPr>
            <a:xfrm>
              <a:off x="6951841" y="457536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715DF5E3-A72F-4231-907A-9D514D0D906C}"/>
                </a:ext>
              </a:extLst>
            </p:cNvPr>
            <p:cNvSpPr/>
            <p:nvPr/>
          </p:nvSpPr>
          <p:spPr>
            <a:xfrm>
              <a:off x="4435428" y="456190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4" name="弧形 113">
              <a:extLst>
                <a:ext uri="{FF2B5EF4-FFF2-40B4-BE49-F238E27FC236}">
                  <a16:creationId xmlns:a16="http://schemas.microsoft.com/office/drawing/2014/main" id="{75E99729-B4A7-4530-B72F-8239F822F2BC}"/>
                </a:ext>
              </a:extLst>
            </p:cNvPr>
            <p:cNvSpPr/>
            <p:nvPr/>
          </p:nvSpPr>
          <p:spPr>
            <a:xfrm rot="15805182">
              <a:off x="7055911" y="4470674"/>
              <a:ext cx="357970" cy="334897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0DA7BC7C-2D14-4609-B4C0-E0820DBAC685}"/>
                </a:ext>
              </a:extLst>
            </p:cNvPr>
            <p:cNvSpPr/>
            <p:nvPr/>
          </p:nvSpPr>
          <p:spPr>
            <a:xfrm>
              <a:off x="6627026" y="4581950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ECC859D-2926-4EAE-82DC-08165508B259}"/>
                </a:ext>
              </a:extLst>
            </p:cNvPr>
            <p:cNvSpPr/>
            <p:nvPr/>
          </p:nvSpPr>
          <p:spPr>
            <a:xfrm>
              <a:off x="8158453" y="4559123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D073A9D8-F412-41EE-A856-7CE88157D1DD}"/>
                </a:ext>
              </a:extLst>
            </p:cNvPr>
            <p:cNvCxnSpPr>
              <a:cxnSpLocks/>
            </p:cNvCxnSpPr>
            <p:nvPr/>
          </p:nvCxnSpPr>
          <p:spPr>
            <a:xfrm>
              <a:off x="7313045" y="4822327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C229E79F-7B14-489E-A2B0-BDFDADDEB51E}"/>
                </a:ext>
              </a:extLst>
            </p:cNvPr>
            <p:cNvSpPr/>
            <p:nvPr/>
          </p:nvSpPr>
          <p:spPr>
            <a:xfrm>
              <a:off x="4475171" y="4602653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F4664265-12F7-477C-97AD-7205CF93683A}"/>
                </a:ext>
              </a:extLst>
            </p:cNvPr>
            <p:cNvSpPr/>
            <p:nvPr/>
          </p:nvSpPr>
          <p:spPr>
            <a:xfrm>
              <a:off x="4476279" y="4852812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E10D3F19-D7F7-4F70-B0D3-FAA7641653EE}"/>
                </a:ext>
              </a:extLst>
            </p:cNvPr>
            <p:cNvSpPr/>
            <p:nvPr/>
          </p:nvSpPr>
          <p:spPr>
            <a:xfrm>
              <a:off x="4928832" y="4602653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F2756F05-6391-4041-84FB-FF4ADC886ACD}"/>
                </a:ext>
              </a:extLst>
            </p:cNvPr>
            <p:cNvSpPr/>
            <p:nvPr/>
          </p:nvSpPr>
          <p:spPr>
            <a:xfrm>
              <a:off x="4934373" y="4847994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6F67C21-6F34-48D9-B621-C9D2292A8859}"/>
                </a:ext>
              </a:extLst>
            </p:cNvPr>
            <p:cNvSpPr/>
            <p:nvPr/>
          </p:nvSpPr>
          <p:spPr>
            <a:xfrm>
              <a:off x="6651125" y="462283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2B65DAEE-4BC4-421B-A1CB-7586BE06BA7D}"/>
                </a:ext>
              </a:extLst>
            </p:cNvPr>
            <p:cNvSpPr/>
            <p:nvPr/>
          </p:nvSpPr>
          <p:spPr>
            <a:xfrm>
              <a:off x="6656091" y="4872129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A20E56FB-3CFF-47C3-A321-E926743275C7}"/>
                </a:ext>
              </a:extLst>
            </p:cNvPr>
            <p:cNvSpPr/>
            <p:nvPr/>
          </p:nvSpPr>
          <p:spPr>
            <a:xfrm>
              <a:off x="6983354" y="4621782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947A34DA-D10F-4C51-A2C7-AD3E20743300}"/>
                </a:ext>
              </a:extLst>
            </p:cNvPr>
            <p:cNvSpPr/>
            <p:nvPr/>
          </p:nvSpPr>
          <p:spPr>
            <a:xfrm>
              <a:off x="6989200" y="4867123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4F623A3-ABF4-4355-A2EA-1D747037C6DB}"/>
                </a:ext>
              </a:extLst>
            </p:cNvPr>
            <p:cNvSpPr/>
            <p:nvPr/>
          </p:nvSpPr>
          <p:spPr>
            <a:xfrm>
              <a:off x="6413912" y="4362822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F6916AC9-BFA1-472E-A7F9-2980B4DCF88D}"/>
                </a:ext>
              </a:extLst>
            </p:cNvPr>
            <p:cNvSpPr/>
            <p:nvPr/>
          </p:nvSpPr>
          <p:spPr>
            <a:xfrm>
              <a:off x="7238442" y="4351203"/>
              <a:ext cx="198000" cy="198000"/>
            </a:xfrm>
            <a:prstGeom prst="ellipse">
              <a:avLst/>
            </a:prstGeom>
            <a:solidFill>
              <a:srgbClr val="B5895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25427A26-AD79-4CA2-A559-58ECC237A02E}"/>
                </a:ext>
              </a:extLst>
            </p:cNvPr>
            <p:cNvSpPr/>
            <p:nvPr/>
          </p:nvSpPr>
          <p:spPr>
            <a:xfrm>
              <a:off x="7850124" y="4718894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941FF831-B92F-4D4A-99EF-149FF62F4E48}"/>
                </a:ext>
              </a:extLst>
            </p:cNvPr>
            <p:cNvSpPr/>
            <p:nvPr/>
          </p:nvSpPr>
          <p:spPr>
            <a:xfrm>
              <a:off x="7602210" y="4596894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072654E6-4F41-4C3B-A871-F5BAFFB8640C}"/>
                </a:ext>
              </a:extLst>
            </p:cNvPr>
            <p:cNvSpPr/>
            <p:nvPr/>
          </p:nvSpPr>
          <p:spPr>
            <a:xfrm>
              <a:off x="7607176" y="4846193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664DA730-CB68-4D87-B4E7-8F2F59D55D39}"/>
                </a:ext>
              </a:extLst>
            </p:cNvPr>
            <p:cNvSpPr/>
            <p:nvPr/>
          </p:nvSpPr>
          <p:spPr>
            <a:xfrm>
              <a:off x="8202258" y="4595577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2D81F3F7-77E7-4D87-8A84-6C18AA4765C8}"/>
                </a:ext>
              </a:extLst>
            </p:cNvPr>
            <p:cNvSpPr/>
            <p:nvPr/>
          </p:nvSpPr>
          <p:spPr>
            <a:xfrm>
              <a:off x="8208103" y="4840918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EDC7D4CF-0C92-4B70-890F-C55ECDD25E09}"/>
                </a:ext>
              </a:extLst>
            </p:cNvPr>
            <p:cNvSpPr/>
            <p:nvPr/>
          </p:nvSpPr>
          <p:spPr>
            <a:xfrm>
              <a:off x="8458052" y="4704582"/>
              <a:ext cx="198000" cy="198000"/>
            </a:xfrm>
            <a:prstGeom prst="ellipse">
              <a:avLst/>
            </a:prstGeom>
            <a:solidFill>
              <a:srgbClr val="B5895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14D8E84-2AA6-4EF4-8415-FDEBCBDB3232}"/>
                </a:ext>
              </a:extLst>
            </p:cNvPr>
            <p:cNvSpPr txBox="1"/>
            <p:nvPr/>
          </p:nvSpPr>
          <p:spPr>
            <a:xfrm>
              <a:off x="5198910" y="5491672"/>
              <a:ext cx="954892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4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B36D9635-9DD7-4660-A4B7-70FE4F16C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643" y="5672566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3E4E1F9-9365-4C6A-8FDA-EE14F913B44F}"/>
                </a:ext>
              </a:extLst>
            </p:cNvPr>
            <p:cNvSpPr txBox="1"/>
            <p:nvPr/>
          </p:nvSpPr>
          <p:spPr>
            <a:xfrm>
              <a:off x="5185215" y="5657596"/>
              <a:ext cx="1541884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species that are native in region A to region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F85486A5-E605-4384-BCE6-27AB1284E14D}"/>
                </a:ext>
              </a:extLst>
            </p:cNvPr>
            <p:cNvSpPr txBox="1"/>
            <p:nvPr/>
          </p:nvSpPr>
          <p:spPr>
            <a:xfrm>
              <a:off x="4219407" y="5237487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BDB1C106-02E8-4A6F-9FC3-CE3F156FFF6C}"/>
                </a:ext>
              </a:extLst>
            </p:cNvPr>
            <p:cNvSpPr/>
            <p:nvPr/>
          </p:nvSpPr>
          <p:spPr>
            <a:xfrm>
              <a:off x="4893479" y="541544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7FC6E811-D72F-4333-BBAE-2DE39176A7B1}"/>
                </a:ext>
              </a:extLst>
            </p:cNvPr>
            <p:cNvSpPr txBox="1"/>
            <p:nvPr/>
          </p:nvSpPr>
          <p:spPr>
            <a:xfrm>
              <a:off x="4746961" y="5237487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898566B5-F382-41C6-AC4D-5C2A2EC2D95C}"/>
                </a:ext>
              </a:extLst>
            </p:cNvPr>
            <p:cNvSpPr/>
            <p:nvPr/>
          </p:nvSpPr>
          <p:spPr>
            <a:xfrm>
              <a:off x="6951841" y="542891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7D21A41D-D66A-4E8A-AFAD-7483F0A87910}"/>
                </a:ext>
              </a:extLst>
            </p:cNvPr>
            <p:cNvSpPr/>
            <p:nvPr/>
          </p:nvSpPr>
          <p:spPr>
            <a:xfrm>
              <a:off x="4435428" y="541544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81AC5A0-8F0C-4B29-82A5-856F9A49B215}"/>
                </a:ext>
              </a:extLst>
            </p:cNvPr>
            <p:cNvSpPr/>
            <p:nvPr/>
          </p:nvSpPr>
          <p:spPr>
            <a:xfrm>
              <a:off x="6627026" y="5435498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8E441BA7-D0B4-49FB-B766-AE0A2AAE95D7}"/>
                </a:ext>
              </a:extLst>
            </p:cNvPr>
            <p:cNvCxnSpPr>
              <a:cxnSpLocks/>
            </p:cNvCxnSpPr>
            <p:nvPr/>
          </p:nvCxnSpPr>
          <p:spPr>
            <a:xfrm>
              <a:off x="7313045" y="5675875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E021F295-7EF2-4D6E-A579-488DEF29BF31}"/>
                </a:ext>
              </a:extLst>
            </p:cNvPr>
            <p:cNvSpPr/>
            <p:nvPr/>
          </p:nvSpPr>
          <p:spPr>
            <a:xfrm>
              <a:off x="4471333" y="5456201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4A7B750E-9369-4623-8E60-5CD929C5A932}"/>
                </a:ext>
              </a:extLst>
            </p:cNvPr>
            <p:cNvSpPr/>
            <p:nvPr/>
          </p:nvSpPr>
          <p:spPr>
            <a:xfrm>
              <a:off x="4466907" y="5705501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C8AB877C-ED44-4D8A-9F01-637D189230A9}"/>
                </a:ext>
              </a:extLst>
            </p:cNvPr>
            <p:cNvSpPr/>
            <p:nvPr/>
          </p:nvSpPr>
          <p:spPr>
            <a:xfrm>
              <a:off x="4933858" y="5456201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F1998B2F-B426-40CF-B45B-869348E66C78}"/>
                </a:ext>
              </a:extLst>
            </p:cNvPr>
            <p:cNvSpPr/>
            <p:nvPr/>
          </p:nvSpPr>
          <p:spPr>
            <a:xfrm>
              <a:off x="4933858" y="5701543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3789319C-A990-4AAB-9DA8-1F3F19762ED7}"/>
                </a:ext>
              </a:extLst>
            </p:cNvPr>
            <p:cNvSpPr/>
            <p:nvPr/>
          </p:nvSpPr>
          <p:spPr>
            <a:xfrm>
              <a:off x="6651125" y="5476378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450EF64-5B7A-40CE-BD48-97625B414238}"/>
                </a:ext>
              </a:extLst>
            </p:cNvPr>
            <p:cNvSpPr/>
            <p:nvPr/>
          </p:nvSpPr>
          <p:spPr>
            <a:xfrm>
              <a:off x="6656091" y="5725677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65756E2F-D8B1-444F-9BE4-BF9266837BC2}"/>
                </a:ext>
              </a:extLst>
            </p:cNvPr>
            <p:cNvSpPr/>
            <p:nvPr/>
          </p:nvSpPr>
          <p:spPr>
            <a:xfrm>
              <a:off x="6983354" y="5475330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2843AEC6-A285-4F7B-85FB-0859B888B68A}"/>
                </a:ext>
              </a:extLst>
            </p:cNvPr>
            <p:cNvSpPr/>
            <p:nvPr/>
          </p:nvSpPr>
          <p:spPr>
            <a:xfrm>
              <a:off x="6989200" y="572067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DE31E196-B212-430E-A656-18FA29C6F9DA}"/>
                </a:ext>
              </a:extLst>
            </p:cNvPr>
            <p:cNvCxnSpPr>
              <a:cxnSpLocks/>
            </p:cNvCxnSpPr>
            <p:nvPr/>
          </p:nvCxnSpPr>
          <p:spPr>
            <a:xfrm>
              <a:off x="6860345" y="5592208"/>
              <a:ext cx="149077" cy="14400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矩形: 圆角 245">
              <a:extLst>
                <a:ext uri="{FF2B5EF4-FFF2-40B4-BE49-F238E27FC236}">
                  <a16:creationId xmlns:a16="http://schemas.microsoft.com/office/drawing/2014/main" id="{BE50D65C-6FC8-468E-90AA-BEDA9A7159B3}"/>
                </a:ext>
              </a:extLst>
            </p:cNvPr>
            <p:cNvSpPr/>
            <p:nvPr/>
          </p:nvSpPr>
          <p:spPr>
            <a:xfrm>
              <a:off x="7549271" y="5421184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A7F035B8-197B-4C4E-B17D-5DF56E83F915}"/>
                </a:ext>
              </a:extLst>
            </p:cNvPr>
            <p:cNvSpPr/>
            <p:nvPr/>
          </p:nvSpPr>
          <p:spPr>
            <a:xfrm>
              <a:off x="7573370" y="5462064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34461D71-2BDC-49E1-A926-2FEE14CD4688}"/>
                </a:ext>
              </a:extLst>
            </p:cNvPr>
            <p:cNvSpPr/>
            <p:nvPr/>
          </p:nvSpPr>
          <p:spPr>
            <a:xfrm>
              <a:off x="7578335" y="5711363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01B82B1A-6605-4BB2-8407-623595DA9E34}"/>
                </a:ext>
              </a:extLst>
            </p:cNvPr>
            <p:cNvSpPr/>
            <p:nvPr/>
          </p:nvSpPr>
          <p:spPr>
            <a:xfrm>
              <a:off x="7882676" y="5412671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4309247B-04CB-4E50-B8D9-2F7B4414CC15}"/>
                </a:ext>
              </a:extLst>
            </p:cNvPr>
            <p:cNvSpPr/>
            <p:nvPr/>
          </p:nvSpPr>
          <p:spPr>
            <a:xfrm>
              <a:off x="7926481" y="5449125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B4995F74-99A9-4F7A-AC40-9F2A46DED392}"/>
                </a:ext>
              </a:extLst>
            </p:cNvPr>
            <p:cNvSpPr/>
            <p:nvPr/>
          </p:nvSpPr>
          <p:spPr>
            <a:xfrm>
              <a:off x="7932327" y="5694466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ABB84071-B630-4491-9939-C30EF041B5F9}"/>
                </a:ext>
              </a:extLst>
            </p:cNvPr>
            <p:cNvSpPr/>
            <p:nvPr/>
          </p:nvSpPr>
          <p:spPr>
            <a:xfrm>
              <a:off x="8184706" y="5580955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7314F398-A9EF-4E10-B5C0-D6AE17C4037F}"/>
                </a:ext>
              </a:extLst>
            </p:cNvPr>
            <p:cNvCxnSpPr>
              <a:cxnSpLocks/>
            </p:cNvCxnSpPr>
            <p:nvPr/>
          </p:nvCxnSpPr>
          <p:spPr>
            <a:xfrm rot="1260000">
              <a:off x="6784188" y="4609159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C193876F-AE12-447F-9FB5-BC5D4B41B17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7040513" y="4590204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024C0B69-C971-41CB-8D4C-85721BA42CCC}"/>
                </a:ext>
              </a:extLst>
            </p:cNvPr>
            <p:cNvSpPr txBox="1"/>
            <p:nvPr/>
          </p:nvSpPr>
          <p:spPr>
            <a:xfrm>
              <a:off x="5210962" y="6290069"/>
              <a:ext cx="786142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5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816EBC96-07C5-4943-A961-20579F929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8695" y="6470965"/>
              <a:ext cx="1314016" cy="614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矩形: 圆角 233">
              <a:extLst>
                <a:ext uri="{FF2B5EF4-FFF2-40B4-BE49-F238E27FC236}">
                  <a16:creationId xmlns:a16="http://schemas.microsoft.com/office/drawing/2014/main" id="{50B2A271-A1F3-4BA3-A2B5-168ACDFB9186}"/>
                </a:ext>
              </a:extLst>
            </p:cNvPr>
            <p:cNvSpPr/>
            <p:nvPr/>
          </p:nvSpPr>
          <p:spPr>
            <a:xfrm>
              <a:off x="7559122" y="6211069"/>
              <a:ext cx="568152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61CC039C-52B7-4339-AF71-8B1C3F72859C}"/>
                </a:ext>
              </a:extLst>
            </p:cNvPr>
            <p:cNvSpPr txBox="1"/>
            <p:nvPr/>
          </p:nvSpPr>
          <p:spPr>
            <a:xfrm>
              <a:off x="5197267" y="6455995"/>
              <a:ext cx="1551063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nonnative species that are closely related to region B to region A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B9903FF8-426E-455D-B161-FCBD7F8EB379}"/>
                </a:ext>
              </a:extLst>
            </p:cNvPr>
            <p:cNvSpPr txBox="1"/>
            <p:nvPr/>
          </p:nvSpPr>
          <p:spPr>
            <a:xfrm>
              <a:off x="4231459" y="6021138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A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弧形 236">
              <a:extLst>
                <a:ext uri="{FF2B5EF4-FFF2-40B4-BE49-F238E27FC236}">
                  <a16:creationId xmlns:a16="http://schemas.microsoft.com/office/drawing/2014/main" id="{7F75A041-873B-4EF5-92A1-73F8A705AEE1}"/>
                </a:ext>
              </a:extLst>
            </p:cNvPr>
            <p:cNvSpPr/>
            <p:nvPr/>
          </p:nvSpPr>
          <p:spPr>
            <a:xfrm rot="314830">
              <a:off x="6442332" y="6125942"/>
              <a:ext cx="374933" cy="319745"/>
            </a:xfrm>
            <a:prstGeom prst="arc">
              <a:avLst/>
            </a:prstGeom>
            <a:ln w="12700">
              <a:solidFill>
                <a:srgbClr val="BA54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41" name="矩形: 圆角 240">
              <a:extLst>
                <a:ext uri="{FF2B5EF4-FFF2-40B4-BE49-F238E27FC236}">
                  <a16:creationId xmlns:a16="http://schemas.microsoft.com/office/drawing/2014/main" id="{F7282A57-73A2-4714-A052-ABC93B5EFC4D}"/>
                </a:ext>
              </a:extLst>
            </p:cNvPr>
            <p:cNvSpPr/>
            <p:nvPr/>
          </p:nvSpPr>
          <p:spPr>
            <a:xfrm>
              <a:off x="4905531" y="621384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12CBD059-CB78-444D-A20E-53AB1ECF5290}"/>
                </a:ext>
              </a:extLst>
            </p:cNvPr>
            <p:cNvSpPr txBox="1"/>
            <p:nvPr/>
          </p:nvSpPr>
          <p:spPr>
            <a:xfrm>
              <a:off x="4759013" y="6021138"/>
              <a:ext cx="735638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 Region B	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71D9765F-A0E8-4F50-972B-D158D227F767}"/>
                </a:ext>
              </a:extLst>
            </p:cNvPr>
            <p:cNvSpPr/>
            <p:nvPr/>
          </p:nvSpPr>
          <p:spPr>
            <a:xfrm>
              <a:off x="6963894" y="6227314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67" name="矩形: 圆角 266">
              <a:extLst>
                <a:ext uri="{FF2B5EF4-FFF2-40B4-BE49-F238E27FC236}">
                  <a16:creationId xmlns:a16="http://schemas.microsoft.com/office/drawing/2014/main" id="{DDC13B05-AB32-4E12-8BF5-1C1BF2D04FC2}"/>
                </a:ext>
              </a:extLst>
            </p:cNvPr>
            <p:cNvSpPr/>
            <p:nvPr/>
          </p:nvSpPr>
          <p:spPr>
            <a:xfrm>
              <a:off x="4447480" y="6213846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68" name="矩形: 圆角 267">
              <a:extLst>
                <a:ext uri="{FF2B5EF4-FFF2-40B4-BE49-F238E27FC236}">
                  <a16:creationId xmlns:a16="http://schemas.microsoft.com/office/drawing/2014/main" id="{488983D1-B42D-4B70-8F1C-C213079D61CB}"/>
                </a:ext>
              </a:extLst>
            </p:cNvPr>
            <p:cNvSpPr/>
            <p:nvPr/>
          </p:nvSpPr>
          <p:spPr>
            <a:xfrm>
              <a:off x="6639078" y="6233897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A87D40BC-8B67-498F-86EF-C0BCECE0E858}"/>
                </a:ext>
              </a:extLst>
            </p:cNvPr>
            <p:cNvCxnSpPr>
              <a:cxnSpLocks/>
            </p:cNvCxnSpPr>
            <p:nvPr/>
          </p:nvCxnSpPr>
          <p:spPr>
            <a:xfrm>
              <a:off x="7325098" y="6474274"/>
              <a:ext cx="188395" cy="0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E257824F-AE32-4185-97B6-EB0681248E86}"/>
                </a:ext>
              </a:extLst>
            </p:cNvPr>
            <p:cNvSpPr/>
            <p:nvPr/>
          </p:nvSpPr>
          <p:spPr>
            <a:xfrm>
              <a:off x="4487754" y="625460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29AE4044-04C9-4943-B77A-6856CEB6FE7E}"/>
                </a:ext>
              </a:extLst>
            </p:cNvPr>
            <p:cNvSpPr/>
            <p:nvPr/>
          </p:nvSpPr>
          <p:spPr>
            <a:xfrm>
              <a:off x="4487754" y="6502824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43B38914-BAD7-46EE-9212-E3EC51739EF9}"/>
                </a:ext>
              </a:extLst>
            </p:cNvPr>
            <p:cNvSpPr/>
            <p:nvPr/>
          </p:nvSpPr>
          <p:spPr>
            <a:xfrm>
              <a:off x="4931400" y="6254600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6D7CE2E0-2AF6-4522-A44D-470B91A2D23B}"/>
                </a:ext>
              </a:extLst>
            </p:cNvPr>
            <p:cNvSpPr/>
            <p:nvPr/>
          </p:nvSpPr>
          <p:spPr>
            <a:xfrm>
              <a:off x="4937246" y="649994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DDABB880-C23B-4E99-AC26-9A38F258BF26}"/>
                </a:ext>
              </a:extLst>
            </p:cNvPr>
            <p:cNvSpPr/>
            <p:nvPr/>
          </p:nvSpPr>
          <p:spPr>
            <a:xfrm>
              <a:off x="6680912" y="6290069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DE820ADC-4880-484C-91E4-8F270B0CCA8B}"/>
                </a:ext>
              </a:extLst>
            </p:cNvPr>
            <p:cNvSpPr/>
            <p:nvPr/>
          </p:nvSpPr>
          <p:spPr>
            <a:xfrm>
              <a:off x="6687550" y="6515385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267F0EEB-E4F9-402C-8A38-704DF38D4E9C}"/>
                </a:ext>
              </a:extLst>
            </p:cNvPr>
            <p:cNvSpPr/>
            <p:nvPr/>
          </p:nvSpPr>
          <p:spPr>
            <a:xfrm>
              <a:off x="7005624" y="6291854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A941B21B-1F13-4DE2-B867-1996F13127CF}"/>
                </a:ext>
              </a:extLst>
            </p:cNvPr>
            <p:cNvSpPr/>
            <p:nvPr/>
          </p:nvSpPr>
          <p:spPr>
            <a:xfrm>
              <a:off x="7005624" y="6524557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08D2F21B-3F35-4783-843D-C0A7E37A2EB4}"/>
                </a:ext>
              </a:extLst>
            </p:cNvPr>
            <p:cNvSpPr/>
            <p:nvPr/>
          </p:nvSpPr>
          <p:spPr>
            <a:xfrm>
              <a:off x="6425964" y="6014769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2DAC2C93-6C7A-4C22-9F2A-372055001E19}"/>
                </a:ext>
              </a:extLst>
            </p:cNvPr>
            <p:cNvSpPr/>
            <p:nvPr/>
          </p:nvSpPr>
          <p:spPr>
            <a:xfrm>
              <a:off x="7862177" y="6370840"/>
              <a:ext cx="198000" cy="198000"/>
            </a:xfrm>
            <a:prstGeom prst="ellipse">
              <a:avLst/>
            </a:prstGeom>
            <a:solidFill>
              <a:srgbClr val="0C2E26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66132FAA-50F0-4C8F-BB86-280AC790756F}"/>
                </a:ext>
              </a:extLst>
            </p:cNvPr>
            <p:cNvSpPr/>
            <p:nvPr/>
          </p:nvSpPr>
          <p:spPr>
            <a:xfrm>
              <a:off x="7614262" y="6248840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DE09801B-94F5-4F01-B145-15BBD8A41330}"/>
                </a:ext>
              </a:extLst>
            </p:cNvPr>
            <p:cNvSpPr/>
            <p:nvPr/>
          </p:nvSpPr>
          <p:spPr>
            <a:xfrm>
              <a:off x="7619228" y="6498139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807EFB9D-EB9F-4790-9843-C75B64BA9C58}"/>
                </a:ext>
              </a:extLst>
            </p:cNvPr>
            <p:cNvSpPr/>
            <p:nvPr/>
          </p:nvSpPr>
          <p:spPr>
            <a:xfrm>
              <a:off x="8180305" y="6211069"/>
              <a:ext cx="285576" cy="532088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7F5768DD-3414-4ACD-A4EC-5F1AA96652F0}"/>
                </a:ext>
              </a:extLst>
            </p:cNvPr>
            <p:cNvSpPr/>
            <p:nvPr/>
          </p:nvSpPr>
          <p:spPr>
            <a:xfrm>
              <a:off x="8211818" y="6257483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2A1A5B3E-6122-4BAC-A9ED-39B53CE276CE}"/>
                </a:ext>
              </a:extLst>
            </p:cNvPr>
            <p:cNvSpPr txBox="1"/>
            <p:nvPr/>
          </p:nvSpPr>
          <p:spPr>
            <a:xfrm>
              <a:off x="4722226" y="4185203"/>
              <a:ext cx="576000" cy="21835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rgbClr val="7D5AA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Lose PU</a:t>
              </a:r>
              <a:endParaRPr lang="zh-CN" altLang="en-US" sz="800" dirty="0">
                <a:solidFill>
                  <a:srgbClr val="7D5AA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00EF3107-96BD-481B-AB69-B7E75A3DD983}"/>
                </a:ext>
              </a:extLst>
            </p:cNvPr>
            <p:cNvSpPr/>
            <p:nvPr/>
          </p:nvSpPr>
          <p:spPr>
            <a:xfrm>
              <a:off x="8217663" y="6502824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E296C4CF-698F-47E0-A867-212997DC6B78}"/>
                </a:ext>
              </a:extLst>
            </p:cNvPr>
            <p:cNvCxnSpPr>
              <a:cxnSpLocks/>
            </p:cNvCxnSpPr>
            <p:nvPr/>
          </p:nvCxnSpPr>
          <p:spPr>
            <a:xfrm rot="1260000">
              <a:off x="6795559" y="6265990"/>
              <a:ext cx="49664" cy="97738"/>
            </a:xfrm>
            <a:prstGeom prst="straightConnector1">
              <a:avLst/>
            </a:prstGeom>
            <a:ln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BC38956-C819-4049-A8FB-FD9EA2C0EE5A}"/>
              </a:ext>
            </a:extLst>
          </p:cNvPr>
          <p:cNvGrpSpPr/>
          <p:nvPr/>
        </p:nvGrpSpPr>
        <p:grpSpPr>
          <a:xfrm>
            <a:off x="4190773" y="689261"/>
            <a:ext cx="4607826" cy="1940598"/>
            <a:chOff x="4190773" y="2140053"/>
            <a:chExt cx="4607826" cy="1940598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7B32C73-3265-48FE-ABBF-14198357112E}"/>
                </a:ext>
              </a:extLst>
            </p:cNvPr>
            <p:cNvSpPr txBox="1"/>
            <p:nvPr/>
          </p:nvSpPr>
          <p:spPr>
            <a:xfrm>
              <a:off x="4262599" y="2244651"/>
              <a:ext cx="4536000" cy="18360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8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AFB81A5-5ADA-45C7-9847-48790AAF1CB4}"/>
                </a:ext>
              </a:extLst>
            </p:cNvPr>
            <p:cNvGrpSpPr/>
            <p:nvPr/>
          </p:nvGrpSpPr>
          <p:grpSpPr>
            <a:xfrm>
              <a:off x="4190773" y="2140053"/>
              <a:ext cx="4507198" cy="1930259"/>
              <a:chOff x="4190773" y="2140053"/>
              <a:chExt cx="4507198" cy="1930259"/>
            </a:xfrm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E79E4A-306E-4D69-BB6E-F26021C2A4C1}"/>
                  </a:ext>
                </a:extLst>
              </p:cNvPr>
              <p:cNvSpPr txBox="1"/>
              <p:nvPr/>
            </p:nvSpPr>
            <p:spPr>
              <a:xfrm>
                <a:off x="5170275" y="2582198"/>
                <a:ext cx="786143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Pathway 1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304FA978-B5D7-4FC4-A7CB-D6B02E4C37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8009" y="2763094"/>
                <a:ext cx="1314016" cy="6149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6572944C-8C05-48C1-A5BA-94C7D4B37D6F}"/>
                  </a:ext>
                </a:extLst>
              </p:cNvPr>
              <p:cNvSpPr/>
              <p:nvPr/>
            </p:nvSpPr>
            <p:spPr>
              <a:xfrm>
                <a:off x="7518436" y="2503198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4BD7FF2-1C10-4065-A5E4-7D4219D8511F}"/>
                  </a:ext>
                </a:extLst>
              </p:cNvPr>
              <p:cNvSpPr txBox="1"/>
              <p:nvPr/>
            </p:nvSpPr>
            <p:spPr>
              <a:xfrm>
                <a:off x="5156582" y="2743891"/>
                <a:ext cx="1424681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Naturalizing distant-related species that are nonnative to region A and B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1BDF973-80DC-474E-B734-C8EBDD891E23}"/>
                  </a:ext>
                </a:extLst>
              </p:cNvPr>
              <p:cNvSpPr txBox="1"/>
              <p:nvPr/>
            </p:nvSpPr>
            <p:spPr>
              <a:xfrm>
                <a:off x="4190773" y="2328015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A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弧形 68">
                <a:extLst>
                  <a:ext uri="{FF2B5EF4-FFF2-40B4-BE49-F238E27FC236}">
                    <a16:creationId xmlns:a16="http://schemas.microsoft.com/office/drawing/2014/main" id="{6D83D481-51B1-46DC-AAAF-B00E5787AE10}"/>
                  </a:ext>
                </a:extLst>
              </p:cNvPr>
              <p:cNvSpPr/>
              <p:nvPr/>
            </p:nvSpPr>
            <p:spPr>
              <a:xfrm rot="314830">
                <a:off x="6401646" y="2418071"/>
                <a:ext cx="374933" cy="319745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F1669A20-1FC8-494E-B657-A61CF2174E0D}"/>
                  </a:ext>
                </a:extLst>
              </p:cNvPr>
              <p:cNvSpPr/>
              <p:nvPr/>
            </p:nvSpPr>
            <p:spPr>
              <a:xfrm>
                <a:off x="4864845" y="250597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17AE9C0F-204A-4115-BABB-FA4DC8849E12}"/>
                  </a:ext>
                </a:extLst>
              </p:cNvPr>
              <p:cNvSpPr txBox="1"/>
              <p:nvPr/>
            </p:nvSpPr>
            <p:spPr>
              <a:xfrm>
                <a:off x="4680118" y="232792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B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25AC4764-C903-41B4-B177-B17BCC15FD5F}"/>
                  </a:ext>
                </a:extLst>
              </p:cNvPr>
              <p:cNvSpPr/>
              <p:nvPr/>
            </p:nvSpPr>
            <p:spPr>
              <a:xfrm>
                <a:off x="6923208" y="2519444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23C6F6E6-F6B8-4029-AEF2-47AD5FC969F7}"/>
                  </a:ext>
                </a:extLst>
              </p:cNvPr>
              <p:cNvSpPr/>
              <p:nvPr/>
            </p:nvSpPr>
            <p:spPr>
              <a:xfrm>
                <a:off x="4406794" y="250597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4" name="弧形 73">
                <a:extLst>
                  <a:ext uri="{FF2B5EF4-FFF2-40B4-BE49-F238E27FC236}">
                    <a16:creationId xmlns:a16="http://schemas.microsoft.com/office/drawing/2014/main" id="{025DD51C-6852-44CD-8B11-A1BB6AD757F7}"/>
                  </a:ext>
                </a:extLst>
              </p:cNvPr>
              <p:cNvSpPr/>
              <p:nvPr/>
            </p:nvSpPr>
            <p:spPr>
              <a:xfrm rot="15805182">
                <a:off x="7038565" y="2420339"/>
                <a:ext cx="357970" cy="334897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A785F47E-6A71-49F8-975F-3D20354940AE}"/>
                  </a:ext>
                </a:extLst>
              </p:cNvPr>
              <p:cNvSpPr/>
              <p:nvPr/>
            </p:nvSpPr>
            <p:spPr>
              <a:xfrm>
                <a:off x="6598392" y="2526026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B35A95D7-7B55-4755-A761-AF0284B439C8}"/>
                  </a:ext>
                </a:extLst>
              </p:cNvPr>
              <p:cNvSpPr/>
              <p:nvPr/>
            </p:nvSpPr>
            <p:spPr>
              <a:xfrm>
                <a:off x="8129819" y="2503198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FB75786E-3308-411F-9CC6-B0733D7593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4412" y="2766403"/>
                <a:ext cx="188395" cy="0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B53C622-C367-4FBD-8C51-34F1B8E4E9D7}"/>
                  </a:ext>
                </a:extLst>
              </p:cNvPr>
              <p:cNvSpPr txBox="1"/>
              <p:nvPr/>
            </p:nvSpPr>
            <p:spPr>
              <a:xfrm>
                <a:off x="4712596" y="2140053"/>
                <a:ext cx="576000" cy="21544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Gain PU</a:t>
                </a:r>
                <a:endParaRPr lang="zh-CN" altLang="en-US" sz="8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05DE83E6-E970-4EBA-B849-E6504AEC08F8}"/>
                  </a:ext>
                </a:extLst>
              </p:cNvPr>
              <p:cNvSpPr/>
              <p:nvPr/>
            </p:nvSpPr>
            <p:spPr>
              <a:xfrm>
                <a:off x="4443863" y="254672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68FF5B5D-905D-4361-91F4-205D087DDDFE}"/>
                  </a:ext>
                </a:extLst>
              </p:cNvPr>
              <p:cNvSpPr/>
              <p:nvPr/>
            </p:nvSpPr>
            <p:spPr>
              <a:xfrm>
                <a:off x="4447068" y="2795305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DAAF6CBE-8244-4D97-ABE2-FC7C4EEF6611}"/>
                  </a:ext>
                </a:extLst>
              </p:cNvPr>
              <p:cNvSpPr/>
              <p:nvPr/>
            </p:nvSpPr>
            <p:spPr>
              <a:xfrm>
                <a:off x="4895830" y="2546729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CEF5DA3C-B8AB-41A4-8177-1934F1FBD66E}"/>
                  </a:ext>
                </a:extLst>
              </p:cNvPr>
              <p:cNvSpPr/>
              <p:nvPr/>
            </p:nvSpPr>
            <p:spPr>
              <a:xfrm>
                <a:off x="4896560" y="2792070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6AB4B992-62AC-4B76-871C-1E06ACF4BC01}"/>
                  </a:ext>
                </a:extLst>
              </p:cNvPr>
              <p:cNvSpPr/>
              <p:nvPr/>
            </p:nvSpPr>
            <p:spPr>
              <a:xfrm>
                <a:off x="6627457" y="2565858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BE04EEAA-DBAF-474C-A74C-8638647B620A}"/>
                  </a:ext>
                </a:extLst>
              </p:cNvPr>
              <p:cNvSpPr/>
              <p:nvPr/>
            </p:nvSpPr>
            <p:spPr>
              <a:xfrm>
                <a:off x="6627457" y="2816205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380CC532-292E-4125-8EE5-FA6521F9E2C5}"/>
                  </a:ext>
                </a:extLst>
              </p:cNvPr>
              <p:cNvSpPr/>
              <p:nvPr/>
            </p:nvSpPr>
            <p:spPr>
              <a:xfrm>
                <a:off x="6958515" y="2565858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5B35B762-DAA2-4A7E-A5E8-0F9277FE5443}"/>
                  </a:ext>
                </a:extLst>
              </p:cNvPr>
              <p:cNvSpPr/>
              <p:nvPr/>
            </p:nvSpPr>
            <p:spPr>
              <a:xfrm>
                <a:off x="6960566" y="2811199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5AADB3F7-813C-440B-803D-170A2566B0AE}"/>
                  </a:ext>
                </a:extLst>
              </p:cNvPr>
              <p:cNvSpPr/>
              <p:nvPr/>
            </p:nvSpPr>
            <p:spPr>
              <a:xfrm>
                <a:off x="6385278" y="2306898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49877608-87D1-4C74-89E5-FA4D52049F81}"/>
                  </a:ext>
                </a:extLst>
              </p:cNvPr>
              <p:cNvSpPr/>
              <p:nvPr/>
            </p:nvSpPr>
            <p:spPr>
              <a:xfrm>
                <a:off x="7209809" y="2295279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10CB238D-A508-4950-9CD3-932823BB66BC}"/>
                  </a:ext>
                </a:extLst>
              </p:cNvPr>
              <p:cNvSpPr/>
              <p:nvPr/>
            </p:nvSpPr>
            <p:spPr>
              <a:xfrm>
                <a:off x="7821491" y="266297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90E74566-0C54-4868-B61A-EBB19AA00E09}"/>
                  </a:ext>
                </a:extLst>
              </p:cNvPr>
              <p:cNvSpPr/>
              <p:nvPr/>
            </p:nvSpPr>
            <p:spPr>
              <a:xfrm>
                <a:off x="7573576" y="254096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F42503A4-78BB-4F29-B9A3-E116C871909A}"/>
                  </a:ext>
                </a:extLst>
              </p:cNvPr>
              <p:cNvSpPr/>
              <p:nvPr/>
            </p:nvSpPr>
            <p:spPr>
              <a:xfrm>
                <a:off x="7578542" y="2790269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A17FCBD4-C5C7-40C4-BAB3-194C81C65108}"/>
                  </a:ext>
                </a:extLst>
              </p:cNvPr>
              <p:cNvSpPr/>
              <p:nvPr/>
            </p:nvSpPr>
            <p:spPr>
              <a:xfrm>
                <a:off x="8173624" y="2539653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4F13A97B-CE2D-46BB-A347-C455E104F49B}"/>
                  </a:ext>
                </a:extLst>
              </p:cNvPr>
              <p:cNvSpPr/>
              <p:nvPr/>
            </p:nvSpPr>
            <p:spPr>
              <a:xfrm>
                <a:off x="8179470" y="2784994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02404D71-6968-4A22-B5DA-E097347099E6}"/>
                  </a:ext>
                </a:extLst>
              </p:cNvPr>
              <p:cNvSpPr/>
              <p:nvPr/>
            </p:nvSpPr>
            <p:spPr>
              <a:xfrm>
                <a:off x="8429418" y="2648658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A37C3D3-BD3A-4C05-B14D-BE250B6E8733}"/>
                  </a:ext>
                </a:extLst>
              </p:cNvPr>
              <p:cNvSpPr txBox="1"/>
              <p:nvPr/>
            </p:nvSpPr>
            <p:spPr>
              <a:xfrm>
                <a:off x="5170276" y="3455200"/>
                <a:ext cx="786142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Pathway 2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E94CF559-8734-46A8-B251-9C74579CC1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8009" y="3636096"/>
                <a:ext cx="1314016" cy="6149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94B43986-F774-4E8E-8D09-A77E65DDFD94}"/>
                  </a:ext>
                </a:extLst>
              </p:cNvPr>
              <p:cNvSpPr/>
              <p:nvPr/>
            </p:nvSpPr>
            <p:spPr>
              <a:xfrm>
                <a:off x="7518436" y="3376200"/>
                <a:ext cx="568152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B37C0B3E-DB92-4232-81DA-F052A41F617C}"/>
                  </a:ext>
                </a:extLst>
              </p:cNvPr>
              <p:cNvSpPr txBox="1"/>
              <p:nvPr/>
            </p:nvSpPr>
            <p:spPr>
              <a:xfrm>
                <a:off x="5156528" y="3608647"/>
                <a:ext cx="1555605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Naturalizing </a:t>
                </a: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nonnative</a:t>
                </a:r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species </a:t>
                </a:r>
                <a:r>
                  <a:rPr lang="en-US" altLang="zh-CN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are distantly related to region B to region A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CA305BD0-D73A-493B-9B38-CD5F79661C8A}"/>
                  </a:ext>
                </a:extLst>
              </p:cNvPr>
              <p:cNvSpPr txBox="1"/>
              <p:nvPr/>
            </p:nvSpPr>
            <p:spPr>
              <a:xfrm>
                <a:off x="4190773" y="318626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A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弧形 99">
                <a:extLst>
                  <a:ext uri="{FF2B5EF4-FFF2-40B4-BE49-F238E27FC236}">
                    <a16:creationId xmlns:a16="http://schemas.microsoft.com/office/drawing/2014/main" id="{46040A51-D616-4F35-8A7B-EF029B866FF5}"/>
                  </a:ext>
                </a:extLst>
              </p:cNvPr>
              <p:cNvSpPr/>
              <p:nvPr/>
            </p:nvSpPr>
            <p:spPr>
              <a:xfrm rot="314830">
                <a:off x="6401646" y="3291073"/>
                <a:ext cx="374933" cy="319745"/>
              </a:xfrm>
              <a:prstGeom prst="arc">
                <a:avLst/>
              </a:prstGeom>
              <a:ln w="12700">
                <a:solidFill>
                  <a:srgbClr val="BA54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4C173A25-EDEA-4880-A7C1-4C5336CA2206}"/>
                  </a:ext>
                </a:extLst>
              </p:cNvPr>
              <p:cNvSpPr/>
              <p:nvPr/>
            </p:nvSpPr>
            <p:spPr>
              <a:xfrm>
                <a:off x="4864845" y="3378977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FA966EAF-E7B6-48A2-8448-28C9420DCA4E}"/>
                  </a:ext>
                </a:extLst>
              </p:cNvPr>
              <p:cNvSpPr txBox="1"/>
              <p:nvPr/>
            </p:nvSpPr>
            <p:spPr>
              <a:xfrm>
                <a:off x="4718327" y="3186269"/>
                <a:ext cx="735638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 Region B	</a:t>
                </a:r>
                <a:endPara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矩形: 圆角 136">
                <a:extLst>
                  <a:ext uri="{FF2B5EF4-FFF2-40B4-BE49-F238E27FC236}">
                    <a16:creationId xmlns:a16="http://schemas.microsoft.com/office/drawing/2014/main" id="{27D933C2-EFCC-4178-A646-74C6C145B999}"/>
                  </a:ext>
                </a:extLst>
              </p:cNvPr>
              <p:cNvSpPr/>
              <p:nvPr/>
            </p:nvSpPr>
            <p:spPr>
              <a:xfrm>
                <a:off x="6923208" y="3392445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AA467BB9-BBC6-4F34-8092-D08D457FCF3B}"/>
                  </a:ext>
                </a:extLst>
              </p:cNvPr>
              <p:cNvSpPr/>
              <p:nvPr/>
            </p:nvSpPr>
            <p:spPr>
              <a:xfrm>
                <a:off x="4406794" y="3378977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2920583C-E752-4FC7-99A8-33A4B9127634}"/>
                  </a:ext>
                </a:extLst>
              </p:cNvPr>
              <p:cNvSpPr/>
              <p:nvPr/>
            </p:nvSpPr>
            <p:spPr>
              <a:xfrm>
                <a:off x="6598392" y="3399028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cxnSp>
            <p:nvCxnSpPr>
              <p:cNvPr id="156" name="直接箭头连接符 155">
                <a:extLst>
                  <a:ext uri="{FF2B5EF4-FFF2-40B4-BE49-F238E27FC236}">
                    <a16:creationId xmlns:a16="http://schemas.microsoft.com/office/drawing/2014/main" id="{153C61C8-58C3-46F4-83E5-8DAF373D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4412" y="3639405"/>
                <a:ext cx="188395" cy="0"/>
              </a:xfrm>
              <a:prstGeom prst="straightConnector1">
                <a:avLst/>
              </a:prstGeom>
              <a:ln w="12700"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7AA67304-B742-4FE6-A582-A2B0519AAD77}"/>
                  </a:ext>
                </a:extLst>
              </p:cNvPr>
              <p:cNvSpPr/>
              <p:nvPr/>
            </p:nvSpPr>
            <p:spPr>
              <a:xfrm>
                <a:off x="4447068" y="3419731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8AEC95F1-87DC-4879-AA49-F4275F58ADA9}"/>
                  </a:ext>
                </a:extLst>
              </p:cNvPr>
              <p:cNvSpPr/>
              <p:nvPr/>
            </p:nvSpPr>
            <p:spPr>
              <a:xfrm>
                <a:off x="4447068" y="3672190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F5FBC262-A5E5-4422-A3EF-F266A29FA5CE}"/>
                  </a:ext>
                </a:extLst>
              </p:cNvPr>
              <p:cNvSpPr/>
              <p:nvPr/>
            </p:nvSpPr>
            <p:spPr>
              <a:xfrm>
                <a:off x="4890714" y="3419731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8250636B-3232-401B-A727-194ECAB5435C}"/>
                  </a:ext>
                </a:extLst>
              </p:cNvPr>
              <p:cNvSpPr/>
              <p:nvPr/>
            </p:nvSpPr>
            <p:spPr>
              <a:xfrm>
                <a:off x="4896560" y="3669307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8341CEA3-F828-407C-A8B9-748447A3CF6E}"/>
                  </a:ext>
                </a:extLst>
              </p:cNvPr>
              <p:cNvSpPr/>
              <p:nvPr/>
            </p:nvSpPr>
            <p:spPr>
              <a:xfrm>
                <a:off x="6640226" y="3455200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DE6549D3-713B-4CB2-8036-2BD9B02D05E4}"/>
                  </a:ext>
                </a:extLst>
              </p:cNvPr>
              <p:cNvSpPr/>
              <p:nvPr/>
            </p:nvSpPr>
            <p:spPr>
              <a:xfrm>
                <a:off x="6646864" y="3680516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FC4773F3-FF8A-416D-9DB6-DEA6C4DC9723}"/>
                  </a:ext>
                </a:extLst>
              </p:cNvPr>
              <p:cNvSpPr/>
              <p:nvPr/>
            </p:nvSpPr>
            <p:spPr>
              <a:xfrm>
                <a:off x="6964938" y="3456985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DA404C40-B9A8-4655-81CF-6FAC80CF922A}"/>
                  </a:ext>
                </a:extLst>
              </p:cNvPr>
              <p:cNvSpPr/>
              <p:nvPr/>
            </p:nvSpPr>
            <p:spPr>
              <a:xfrm>
                <a:off x="6964938" y="3689688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66375CD4-11A6-49DD-B3DF-925E226B04FA}"/>
                  </a:ext>
                </a:extLst>
              </p:cNvPr>
              <p:cNvSpPr/>
              <p:nvPr/>
            </p:nvSpPr>
            <p:spPr>
              <a:xfrm>
                <a:off x="6385278" y="317990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DDF2FAE-4457-43FB-B68D-39FAEF1E4B86}"/>
                  </a:ext>
                </a:extLst>
              </p:cNvPr>
              <p:cNvSpPr/>
              <p:nvPr/>
            </p:nvSpPr>
            <p:spPr>
              <a:xfrm>
                <a:off x="7821491" y="3535971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C27BCBC6-9AED-4BB6-B717-EDC2356FC5AF}"/>
                  </a:ext>
                </a:extLst>
              </p:cNvPr>
              <p:cNvSpPr/>
              <p:nvPr/>
            </p:nvSpPr>
            <p:spPr>
              <a:xfrm>
                <a:off x="7573576" y="3413971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1B6F7572-FCEB-465F-8FCC-034344B65813}"/>
                  </a:ext>
                </a:extLst>
              </p:cNvPr>
              <p:cNvSpPr/>
              <p:nvPr/>
            </p:nvSpPr>
            <p:spPr>
              <a:xfrm>
                <a:off x="7578542" y="3663270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FB0C024B-4975-4181-A02E-E7E6BEA0CCBA}"/>
                  </a:ext>
                </a:extLst>
              </p:cNvPr>
              <p:cNvSpPr/>
              <p:nvPr/>
            </p:nvSpPr>
            <p:spPr>
              <a:xfrm>
                <a:off x="8139619" y="3376200"/>
                <a:ext cx="285576" cy="53208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919994A0-75C5-4138-A646-E73559C4863D}"/>
                  </a:ext>
                </a:extLst>
              </p:cNvPr>
              <p:cNvSpPr/>
              <p:nvPr/>
            </p:nvSpPr>
            <p:spPr>
              <a:xfrm>
                <a:off x="8171132" y="3422614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B2707051-EE1B-494A-9CA4-08C2F0AAA0C5}"/>
                  </a:ext>
                </a:extLst>
              </p:cNvPr>
              <p:cNvSpPr/>
              <p:nvPr/>
            </p:nvSpPr>
            <p:spPr>
              <a:xfrm>
                <a:off x="8176977" y="3667955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E75E2D9B-41AD-41F3-8D64-EDAAB44A7FE1}"/>
                  </a:ext>
                </a:extLst>
              </p:cNvPr>
              <p:cNvCxnSpPr>
                <a:cxnSpLocks/>
              </p:cNvCxnSpPr>
              <p:nvPr/>
            </p:nvCxnSpPr>
            <p:spPr>
              <a:xfrm rot="1260000">
                <a:off x="6751022" y="2543942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127A6B5D-E750-4563-B20B-21E2C34A1915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7028424" y="2536844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箭头连接符 414">
                <a:extLst>
                  <a:ext uri="{FF2B5EF4-FFF2-40B4-BE49-F238E27FC236}">
                    <a16:creationId xmlns:a16="http://schemas.microsoft.com/office/drawing/2014/main" id="{7CD64253-892C-44BB-A72A-F087CB3CD829}"/>
                  </a:ext>
                </a:extLst>
              </p:cNvPr>
              <p:cNvCxnSpPr>
                <a:cxnSpLocks/>
              </p:cNvCxnSpPr>
              <p:nvPr/>
            </p:nvCxnSpPr>
            <p:spPr>
              <a:xfrm rot="1260000">
                <a:off x="6754873" y="3431121"/>
                <a:ext cx="49664" cy="97738"/>
              </a:xfrm>
              <a:prstGeom prst="straightConnector1">
                <a:avLst/>
              </a:prstGeom>
              <a:ln>
                <a:solidFill>
                  <a:srgbClr val="BA542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54A1F8E-23D4-485C-9707-784868815A5B}"/>
              </a:ext>
            </a:extLst>
          </p:cNvPr>
          <p:cNvGrpSpPr/>
          <p:nvPr/>
        </p:nvGrpSpPr>
        <p:grpSpPr>
          <a:xfrm>
            <a:off x="4259512" y="5371050"/>
            <a:ext cx="4656832" cy="230807"/>
            <a:chOff x="4259512" y="5371050"/>
            <a:chExt cx="4656832" cy="230807"/>
          </a:xfrm>
        </p:grpSpPr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ECF145A5-0A9A-487F-9AF5-569636EEBD01}"/>
                </a:ext>
              </a:extLst>
            </p:cNvPr>
            <p:cNvSpPr/>
            <p:nvPr/>
          </p:nvSpPr>
          <p:spPr>
            <a:xfrm rot="5400000">
              <a:off x="4259826" y="5388575"/>
              <a:ext cx="180000" cy="18062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22" name="等腰三角形 221">
              <a:extLst>
                <a:ext uri="{FF2B5EF4-FFF2-40B4-BE49-F238E27FC236}">
                  <a16:creationId xmlns:a16="http://schemas.microsoft.com/office/drawing/2014/main" id="{5FA23648-1EFA-4A10-B278-290A0B4932A2}"/>
                </a:ext>
              </a:extLst>
            </p:cNvPr>
            <p:cNvSpPr/>
            <p:nvPr/>
          </p:nvSpPr>
          <p:spPr>
            <a:xfrm>
              <a:off x="4507733" y="5388888"/>
              <a:ext cx="180628" cy="180000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FC28AAAA-4F9A-4357-86E7-E7E106BE4A3F}"/>
                </a:ext>
              </a:extLst>
            </p:cNvPr>
            <p:cNvSpPr/>
            <p:nvPr/>
          </p:nvSpPr>
          <p:spPr>
            <a:xfrm>
              <a:off x="4738881" y="5388494"/>
              <a:ext cx="198000" cy="19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80F1BCBC-F490-4F2A-972E-3FCCAEC5306F}"/>
                </a:ext>
              </a:extLst>
            </p:cNvPr>
            <p:cNvSpPr txBox="1"/>
            <p:nvPr/>
          </p:nvSpPr>
          <p:spPr>
            <a:xfrm>
              <a:off x="4878121" y="5386413"/>
              <a:ext cx="1593418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Species native to region A or B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等腰三角形 226">
              <a:extLst>
                <a:ext uri="{FF2B5EF4-FFF2-40B4-BE49-F238E27FC236}">
                  <a16:creationId xmlns:a16="http://schemas.microsoft.com/office/drawing/2014/main" id="{1D82163C-FF7F-44CD-B234-ED004134898F}"/>
                </a:ext>
              </a:extLst>
            </p:cNvPr>
            <p:cNvSpPr/>
            <p:nvPr/>
          </p:nvSpPr>
          <p:spPr>
            <a:xfrm>
              <a:off x="6817870" y="5399142"/>
              <a:ext cx="180628" cy="180000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F680B90D-862B-43C7-B39C-6FD93C6C4FD2}"/>
                </a:ext>
              </a:extLst>
            </p:cNvPr>
            <p:cNvSpPr/>
            <p:nvPr/>
          </p:nvSpPr>
          <p:spPr>
            <a:xfrm>
              <a:off x="7035370" y="5398748"/>
              <a:ext cx="198000" cy="19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D82F1768-2E96-4CD8-BB22-E4DF6A04E5BF}"/>
                </a:ext>
              </a:extLst>
            </p:cNvPr>
            <p:cNvSpPr txBox="1"/>
            <p:nvPr/>
          </p:nvSpPr>
          <p:spPr>
            <a:xfrm>
              <a:off x="7181110" y="5371050"/>
              <a:ext cx="1735234" cy="2154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Species nonnative to both regions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五边形 265">
              <a:extLst>
                <a:ext uri="{FF2B5EF4-FFF2-40B4-BE49-F238E27FC236}">
                  <a16:creationId xmlns:a16="http://schemas.microsoft.com/office/drawing/2014/main" id="{F80AC43E-3B16-4151-BCF7-7B5A263DA297}"/>
                </a:ext>
              </a:extLst>
            </p:cNvPr>
            <p:cNvSpPr/>
            <p:nvPr/>
          </p:nvSpPr>
          <p:spPr>
            <a:xfrm>
              <a:off x="6597264" y="5392715"/>
              <a:ext cx="180000" cy="180000"/>
            </a:xfrm>
            <a:prstGeom prst="pentagon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2867F6-EA95-498C-97A4-4AC01316FEDA}"/>
              </a:ext>
            </a:extLst>
          </p:cNvPr>
          <p:cNvGrpSpPr/>
          <p:nvPr/>
        </p:nvGrpSpPr>
        <p:grpSpPr>
          <a:xfrm>
            <a:off x="2132653" y="1916467"/>
            <a:ext cx="2107139" cy="3017044"/>
            <a:chOff x="2169043" y="1873110"/>
            <a:chExt cx="2107139" cy="3017044"/>
          </a:xfrm>
        </p:grpSpPr>
        <p:sp>
          <p:nvSpPr>
            <p:cNvPr id="302" name="等腰三角形 301">
              <a:extLst>
                <a:ext uri="{FF2B5EF4-FFF2-40B4-BE49-F238E27FC236}">
                  <a16:creationId xmlns:a16="http://schemas.microsoft.com/office/drawing/2014/main" id="{D0C8BC82-B4F9-4ABD-8628-50E3689BDC04}"/>
                </a:ext>
              </a:extLst>
            </p:cNvPr>
            <p:cNvSpPr/>
            <p:nvPr/>
          </p:nvSpPr>
          <p:spPr>
            <a:xfrm rot="10800000">
              <a:off x="3730086" y="2218354"/>
              <a:ext cx="224203" cy="1679413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03" name="文本框 302">
              <a:extLst>
                <a:ext uri="{FF2B5EF4-FFF2-40B4-BE49-F238E27FC236}">
                  <a16:creationId xmlns:a16="http://schemas.microsoft.com/office/drawing/2014/main" id="{CAAE3E22-F76B-43FC-AFC9-E8FD946E8BCE}"/>
                </a:ext>
              </a:extLst>
            </p:cNvPr>
            <p:cNvSpPr txBox="1"/>
            <p:nvPr/>
          </p:nvSpPr>
          <p:spPr>
            <a:xfrm>
              <a:off x="3444443" y="2003136"/>
              <a:ext cx="5439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Distinct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723DBDB4-475B-4D5B-8B40-4AD2D0B4B77A}"/>
                </a:ext>
              </a:extLst>
            </p:cNvPr>
            <p:cNvSpPr txBox="1"/>
            <p:nvPr/>
          </p:nvSpPr>
          <p:spPr>
            <a:xfrm>
              <a:off x="3444443" y="3897542"/>
              <a:ext cx="7317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Redundant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文本框 310">
              <a:extLst>
                <a:ext uri="{FF2B5EF4-FFF2-40B4-BE49-F238E27FC236}">
                  <a16:creationId xmlns:a16="http://schemas.microsoft.com/office/drawing/2014/main" id="{547C980F-3FDF-4B26-AEDF-ADBD825092E6}"/>
                </a:ext>
              </a:extLst>
            </p:cNvPr>
            <p:cNvSpPr txBox="1"/>
            <p:nvPr/>
          </p:nvSpPr>
          <p:spPr>
            <a:xfrm>
              <a:off x="3340182" y="2934509"/>
              <a:ext cx="93600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Phylogenetic uniqueness (PU)</a:t>
              </a:r>
              <a:endParaRPr lang="zh-CN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矩形: 圆角 321">
              <a:extLst>
                <a:ext uri="{FF2B5EF4-FFF2-40B4-BE49-F238E27FC236}">
                  <a16:creationId xmlns:a16="http://schemas.microsoft.com/office/drawing/2014/main" id="{7B754F41-5ED8-43EA-9A85-57256AB342AA}"/>
                </a:ext>
              </a:extLst>
            </p:cNvPr>
            <p:cNvSpPr/>
            <p:nvPr/>
          </p:nvSpPr>
          <p:spPr>
            <a:xfrm>
              <a:off x="3188989" y="1877942"/>
              <a:ext cx="262800" cy="5148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23" name="矩形: 圆角 322">
              <a:extLst>
                <a:ext uri="{FF2B5EF4-FFF2-40B4-BE49-F238E27FC236}">
                  <a16:creationId xmlns:a16="http://schemas.microsoft.com/office/drawing/2014/main" id="{3DCF7612-C609-4458-8430-CEA739BF4F2E}"/>
                </a:ext>
              </a:extLst>
            </p:cNvPr>
            <p:cNvSpPr/>
            <p:nvPr/>
          </p:nvSpPr>
          <p:spPr>
            <a:xfrm>
              <a:off x="3189533" y="2457610"/>
              <a:ext cx="263994" cy="515184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4BA5D9CE-9DEA-46A6-BBAF-F8B33F241897}"/>
                </a:ext>
              </a:extLst>
            </p:cNvPr>
            <p:cNvSpPr/>
            <p:nvPr/>
          </p:nvSpPr>
          <p:spPr>
            <a:xfrm>
              <a:off x="3218103" y="1916608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0F9086D7-88C0-4855-8553-58A5F3E3DA41}"/>
                </a:ext>
              </a:extLst>
            </p:cNvPr>
            <p:cNvSpPr/>
            <p:nvPr/>
          </p:nvSpPr>
          <p:spPr>
            <a:xfrm>
              <a:off x="3221308" y="2165184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ACAE4B49-04A1-4D0A-B8D6-12F71286D347}"/>
                </a:ext>
              </a:extLst>
            </p:cNvPr>
            <p:cNvSpPr/>
            <p:nvPr/>
          </p:nvSpPr>
          <p:spPr>
            <a:xfrm>
              <a:off x="3223699" y="2740973"/>
              <a:ext cx="198000" cy="198000"/>
            </a:xfrm>
            <a:prstGeom prst="ellipse">
              <a:avLst/>
            </a:prstGeom>
            <a:solidFill>
              <a:srgbClr val="562400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3C992AA8-DB4B-4E53-9676-36AE87783189}"/>
                </a:ext>
              </a:extLst>
            </p:cNvPr>
            <p:cNvSpPr/>
            <p:nvPr/>
          </p:nvSpPr>
          <p:spPr>
            <a:xfrm>
              <a:off x="3225045" y="2486745"/>
              <a:ext cx="198000" cy="198000"/>
            </a:xfrm>
            <a:prstGeom prst="ellipse">
              <a:avLst/>
            </a:prstGeom>
            <a:solidFill>
              <a:srgbClr val="DAB897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4" name="矩形: 圆角 363">
              <a:extLst>
                <a:ext uri="{FF2B5EF4-FFF2-40B4-BE49-F238E27FC236}">
                  <a16:creationId xmlns:a16="http://schemas.microsoft.com/office/drawing/2014/main" id="{5758A0A2-4A14-40C4-98BF-ECAFD5BDCA60}"/>
                </a:ext>
              </a:extLst>
            </p:cNvPr>
            <p:cNvSpPr/>
            <p:nvPr/>
          </p:nvSpPr>
          <p:spPr>
            <a:xfrm>
              <a:off x="3193719" y="3775950"/>
              <a:ext cx="262800" cy="51480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65" name="矩形: 圆角 364">
              <a:extLst>
                <a:ext uri="{FF2B5EF4-FFF2-40B4-BE49-F238E27FC236}">
                  <a16:creationId xmlns:a16="http://schemas.microsoft.com/office/drawing/2014/main" id="{8C5E2F58-3A4B-494F-A050-83495F50C828}"/>
                </a:ext>
              </a:extLst>
            </p:cNvPr>
            <p:cNvSpPr/>
            <p:nvPr/>
          </p:nvSpPr>
          <p:spPr>
            <a:xfrm>
              <a:off x="3194263" y="4374970"/>
              <a:ext cx="263994" cy="515184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51C227FF-E1A5-4246-8051-6224DEBEBD48}"/>
                </a:ext>
              </a:extLst>
            </p:cNvPr>
            <p:cNvSpPr/>
            <p:nvPr/>
          </p:nvSpPr>
          <p:spPr>
            <a:xfrm>
              <a:off x="3222833" y="3814616"/>
              <a:ext cx="198000" cy="198000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1DBAF8B6-EC2F-4661-B0B3-93E3B9F77B69}"/>
                </a:ext>
              </a:extLst>
            </p:cNvPr>
            <p:cNvSpPr/>
            <p:nvPr/>
          </p:nvSpPr>
          <p:spPr>
            <a:xfrm>
              <a:off x="3226038" y="4063192"/>
              <a:ext cx="198000" cy="198000"/>
            </a:xfrm>
            <a:prstGeom prst="ellipse">
              <a:avLst/>
            </a:prstGeom>
            <a:solidFill>
              <a:srgbClr val="93D6C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0E4AEA5F-146E-4D6C-AEB9-1AB9016E3E4E}"/>
                </a:ext>
              </a:extLst>
            </p:cNvPr>
            <p:cNvSpPr/>
            <p:nvPr/>
          </p:nvSpPr>
          <p:spPr>
            <a:xfrm>
              <a:off x="3235800" y="4398331"/>
              <a:ext cx="198000" cy="198000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9D726630-0D14-4FE3-A9FC-678B5A3F8156}"/>
                </a:ext>
              </a:extLst>
            </p:cNvPr>
            <p:cNvSpPr/>
            <p:nvPr/>
          </p:nvSpPr>
          <p:spPr>
            <a:xfrm>
              <a:off x="3235343" y="4632562"/>
              <a:ext cx="198000" cy="198000"/>
            </a:xfrm>
            <a:prstGeom prst="ellipse">
              <a:avLst/>
            </a:prstGeom>
            <a:solidFill>
              <a:srgbClr val="195E4D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2FE863E-210A-4D2C-AE67-8E43225C1019}"/>
                </a:ext>
              </a:extLst>
            </p:cNvPr>
            <p:cNvGrpSpPr/>
            <p:nvPr/>
          </p:nvGrpSpPr>
          <p:grpSpPr>
            <a:xfrm>
              <a:off x="2169043" y="1873110"/>
              <a:ext cx="835077" cy="2517188"/>
              <a:chOff x="2390300" y="2096190"/>
              <a:chExt cx="835077" cy="2517188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AA46F37E-0A23-4373-81E9-1823E3C607F1}"/>
                  </a:ext>
                </a:extLst>
              </p:cNvPr>
              <p:cNvGrpSpPr/>
              <p:nvPr/>
            </p:nvGrpSpPr>
            <p:grpSpPr>
              <a:xfrm>
                <a:off x="2390300" y="2188012"/>
                <a:ext cx="601825" cy="2358486"/>
                <a:chOff x="2010808" y="2188012"/>
                <a:chExt cx="981317" cy="2358486"/>
              </a:xfrm>
            </p:grpSpPr>
            <p:cxnSp>
              <p:nvCxnSpPr>
                <p:cNvPr id="297" name="直接连接符 296">
                  <a:extLst>
                    <a:ext uri="{FF2B5EF4-FFF2-40B4-BE49-F238E27FC236}">
                      <a16:creationId xmlns:a16="http://schemas.microsoft.com/office/drawing/2014/main" id="{E9123B1A-5759-4D57-A20B-813CF2104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5091" y="3143246"/>
                  <a:ext cx="1332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连接符 308">
                  <a:extLst>
                    <a:ext uri="{FF2B5EF4-FFF2-40B4-BE49-F238E27FC236}">
                      <a16:creationId xmlns:a16="http://schemas.microsoft.com/office/drawing/2014/main" id="{CCADC8FE-5E2C-40E6-B6C2-77FF496E46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2444" y="2918111"/>
                  <a:ext cx="22680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接连接符 311">
                  <a:extLst>
                    <a:ext uri="{FF2B5EF4-FFF2-40B4-BE49-F238E27FC236}">
                      <a16:creationId xmlns:a16="http://schemas.microsoft.com/office/drawing/2014/main" id="{0DBBC8C1-F803-4CAF-B8BE-529C4C1371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0790" y="2729166"/>
                  <a:ext cx="317183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接连接符 313">
                  <a:extLst>
                    <a:ext uri="{FF2B5EF4-FFF2-40B4-BE49-F238E27FC236}">
                      <a16:creationId xmlns:a16="http://schemas.microsoft.com/office/drawing/2014/main" id="{8182A80C-5DD7-40B4-8503-8ED136BBD5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4977" y="2996249"/>
                  <a:ext cx="19432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接连接符 314">
                  <a:extLst>
                    <a:ext uri="{FF2B5EF4-FFF2-40B4-BE49-F238E27FC236}">
                      <a16:creationId xmlns:a16="http://schemas.microsoft.com/office/drawing/2014/main" id="{186645AD-50BD-4ED7-A59F-A146300788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7685" y="3278455"/>
                  <a:ext cx="194440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接连接符 315">
                  <a:extLst>
                    <a:ext uri="{FF2B5EF4-FFF2-40B4-BE49-F238E27FC236}">
                      <a16:creationId xmlns:a16="http://schemas.microsoft.com/office/drawing/2014/main" id="{AF875635-89C9-4EDD-A8AC-3FDE8052DE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10808" y="3442363"/>
                  <a:ext cx="117401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连接符 316">
                  <a:extLst>
                    <a:ext uri="{FF2B5EF4-FFF2-40B4-BE49-F238E27FC236}">
                      <a16:creationId xmlns:a16="http://schemas.microsoft.com/office/drawing/2014/main" id="{94E48F8E-0BF6-4EA8-81FB-15F11E5DD5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19132" y="2652259"/>
                  <a:ext cx="33452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连接符 317">
                  <a:extLst>
                    <a:ext uri="{FF2B5EF4-FFF2-40B4-BE49-F238E27FC236}">
                      <a16:creationId xmlns:a16="http://schemas.microsoft.com/office/drawing/2014/main" id="{EDDB398A-89C8-4AA6-B5ED-002FE7A6C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8582" y="2345688"/>
                  <a:ext cx="226800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连接符 318">
                  <a:extLst>
                    <a:ext uri="{FF2B5EF4-FFF2-40B4-BE49-F238E27FC236}">
                      <a16:creationId xmlns:a16="http://schemas.microsoft.com/office/drawing/2014/main" id="{1D72C5D8-B5E8-43A4-B71C-211DBC081D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18062" y="4222985"/>
                  <a:ext cx="352203" cy="376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连接符 323">
                  <a:extLst>
                    <a:ext uri="{FF2B5EF4-FFF2-40B4-BE49-F238E27FC236}">
                      <a16:creationId xmlns:a16="http://schemas.microsoft.com/office/drawing/2014/main" id="{8982FB98-0268-4F4D-B027-D2E83AFFB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6"/>
                  <a:ext cx="17610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连接符 324">
                  <a:extLst>
                    <a:ext uri="{FF2B5EF4-FFF2-40B4-BE49-F238E27FC236}">
                      <a16:creationId xmlns:a16="http://schemas.microsoft.com/office/drawing/2014/main" id="{BB2089B1-D30E-4B9A-8D0A-162459FE9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9779" y="3743107"/>
                  <a:ext cx="3312" cy="432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>
                  <a:extLst>
                    <a:ext uri="{FF2B5EF4-FFF2-40B4-BE49-F238E27FC236}">
                      <a16:creationId xmlns:a16="http://schemas.microsoft.com/office/drawing/2014/main" id="{01799DB7-10C2-448A-8C2F-C83DEB95A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68672" y="3743768"/>
                  <a:ext cx="317183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>
                  <a:extLst>
                    <a:ext uri="{FF2B5EF4-FFF2-40B4-BE49-F238E27FC236}">
                      <a16:creationId xmlns:a16="http://schemas.microsoft.com/office/drawing/2014/main" id="{B161BF9C-4199-430D-B12E-8C5B690645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64059" y="4175613"/>
                  <a:ext cx="317183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接连接符 327">
                  <a:extLst>
                    <a:ext uri="{FF2B5EF4-FFF2-40B4-BE49-F238E27FC236}">
                      <a16:creationId xmlns:a16="http://schemas.microsoft.com/office/drawing/2014/main" id="{916E5A2F-41AE-4732-966E-0D6927AE91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37555"/>
                  <a:ext cx="528304" cy="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连接符 328">
                  <a:extLst>
                    <a:ext uri="{FF2B5EF4-FFF2-40B4-BE49-F238E27FC236}">
                      <a16:creationId xmlns:a16="http://schemas.microsoft.com/office/drawing/2014/main" id="{36B9E112-4680-43BD-B7B4-56C099FAD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70498"/>
                  <a:ext cx="1885" cy="57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连接符 329">
                  <a:extLst>
                    <a:ext uri="{FF2B5EF4-FFF2-40B4-BE49-F238E27FC236}">
                      <a16:creationId xmlns:a16="http://schemas.microsoft.com/office/drawing/2014/main" id="{7AB54CD4-4B74-4D7D-AE85-9B293CD57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5742" y="2988940"/>
                  <a:ext cx="1" cy="28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接连接符 330">
                  <a:extLst>
                    <a:ext uri="{FF2B5EF4-FFF2-40B4-BE49-F238E27FC236}">
                      <a16:creationId xmlns:a16="http://schemas.microsoft.com/office/drawing/2014/main" id="{710D1381-D450-40C0-A4C5-2BE4F9A7E2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3978" y="2342015"/>
                  <a:ext cx="1885" cy="576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直接连接符 331">
                  <a:extLst>
                    <a:ext uri="{FF2B5EF4-FFF2-40B4-BE49-F238E27FC236}">
                      <a16:creationId xmlns:a16="http://schemas.microsoft.com/office/drawing/2014/main" id="{0566B79E-79C2-4E4E-8BFC-986945181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9809" y="2645235"/>
                  <a:ext cx="0" cy="1584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接连接符 332">
                  <a:extLst>
                    <a:ext uri="{FF2B5EF4-FFF2-40B4-BE49-F238E27FC236}">
                      <a16:creationId xmlns:a16="http://schemas.microsoft.com/office/drawing/2014/main" id="{9AF7A3F1-49F9-47D6-AF27-6FEB471584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1472" y="2721922"/>
                  <a:ext cx="0" cy="432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连接符 333">
                  <a:extLst>
                    <a:ext uri="{FF2B5EF4-FFF2-40B4-BE49-F238E27FC236}">
                      <a16:creationId xmlns:a16="http://schemas.microsoft.com/office/drawing/2014/main" id="{C863F112-917E-4C1E-B74E-D5FC60F214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5759" y="2191088"/>
                  <a:ext cx="28799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接连接符 334">
                  <a:extLst>
                    <a:ext uri="{FF2B5EF4-FFF2-40B4-BE49-F238E27FC236}">
                      <a16:creationId xmlns:a16="http://schemas.microsoft.com/office/drawing/2014/main" id="{B41D47FD-06BD-48DA-B3B4-49F0AB33E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98468" y="2477527"/>
                  <a:ext cx="288000" cy="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连接符 335">
                  <a:extLst>
                    <a:ext uri="{FF2B5EF4-FFF2-40B4-BE49-F238E27FC236}">
                      <a16:creationId xmlns:a16="http://schemas.microsoft.com/office/drawing/2014/main" id="{F81D53EF-A00A-47D6-A38F-30A88D8A70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96525" y="2188012"/>
                  <a:ext cx="1" cy="28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7" name="椭圆 336">
                <a:extLst>
                  <a:ext uri="{FF2B5EF4-FFF2-40B4-BE49-F238E27FC236}">
                    <a16:creationId xmlns:a16="http://schemas.microsoft.com/office/drawing/2014/main" id="{1CB3DABB-3A22-4990-845F-C833E126AA39}"/>
                  </a:ext>
                </a:extLst>
              </p:cNvPr>
              <p:cNvSpPr/>
              <p:nvPr/>
            </p:nvSpPr>
            <p:spPr>
              <a:xfrm>
                <a:off x="3017381" y="2096190"/>
                <a:ext cx="198000" cy="198000"/>
              </a:xfrm>
              <a:prstGeom prst="ellipse">
                <a:avLst/>
              </a:prstGeom>
              <a:solidFill>
                <a:srgbClr val="0C2E26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C0D28041-BFB9-4600-B1FD-867D21F89A09}"/>
                  </a:ext>
                </a:extLst>
              </p:cNvPr>
              <p:cNvSpPr/>
              <p:nvPr/>
            </p:nvSpPr>
            <p:spPr>
              <a:xfrm>
                <a:off x="3022452" y="2638333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76A5F467-6C08-46BB-A2E1-8EDB791B6C5A}"/>
                  </a:ext>
                </a:extLst>
              </p:cNvPr>
              <p:cNvSpPr/>
              <p:nvPr/>
            </p:nvSpPr>
            <p:spPr>
              <a:xfrm>
                <a:off x="3025507" y="2901111"/>
                <a:ext cx="198000" cy="198000"/>
              </a:xfrm>
              <a:prstGeom prst="ellipse">
                <a:avLst/>
              </a:prstGeom>
              <a:solidFill>
                <a:srgbClr val="93D6CD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B99DD2A1-85B8-425F-AE47-816BDAF60D46}"/>
                  </a:ext>
                </a:extLst>
              </p:cNvPr>
              <p:cNvSpPr/>
              <p:nvPr/>
            </p:nvSpPr>
            <p:spPr>
              <a:xfrm>
                <a:off x="3025256" y="3163889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E8F820E4-DA16-480E-BD61-C5DF745EDE40}"/>
                  </a:ext>
                </a:extLst>
              </p:cNvPr>
              <p:cNvSpPr/>
              <p:nvPr/>
            </p:nvSpPr>
            <p:spPr>
              <a:xfrm>
                <a:off x="3022452" y="2367261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 dirty="0"/>
              </a:p>
            </p:txBody>
          </p:sp>
          <p:sp>
            <p:nvSpPr>
              <p:cNvPr id="345" name="椭圆 344">
                <a:extLst>
                  <a:ext uri="{FF2B5EF4-FFF2-40B4-BE49-F238E27FC236}">
                    <a16:creationId xmlns:a16="http://schemas.microsoft.com/office/drawing/2014/main" id="{12CBBE62-5C7F-49C7-94B4-B602BDB31A1C}"/>
                  </a:ext>
                </a:extLst>
              </p:cNvPr>
              <p:cNvSpPr/>
              <p:nvPr/>
            </p:nvSpPr>
            <p:spPr>
              <a:xfrm>
                <a:off x="3024616" y="3651162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6" name="椭圆 345">
                <a:extLst>
                  <a:ext uri="{FF2B5EF4-FFF2-40B4-BE49-F238E27FC236}">
                    <a16:creationId xmlns:a16="http://schemas.microsoft.com/office/drawing/2014/main" id="{727F8263-F9CB-49EC-9A64-8DCF2864D807}"/>
                  </a:ext>
                </a:extLst>
              </p:cNvPr>
              <p:cNvSpPr/>
              <p:nvPr/>
            </p:nvSpPr>
            <p:spPr>
              <a:xfrm>
                <a:off x="3026461" y="4415378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  <p:sp>
            <p:nvSpPr>
              <p:cNvPr id="347" name="椭圆 346">
                <a:extLst>
                  <a:ext uri="{FF2B5EF4-FFF2-40B4-BE49-F238E27FC236}">
                    <a16:creationId xmlns:a16="http://schemas.microsoft.com/office/drawing/2014/main" id="{5DC628BE-A447-4B11-A85E-C910F9A6BE85}"/>
                  </a:ext>
                </a:extLst>
              </p:cNvPr>
              <p:cNvSpPr/>
              <p:nvPr/>
            </p:nvSpPr>
            <p:spPr>
              <a:xfrm>
                <a:off x="3027377" y="4094740"/>
                <a:ext cx="198000" cy="198000"/>
              </a:xfrm>
              <a:prstGeom prst="ellipse">
                <a:avLst/>
              </a:prstGeom>
              <a:solidFill>
                <a:srgbClr val="DAB897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344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E199DDF3-24C8-4416-85F3-7848F6A15113}"/>
              </a:ext>
            </a:extLst>
          </p:cNvPr>
          <p:cNvGrpSpPr/>
          <p:nvPr/>
        </p:nvGrpSpPr>
        <p:grpSpPr>
          <a:xfrm>
            <a:off x="3848095" y="-1652452"/>
            <a:ext cx="2161032" cy="1618044"/>
            <a:chOff x="1462408" y="735103"/>
            <a:chExt cx="2161032" cy="1618044"/>
          </a:xfrm>
        </p:grpSpPr>
        <p:pic>
          <p:nvPicPr>
            <p:cNvPr id="191" name="图片 190">
              <a:extLst>
                <a:ext uri="{FF2B5EF4-FFF2-40B4-BE49-F238E27FC236}">
                  <a16:creationId xmlns:a16="http://schemas.microsoft.com/office/drawing/2014/main" id="{0159F67B-7C93-404B-997F-29AF1B2BC0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568" b="26599"/>
            <a:stretch/>
          </p:blipFill>
          <p:spPr>
            <a:xfrm>
              <a:off x="1462408" y="735103"/>
              <a:ext cx="2161032" cy="1618044"/>
            </a:xfrm>
            <a:prstGeom prst="rect">
              <a:avLst/>
            </a:prstGeom>
          </p:spPr>
        </p:pic>
        <p:grpSp>
          <p:nvGrpSpPr>
            <p:cNvPr id="1009" name="组合 1008">
              <a:extLst>
                <a:ext uri="{FF2B5EF4-FFF2-40B4-BE49-F238E27FC236}">
                  <a16:creationId xmlns:a16="http://schemas.microsoft.com/office/drawing/2014/main" id="{1860B9BE-A8FC-4491-BBC4-DBCD81A2B254}"/>
                </a:ext>
              </a:extLst>
            </p:cNvPr>
            <p:cNvGrpSpPr/>
            <p:nvPr/>
          </p:nvGrpSpPr>
          <p:grpSpPr>
            <a:xfrm>
              <a:off x="1801693" y="1229285"/>
              <a:ext cx="1506084" cy="811696"/>
              <a:chOff x="1567588" y="204692"/>
              <a:chExt cx="1993543" cy="1074409"/>
            </a:xfrm>
          </p:grpSpPr>
          <p:grpSp>
            <p:nvGrpSpPr>
              <p:cNvPr id="1013" name="组合 1012">
                <a:extLst>
                  <a:ext uri="{FF2B5EF4-FFF2-40B4-BE49-F238E27FC236}">
                    <a16:creationId xmlns:a16="http://schemas.microsoft.com/office/drawing/2014/main" id="{B3D972A7-184C-4352-BF41-07974AB3CF17}"/>
                  </a:ext>
                </a:extLst>
              </p:cNvPr>
              <p:cNvGrpSpPr/>
              <p:nvPr/>
            </p:nvGrpSpPr>
            <p:grpSpPr>
              <a:xfrm>
                <a:off x="1567588" y="204692"/>
                <a:ext cx="1904012" cy="1074409"/>
                <a:chOff x="357767" y="2833962"/>
                <a:chExt cx="1904012" cy="1074408"/>
              </a:xfrm>
            </p:grpSpPr>
            <p:grpSp>
              <p:nvGrpSpPr>
                <p:cNvPr id="1019" name="组合 1018">
                  <a:extLst>
                    <a:ext uri="{FF2B5EF4-FFF2-40B4-BE49-F238E27FC236}">
                      <a16:creationId xmlns:a16="http://schemas.microsoft.com/office/drawing/2014/main" id="{572569A6-07CD-42C0-996E-68FF4EBB181A}"/>
                    </a:ext>
                  </a:extLst>
                </p:cNvPr>
                <p:cNvGrpSpPr/>
                <p:nvPr/>
              </p:nvGrpSpPr>
              <p:grpSpPr>
                <a:xfrm>
                  <a:off x="525473" y="2841478"/>
                  <a:ext cx="1736306" cy="1066892"/>
                  <a:chOff x="525473" y="2841478"/>
                  <a:chExt cx="1736306" cy="1066892"/>
                </a:xfrm>
              </p:grpSpPr>
              <p:sp>
                <p:nvSpPr>
                  <p:cNvPr id="1021" name="文本框 1020">
                    <a:extLst>
                      <a:ext uri="{FF2B5EF4-FFF2-40B4-BE49-F238E27FC236}">
                        <a16:creationId xmlns:a16="http://schemas.microsoft.com/office/drawing/2014/main" id="{42879605-0FD7-4AE6-BB4C-1FBDE5AFF770}"/>
                      </a:ext>
                    </a:extLst>
                  </p:cNvPr>
                  <p:cNvSpPr txBox="1"/>
                  <p:nvPr/>
                </p:nvSpPr>
                <p:spPr>
                  <a:xfrm>
                    <a:off x="525473" y="3507335"/>
                    <a:ext cx="507061" cy="3360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R2 </a:t>
                    </a:r>
                  </a:p>
                </p:txBody>
              </p:sp>
              <p:sp>
                <p:nvSpPr>
                  <p:cNvPr id="1022" name="文本框 1021">
                    <a:extLst>
                      <a:ext uri="{FF2B5EF4-FFF2-40B4-BE49-F238E27FC236}">
                        <a16:creationId xmlns:a16="http://schemas.microsoft.com/office/drawing/2014/main" id="{C67AC32D-684A-40E8-B8A0-6A8C75C34375}"/>
                      </a:ext>
                    </a:extLst>
                  </p:cNvPr>
                  <p:cNvSpPr txBox="1"/>
                  <p:nvPr/>
                </p:nvSpPr>
                <p:spPr>
                  <a:xfrm>
                    <a:off x="979500" y="3022224"/>
                    <a:ext cx="510883" cy="3361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R3</a:t>
                    </a:r>
                    <a:endParaRPr lang="zh-CN" altLang="en-US" sz="10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23" name="文本框 1022">
                    <a:extLst>
                      <a:ext uri="{FF2B5EF4-FFF2-40B4-BE49-F238E27FC236}">
                        <a16:creationId xmlns:a16="http://schemas.microsoft.com/office/drawing/2014/main" id="{F2FF86C1-6CA3-4B17-B123-C2966690BF11}"/>
                      </a:ext>
                    </a:extLst>
                  </p:cNvPr>
                  <p:cNvSpPr txBox="1"/>
                  <p:nvPr/>
                </p:nvSpPr>
                <p:spPr>
                  <a:xfrm>
                    <a:off x="1657932" y="2841478"/>
                    <a:ext cx="506165" cy="3360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R4</a:t>
                    </a:r>
                    <a:endParaRPr lang="zh-CN" altLang="en-US" sz="10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24" name="文本框 1023">
                    <a:extLst>
                      <a:ext uri="{FF2B5EF4-FFF2-40B4-BE49-F238E27FC236}">
                        <a16:creationId xmlns:a16="http://schemas.microsoft.com/office/drawing/2014/main" id="{E3F5AF0A-2033-4E32-BB18-5B99FE14E5E2}"/>
                      </a:ext>
                    </a:extLst>
                  </p:cNvPr>
                  <p:cNvSpPr txBox="1"/>
                  <p:nvPr/>
                </p:nvSpPr>
                <p:spPr>
                  <a:xfrm>
                    <a:off x="1785261" y="3572270"/>
                    <a:ext cx="476518" cy="3361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R5</a:t>
                    </a:r>
                    <a:endParaRPr lang="zh-CN" altLang="en-US" sz="10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20" name="文本框 1019">
                  <a:extLst>
                    <a:ext uri="{FF2B5EF4-FFF2-40B4-BE49-F238E27FC236}">
                      <a16:creationId xmlns:a16="http://schemas.microsoft.com/office/drawing/2014/main" id="{B028C957-9F5A-494B-9672-B23DD2C53F27}"/>
                    </a:ext>
                  </a:extLst>
                </p:cNvPr>
                <p:cNvSpPr txBox="1"/>
                <p:nvPr/>
              </p:nvSpPr>
              <p:spPr>
                <a:xfrm>
                  <a:off x="357767" y="283396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</p:grpSp>
          <p:sp>
            <p:nvSpPr>
              <p:cNvPr id="1014" name="椭圆 1013">
                <a:extLst>
                  <a:ext uri="{FF2B5EF4-FFF2-40B4-BE49-F238E27FC236}">
                    <a16:creationId xmlns:a16="http://schemas.microsoft.com/office/drawing/2014/main" id="{52AFFBAC-A07B-4284-8396-1E68ED5F5873}"/>
                  </a:ext>
                </a:extLst>
              </p:cNvPr>
              <p:cNvSpPr/>
              <p:nvPr/>
            </p:nvSpPr>
            <p:spPr>
              <a:xfrm>
                <a:off x="1924896" y="255685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/>
              </a:p>
            </p:txBody>
          </p:sp>
          <p:sp>
            <p:nvSpPr>
              <p:cNvPr id="1015" name="椭圆 1014">
                <a:extLst>
                  <a:ext uri="{FF2B5EF4-FFF2-40B4-BE49-F238E27FC236}">
                    <a16:creationId xmlns:a16="http://schemas.microsoft.com/office/drawing/2014/main" id="{71E6EA32-4BAD-48CC-8FBB-20BCC3BAC18B}"/>
                  </a:ext>
                </a:extLst>
              </p:cNvPr>
              <p:cNvSpPr/>
              <p:nvPr/>
            </p:nvSpPr>
            <p:spPr>
              <a:xfrm>
                <a:off x="2121758" y="913997"/>
                <a:ext cx="198000" cy="198000"/>
              </a:xfrm>
              <a:prstGeom prst="ellipse">
                <a:avLst/>
              </a:prstGeom>
              <a:solidFill>
                <a:srgbClr val="195E4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/>
              </a:p>
            </p:txBody>
          </p:sp>
          <p:sp>
            <p:nvSpPr>
              <p:cNvPr id="1016" name="椭圆 1015">
                <a:extLst>
                  <a:ext uri="{FF2B5EF4-FFF2-40B4-BE49-F238E27FC236}">
                    <a16:creationId xmlns:a16="http://schemas.microsoft.com/office/drawing/2014/main" id="{039C9219-5949-41DE-B233-061488381C31}"/>
                  </a:ext>
                </a:extLst>
              </p:cNvPr>
              <p:cNvSpPr/>
              <p:nvPr/>
            </p:nvSpPr>
            <p:spPr>
              <a:xfrm>
                <a:off x="2557469" y="475819"/>
                <a:ext cx="198000" cy="198000"/>
              </a:xfrm>
              <a:prstGeom prst="ellipse">
                <a:avLst/>
              </a:prstGeom>
              <a:solidFill>
                <a:srgbClr val="00938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/>
              </a:p>
            </p:txBody>
          </p:sp>
          <p:sp>
            <p:nvSpPr>
              <p:cNvPr id="1017" name="椭圆 1016">
                <a:extLst>
                  <a:ext uri="{FF2B5EF4-FFF2-40B4-BE49-F238E27FC236}">
                    <a16:creationId xmlns:a16="http://schemas.microsoft.com/office/drawing/2014/main" id="{0CB2865C-399C-4737-A032-5D7EAC5281A3}"/>
                  </a:ext>
                </a:extLst>
              </p:cNvPr>
              <p:cNvSpPr/>
              <p:nvPr/>
            </p:nvSpPr>
            <p:spPr>
              <a:xfrm>
                <a:off x="3224396" y="295495"/>
                <a:ext cx="198000" cy="198000"/>
              </a:xfrm>
              <a:prstGeom prst="ellipse">
                <a:avLst/>
              </a:prstGeom>
              <a:solidFill>
                <a:srgbClr val="0C2E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/>
              </a:p>
            </p:txBody>
          </p:sp>
          <p:sp>
            <p:nvSpPr>
              <p:cNvPr id="1018" name="椭圆 1017">
                <a:extLst>
                  <a:ext uri="{FF2B5EF4-FFF2-40B4-BE49-F238E27FC236}">
                    <a16:creationId xmlns:a16="http://schemas.microsoft.com/office/drawing/2014/main" id="{175B38E0-17AF-450C-87B7-E454D7295630}"/>
                  </a:ext>
                </a:extLst>
              </p:cNvPr>
              <p:cNvSpPr/>
              <p:nvPr/>
            </p:nvSpPr>
            <p:spPr>
              <a:xfrm>
                <a:off x="3363131" y="1021440"/>
                <a:ext cx="198000" cy="198000"/>
              </a:xfrm>
              <a:prstGeom prst="ellipse">
                <a:avLst/>
              </a:prstGeom>
              <a:solidFill>
                <a:srgbClr val="5624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/>
              </a:p>
            </p:txBody>
          </p:sp>
        </p:grp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1A214F99-FD9B-41DC-BAC6-8EB00575F188}"/>
              </a:ext>
            </a:extLst>
          </p:cNvPr>
          <p:cNvGrpSpPr/>
          <p:nvPr/>
        </p:nvGrpSpPr>
        <p:grpSpPr>
          <a:xfrm>
            <a:off x="5932111" y="-1657079"/>
            <a:ext cx="2161032" cy="1569526"/>
            <a:chOff x="1544046" y="2305717"/>
            <a:chExt cx="2161032" cy="1569526"/>
          </a:xfrm>
        </p:grpSpPr>
        <p:pic>
          <p:nvPicPr>
            <p:cNvPr id="189" name="图片 188">
              <a:extLst>
                <a:ext uri="{FF2B5EF4-FFF2-40B4-BE49-F238E27FC236}">
                  <a16:creationId xmlns:a16="http://schemas.microsoft.com/office/drawing/2014/main" id="{30D93791-4579-4D99-B649-1CF9B23627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579" b="26991"/>
            <a:stretch/>
          </p:blipFill>
          <p:spPr>
            <a:xfrm>
              <a:off x="1544046" y="2305717"/>
              <a:ext cx="2161032" cy="1569526"/>
            </a:xfrm>
            <a:prstGeom prst="rect">
              <a:avLst/>
            </a:prstGeom>
          </p:spPr>
        </p:pic>
        <p:grpSp>
          <p:nvGrpSpPr>
            <p:cNvPr id="1043" name="组合 1042">
              <a:extLst>
                <a:ext uri="{FF2B5EF4-FFF2-40B4-BE49-F238E27FC236}">
                  <a16:creationId xmlns:a16="http://schemas.microsoft.com/office/drawing/2014/main" id="{982EA297-BEC6-4CC5-A101-755507F3FEB3}"/>
                </a:ext>
              </a:extLst>
            </p:cNvPr>
            <p:cNvGrpSpPr/>
            <p:nvPr/>
          </p:nvGrpSpPr>
          <p:grpSpPr>
            <a:xfrm>
              <a:off x="1874038" y="2770651"/>
              <a:ext cx="419525" cy="253916"/>
              <a:chOff x="1567588" y="204692"/>
              <a:chExt cx="555308" cy="336098"/>
            </a:xfrm>
          </p:grpSpPr>
          <p:sp>
            <p:nvSpPr>
              <p:cNvPr id="1051" name="文本框 1050">
                <a:extLst>
                  <a:ext uri="{FF2B5EF4-FFF2-40B4-BE49-F238E27FC236}">
                    <a16:creationId xmlns:a16="http://schemas.microsoft.com/office/drawing/2014/main" id="{8C79D458-3C83-4616-95D5-EC878501511C}"/>
                  </a:ext>
                </a:extLst>
              </p:cNvPr>
              <p:cNvSpPr txBox="1"/>
              <p:nvPr/>
            </p:nvSpPr>
            <p:spPr>
              <a:xfrm>
                <a:off x="1567588" y="204692"/>
                <a:ext cx="525944" cy="336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R1</a:t>
                </a:r>
              </a:p>
            </p:txBody>
          </p:sp>
          <p:sp>
            <p:nvSpPr>
              <p:cNvPr id="1045" name="椭圆 1044">
                <a:extLst>
                  <a:ext uri="{FF2B5EF4-FFF2-40B4-BE49-F238E27FC236}">
                    <a16:creationId xmlns:a16="http://schemas.microsoft.com/office/drawing/2014/main" id="{9E081EAD-0020-4E3D-B595-19CBF1CC812B}"/>
                  </a:ext>
                </a:extLst>
              </p:cNvPr>
              <p:cNvSpPr/>
              <p:nvPr/>
            </p:nvSpPr>
            <p:spPr>
              <a:xfrm>
                <a:off x="1924896" y="255685"/>
                <a:ext cx="198000" cy="198000"/>
              </a:xfrm>
              <a:prstGeom prst="ellipse">
                <a:avLst/>
              </a:prstGeom>
              <a:solidFill>
                <a:srgbClr val="D1EDE9"/>
              </a:solidFill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sz="1050"/>
              </a:p>
            </p:txBody>
          </p:sp>
        </p:grpSp>
      </p:grpSp>
      <p:cxnSp>
        <p:nvCxnSpPr>
          <p:cNvPr id="1025" name="直接箭头连接符 1024">
            <a:extLst>
              <a:ext uri="{FF2B5EF4-FFF2-40B4-BE49-F238E27FC236}">
                <a16:creationId xmlns:a16="http://schemas.microsoft.com/office/drawing/2014/main" id="{80A4B80F-2BDA-45C4-B6D9-D2823E5E4CE9}"/>
              </a:ext>
            </a:extLst>
          </p:cNvPr>
          <p:cNvCxnSpPr>
            <a:cxnSpLocks/>
          </p:cNvCxnSpPr>
          <p:nvPr/>
        </p:nvCxnSpPr>
        <p:spPr>
          <a:xfrm>
            <a:off x="6313050" y="-1252337"/>
            <a:ext cx="216000" cy="108000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F51F0355-DC92-45A6-B9B3-95DA9E334E02}"/>
              </a:ext>
            </a:extLst>
          </p:cNvPr>
          <p:cNvSpPr txBox="1"/>
          <p:nvPr/>
        </p:nvSpPr>
        <p:spPr>
          <a:xfrm>
            <a:off x="9070021" y="-442585"/>
            <a:ext cx="2019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Phylo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Uniquess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of R1 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7" name="表格 186">
            <a:extLst>
              <a:ext uri="{FF2B5EF4-FFF2-40B4-BE49-F238E27FC236}">
                <a16:creationId xmlns:a16="http://schemas.microsoft.com/office/drawing/2014/main" id="{3F366DCC-510D-406E-BF33-36A3FC5F4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321132"/>
              </p:ext>
            </p:extLst>
          </p:nvPr>
        </p:nvGraphicFramePr>
        <p:xfrm>
          <a:off x="8204136" y="-1887655"/>
          <a:ext cx="2767208" cy="76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62">
                  <a:extLst>
                    <a:ext uri="{9D8B030D-6E8A-4147-A177-3AD203B41FA5}">
                      <a16:colId xmlns:a16="http://schemas.microsoft.com/office/drawing/2014/main" val="2849513351"/>
                    </a:ext>
                  </a:extLst>
                </a:gridCol>
                <a:gridCol w="473362">
                  <a:extLst>
                    <a:ext uri="{9D8B030D-6E8A-4147-A177-3AD203B41FA5}">
                      <a16:colId xmlns:a16="http://schemas.microsoft.com/office/drawing/2014/main" val="804713401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3688603721"/>
                    </a:ext>
                  </a:extLst>
                </a:gridCol>
                <a:gridCol w="473362">
                  <a:extLst>
                    <a:ext uri="{9D8B030D-6E8A-4147-A177-3AD203B41FA5}">
                      <a16:colId xmlns:a16="http://schemas.microsoft.com/office/drawing/2014/main" val="2831507289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171424048"/>
                    </a:ext>
                  </a:extLst>
                </a:gridCol>
                <a:gridCol w="473362">
                  <a:extLst>
                    <a:ext uri="{9D8B030D-6E8A-4147-A177-3AD203B41FA5}">
                      <a16:colId xmlns:a16="http://schemas.microsoft.com/office/drawing/2014/main" val="3569677840"/>
                    </a:ext>
                  </a:extLst>
                </a:gridCol>
              </a:tblGrid>
              <a:tr h="390660">
                <a:tc>
                  <a:txBody>
                    <a:bodyPr/>
                    <a:lstStyle/>
                    <a:p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R3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R4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R5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427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R1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195E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zh-CN" altLang="en-US" sz="1200" b="1" dirty="0">
                        <a:solidFill>
                          <a:srgbClr val="195E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0938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zh-CN" altLang="en-US" sz="1200" b="1" dirty="0">
                        <a:solidFill>
                          <a:srgbClr val="00938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0C2E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</a:t>
                      </a:r>
                      <a:endParaRPr lang="zh-CN" altLang="en-US" sz="1200" b="1" dirty="0">
                        <a:solidFill>
                          <a:srgbClr val="0C2E2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rgbClr val="5624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zh-CN" altLang="en-US" sz="1200" b="1" dirty="0">
                        <a:solidFill>
                          <a:srgbClr val="5624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130338"/>
                  </a:ext>
                </a:extLst>
              </a:tr>
            </a:tbl>
          </a:graphicData>
        </a:graphic>
      </p:graphicFrame>
      <p:sp>
        <p:nvSpPr>
          <p:cNvPr id="181" name="文本框 180">
            <a:extLst>
              <a:ext uri="{FF2B5EF4-FFF2-40B4-BE49-F238E27FC236}">
                <a16:creationId xmlns:a16="http://schemas.microsoft.com/office/drawing/2014/main" id="{6CDDCE63-3936-48B2-8B37-86C04B56CF61}"/>
              </a:ext>
            </a:extLst>
          </p:cNvPr>
          <p:cNvSpPr txBox="1"/>
          <p:nvPr/>
        </p:nvSpPr>
        <p:spPr>
          <a:xfrm>
            <a:off x="6117049" y="-1940319"/>
            <a:ext cx="2019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Phylo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dis. from R1 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E8625C49-3747-4B65-A476-FB82C413C3F2}"/>
              </a:ext>
            </a:extLst>
          </p:cNvPr>
          <p:cNvCxnSpPr>
            <a:cxnSpLocks/>
            <a:endCxn id="185" idx="1"/>
          </p:cNvCxnSpPr>
          <p:nvPr/>
        </p:nvCxnSpPr>
        <p:spPr>
          <a:xfrm>
            <a:off x="6733903" y="-1016124"/>
            <a:ext cx="2336118" cy="835149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左大括号 8">
            <a:extLst>
              <a:ext uri="{FF2B5EF4-FFF2-40B4-BE49-F238E27FC236}">
                <a16:creationId xmlns:a16="http://schemas.microsoft.com/office/drawing/2014/main" id="{28203B4B-71ED-4E1B-A996-8301D2B211C1}"/>
              </a:ext>
            </a:extLst>
          </p:cNvPr>
          <p:cNvSpPr/>
          <p:nvPr/>
        </p:nvSpPr>
        <p:spPr>
          <a:xfrm rot="16200000">
            <a:off x="9980060" y="-1931369"/>
            <a:ext cx="157219" cy="182534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90551D-F5F8-4525-9855-EDF36D32AFB1}"/>
              </a:ext>
            </a:extLst>
          </p:cNvPr>
          <p:cNvSpPr txBox="1"/>
          <p:nvPr/>
        </p:nvSpPr>
        <p:spPr>
          <a:xfrm>
            <a:off x="9638222" y="-959753"/>
            <a:ext cx="120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DFCC3AAA-061A-49FC-B574-8F44B34820CE}"/>
              </a:ext>
            </a:extLst>
          </p:cNvPr>
          <p:cNvCxnSpPr>
            <a:cxnSpLocks/>
          </p:cNvCxnSpPr>
          <p:nvPr/>
        </p:nvCxnSpPr>
        <p:spPr>
          <a:xfrm flipV="1">
            <a:off x="10048606" y="-690322"/>
            <a:ext cx="0" cy="288000"/>
          </a:xfrm>
          <a:prstGeom prst="straightConnector1">
            <a:avLst/>
          </a:prstGeom>
          <a:ln w="12700">
            <a:solidFill>
              <a:srgbClr val="BA54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5327D42-805C-4ED1-863C-B16E1BE0FE84}"/>
              </a:ext>
            </a:extLst>
          </p:cNvPr>
          <p:cNvGrpSpPr/>
          <p:nvPr/>
        </p:nvGrpSpPr>
        <p:grpSpPr>
          <a:xfrm>
            <a:off x="3828323" y="-34484"/>
            <a:ext cx="8298931" cy="8456709"/>
            <a:chOff x="3828323" y="-34484"/>
            <a:chExt cx="8298931" cy="8456709"/>
          </a:xfrm>
        </p:grpSpPr>
        <p:sp>
          <p:nvSpPr>
            <p:cNvPr id="816" name="文本框 815">
              <a:extLst>
                <a:ext uri="{FF2B5EF4-FFF2-40B4-BE49-F238E27FC236}">
                  <a16:creationId xmlns:a16="http://schemas.microsoft.com/office/drawing/2014/main" id="{7A1E29E1-1D97-4E48-8D95-6458FD99BA52}"/>
                </a:ext>
              </a:extLst>
            </p:cNvPr>
            <p:cNvSpPr txBox="1"/>
            <p:nvPr/>
          </p:nvSpPr>
          <p:spPr>
            <a:xfrm flipH="1">
              <a:off x="3828323" y="83639"/>
              <a:ext cx="8227544" cy="4824000"/>
            </a:xfrm>
            <a:prstGeom prst="rect">
              <a:avLst/>
            </a:prstGeom>
            <a:noFill/>
            <a:ln w="12700">
              <a:solidFill>
                <a:srgbClr val="7D5AA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1050" dirty="0"/>
            </a:p>
          </p:txBody>
        </p:sp>
        <p:sp>
          <p:nvSpPr>
            <p:cNvPr id="815" name="文本框 814">
              <a:extLst>
                <a:ext uri="{FF2B5EF4-FFF2-40B4-BE49-F238E27FC236}">
                  <a16:creationId xmlns:a16="http://schemas.microsoft.com/office/drawing/2014/main" id="{0C5C6470-99E2-4D97-863D-FDC7330090F7}"/>
                </a:ext>
              </a:extLst>
            </p:cNvPr>
            <p:cNvSpPr txBox="1"/>
            <p:nvPr/>
          </p:nvSpPr>
          <p:spPr>
            <a:xfrm>
              <a:off x="3828323" y="5038225"/>
              <a:ext cx="8226000" cy="33840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1050" dirty="0"/>
            </a:p>
          </p:txBody>
        </p:sp>
        <p:cxnSp>
          <p:nvCxnSpPr>
            <p:cNvPr id="609" name="直接箭头连接符 608">
              <a:extLst>
                <a:ext uri="{FF2B5EF4-FFF2-40B4-BE49-F238E27FC236}">
                  <a16:creationId xmlns:a16="http://schemas.microsoft.com/office/drawing/2014/main" id="{D9360442-A6A5-4DC7-9D5C-D3E3B41070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3609" y="948556"/>
              <a:ext cx="151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1D9B23E0-9819-4287-AD3C-AFFAA4409584}"/>
                </a:ext>
              </a:extLst>
            </p:cNvPr>
            <p:cNvSpPr/>
            <p:nvPr/>
          </p:nvSpPr>
          <p:spPr>
            <a:xfrm>
              <a:off x="5932111" y="933882"/>
              <a:ext cx="1801010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species that are native in focal region (R1) to remaining regions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55" name="直接箭头连接符 954">
              <a:extLst>
                <a:ext uri="{FF2B5EF4-FFF2-40B4-BE49-F238E27FC236}">
                  <a16:creationId xmlns:a16="http://schemas.microsoft.com/office/drawing/2014/main" id="{29A3093D-E46C-4078-A6A7-726A694BE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9412" y="946147"/>
              <a:ext cx="25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6" name="组合 1075">
              <a:extLst>
                <a:ext uri="{FF2B5EF4-FFF2-40B4-BE49-F238E27FC236}">
                  <a16:creationId xmlns:a16="http://schemas.microsoft.com/office/drawing/2014/main" id="{82CA2BE8-6F23-4D36-AD78-B80E8AAB7FB8}"/>
                </a:ext>
              </a:extLst>
            </p:cNvPr>
            <p:cNvGrpSpPr/>
            <p:nvPr/>
          </p:nvGrpSpPr>
          <p:grpSpPr>
            <a:xfrm>
              <a:off x="3980054" y="113799"/>
              <a:ext cx="1973833" cy="1553548"/>
              <a:chOff x="1648820" y="2297583"/>
              <a:chExt cx="1973833" cy="1553548"/>
            </a:xfrm>
          </p:grpSpPr>
          <p:pic>
            <p:nvPicPr>
              <p:cNvPr id="1077" name="图片 1076">
                <a:extLst>
                  <a:ext uri="{FF2B5EF4-FFF2-40B4-BE49-F238E27FC236}">
                    <a16:creationId xmlns:a16="http://schemas.microsoft.com/office/drawing/2014/main" id="{C5FCDD51-908A-4EA3-82B7-97B5CB3E7B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7" t="27343" r="3815" b="27689"/>
              <a:stretch/>
            </p:blipFill>
            <p:spPr>
              <a:xfrm>
                <a:off x="1648820" y="2297583"/>
                <a:ext cx="1973833" cy="1553548"/>
              </a:xfrm>
              <a:prstGeom prst="rect">
                <a:avLst/>
              </a:prstGeom>
            </p:spPr>
          </p:pic>
          <p:grpSp>
            <p:nvGrpSpPr>
              <p:cNvPr id="1078" name="组合 1077">
                <a:extLst>
                  <a:ext uri="{FF2B5EF4-FFF2-40B4-BE49-F238E27FC236}">
                    <a16:creationId xmlns:a16="http://schemas.microsoft.com/office/drawing/2014/main" id="{9BDDD71E-A424-4C9A-A6DC-2C2797682E23}"/>
                  </a:ext>
                </a:extLst>
              </p:cNvPr>
              <p:cNvGrpSpPr/>
              <p:nvPr/>
            </p:nvGrpSpPr>
            <p:grpSpPr>
              <a:xfrm>
                <a:off x="1874038" y="2770651"/>
                <a:ext cx="419525" cy="253916"/>
                <a:chOff x="1567588" y="204692"/>
                <a:chExt cx="555308" cy="336098"/>
              </a:xfrm>
            </p:grpSpPr>
            <p:sp>
              <p:nvSpPr>
                <p:cNvPr id="1079" name="文本框 1078">
                  <a:extLst>
                    <a:ext uri="{FF2B5EF4-FFF2-40B4-BE49-F238E27FC236}">
                      <a16:creationId xmlns:a16="http://schemas.microsoft.com/office/drawing/2014/main" id="{434AB29C-A51C-4724-A213-2B6C5C1FC8C4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1080" name="椭圆 1079">
                  <a:extLst>
                    <a:ext uri="{FF2B5EF4-FFF2-40B4-BE49-F238E27FC236}">
                      <a16:creationId xmlns:a16="http://schemas.microsoft.com/office/drawing/2014/main" id="{EC0B2D8C-A958-457B-89B3-838861406599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A6BDA14D-0262-49B0-BD81-61BA9098C4D5}"/>
                </a:ext>
              </a:extLst>
            </p:cNvPr>
            <p:cNvGrpSpPr/>
            <p:nvPr/>
          </p:nvGrpSpPr>
          <p:grpSpPr>
            <a:xfrm>
              <a:off x="8239540" y="694629"/>
              <a:ext cx="1005523" cy="522197"/>
              <a:chOff x="1855362" y="319091"/>
              <a:chExt cx="1005523" cy="522197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4985E2F2-DB8A-45F5-8C5B-1E7812777BA8}"/>
                  </a:ext>
                </a:extLst>
              </p:cNvPr>
              <p:cNvGrpSpPr/>
              <p:nvPr/>
            </p:nvGrpSpPr>
            <p:grpSpPr>
              <a:xfrm>
                <a:off x="1855362" y="319091"/>
                <a:ext cx="401532" cy="438510"/>
                <a:chOff x="5732938" y="365253"/>
                <a:chExt cx="531491" cy="580438"/>
              </a:xfrm>
            </p:grpSpPr>
            <p:cxnSp>
              <p:nvCxnSpPr>
                <p:cNvPr id="455" name="直接箭头连接符 454">
                  <a:extLst>
                    <a:ext uri="{FF2B5EF4-FFF2-40B4-BE49-F238E27FC236}">
                      <a16:creationId xmlns:a16="http://schemas.microsoft.com/office/drawing/2014/main" id="{5B8A2F33-304B-4474-9B7E-DA8225EC6A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32938" y="499762"/>
                  <a:ext cx="164189" cy="445929"/>
                </a:xfrm>
                <a:prstGeom prst="straightConnector1">
                  <a:avLst/>
                </a:prstGeom>
                <a:ln w="28575">
                  <a:solidFill>
                    <a:srgbClr val="D1EDE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直接箭头连接符 342">
                  <a:extLst>
                    <a:ext uri="{FF2B5EF4-FFF2-40B4-BE49-F238E27FC236}">
                      <a16:creationId xmlns:a16="http://schemas.microsoft.com/office/drawing/2014/main" id="{B7A23FB9-CD40-4359-B2C7-E8AB94638F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563" y="365253"/>
                  <a:ext cx="428866" cy="142041"/>
                </a:xfrm>
                <a:prstGeom prst="straightConnector1">
                  <a:avLst/>
                </a:prstGeom>
                <a:ln w="28575">
                  <a:solidFill>
                    <a:srgbClr val="D1EDE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74EDEF82-782B-44D0-B63B-DB197AAD4078}"/>
                  </a:ext>
                </a:extLst>
              </p:cNvPr>
              <p:cNvGrpSpPr/>
              <p:nvPr/>
            </p:nvGrpSpPr>
            <p:grpSpPr>
              <a:xfrm>
                <a:off x="1898609" y="392849"/>
                <a:ext cx="962276" cy="448439"/>
                <a:chOff x="5138497" y="357139"/>
                <a:chExt cx="962276" cy="448439"/>
              </a:xfrm>
            </p:grpSpPr>
            <p:sp>
              <p:nvSpPr>
                <p:cNvPr id="138" name="任意多边形: 形状 137">
                  <a:extLst>
                    <a:ext uri="{FF2B5EF4-FFF2-40B4-BE49-F238E27FC236}">
                      <a16:creationId xmlns:a16="http://schemas.microsoft.com/office/drawing/2014/main" id="{EEA697C1-C575-44DD-90CD-DBCCFDADA18F}"/>
                    </a:ext>
                  </a:extLst>
                </p:cNvPr>
                <p:cNvSpPr/>
                <p:nvPr/>
              </p:nvSpPr>
              <p:spPr>
                <a:xfrm>
                  <a:off x="5138497" y="357139"/>
                  <a:ext cx="880533" cy="418717"/>
                </a:xfrm>
                <a:custGeom>
                  <a:avLst/>
                  <a:gdLst>
                    <a:gd name="connsiteX0" fmla="*/ 0 w 880533"/>
                    <a:gd name="connsiteY0" fmla="*/ 0 h 418717"/>
                    <a:gd name="connsiteX1" fmla="*/ 15394 w 880533"/>
                    <a:gd name="connsiteY1" fmla="*/ 24630 h 418717"/>
                    <a:gd name="connsiteX2" fmla="*/ 33867 w 880533"/>
                    <a:gd name="connsiteY2" fmla="*/ 40024 h 418717"/>
                    <a:gd name="connsiteX3" fmla="*/ 49261 w 880533"/>
                    <a:gd name="connsiteY3" fmla="*/ 55418 h 418717"/>
                    <a:gd name="connsiteX4" fmla="*/ 64655 w 880533"/>
                    <a:gd name="connsiteY4" fmla="*/ 67733 h 418717"/>
                    <a:gd name="connsiteX5" fmla="*/ 80048 w 880533"/>
                    <a:gd name="connsiteY5" fmla="*/ 83127 h 418717"/>
                    <a:gd name="connsiteX6" fmla="*/ 98521 w 880533"/>
                    <a:gd name="connsiteY6" fmla="*/ 98521 h 418717"/>
                    <a:gd name="connsiteX7" fmla="*/ 110836 w 880533"/>
                    <a:gd name="connsiteY7" fmla="*/ 110836 h 418717"/>
                    <a:gd name="connsiteX8" fmla="*/ 123151 w 880533"/>
                    <a:gd name="connsiteY8" fmla="*/ 123151 h 418717"/>
                    <a:gd name="connsiteX9" fmla="*/ 129309 w 880533"/>
                    <a:gd name="connsiteY9" fmla="*/ 132388 h 418717"/>
                    <a:gd name="connsiteX10" fmla="*/ 147782 w 880533"/>
                    <a:gd name="connsiteY10" fmla="*/ 144703 h 418717"/>
                    <a:gd name="connsiteX11" fmla="*/ 153939 w 880533"/>
                    <a:gd name="connsiteY11" fmla="*/ 153939 h 418717"/>
                    <a:gd name="connsiteX12" fmla="*/ 172412 w 880533"/>
                    <a:gd name="connsiteY12" fmla="*/ 166254 h 418717"/>
                    <a:gd name="connsiteX13" fmla="*/ 190885 w 880533"/>
                    <a:gd name="connsiteY13" fmla="*/ 178569 h 418717"/>
                    <a:gd name="connsiteX14" fmla="*/ 203200 w 880533"/>
                    <a:gd name="connsiteY14" fmla="*/ 184727 h 418717"/>
                    <a:gd name="connsiteX15" fmla="*/ 221673 w 880533"/>
                    <a:gd name="connsiteY15" fmla="*/ 197042 h 418717"/>
                    <a:gd name="connsiteX16" fmla="*/ 230909 w 880533"/>
                    <a:gd name="connsiteY16" fmla="*/ 203200 h 418717"/>
                    <a:gd name="connsiteX17" fmla="*/ 261697 w 880533"/>
                    <a:gd name="connsiteY17" fmla="*/ 218594 h 418717"/>
                    <a:gd name="connsiteX18" fmla="*/ 270933 w 880533"/>
                    <a:gd name="connsiteY18" fmla="*/ 224751 h 418717"/>
                    <a:gd name="connsiteX19" fmla="*/ 289406 w 880533"/>
                    <a:gd name="connsiteY19" fmla="*/ 230909 h 418717"/>
                    <a:gd name="connsiteX20" fmla="*/ 304800 w 880533"/>
                    <a:gd name="connsiteY20" fmla="*/ 237066 h 418717"/>
                    <a:gd name="connsiteX21" fmla="*/ 344824 w 880533"/>
                    <a:gd name="connsiteY21" fmla="*/ 249382 h 418717"/>
                    <a:gd name="connsiteX22" fmla="*/ 354061 w 880533"/>
                    <a:gd name="connsiteY22" fmla="*/ 255539 h 418717"/>
                    <a:gd name="connsiteX23" fmla="*/ 381770 w 880533"/>
                    <a:gd name="connsiteY23" fmla="*/ 264776 h 418717"/>
                    <a:gd name="connsiteX24" fmla="*/ 418715 w 880533"/>
                    <a:gd name="connsiteY24" fmla="*/ 277091 h 418717"/>
                    <a:gd name="connsiteX25" fmla="*/ 437188 w 880533"/>
                    <a:gd name="connsiteY25" fmla="*/ 283248 h 418717"/>
                    <a:gd name="connsiteX26" fmla="*/ 446424 w 880533"/>
                    <a:gd name="connsiteY26" fmla="*/ 286327 h 418717"/>
                    <a:gd name="connsiteX27" fmla="*/ 455661 w 880533"/>
                    <a:gd name="connsiteY27" fmla="*/ 292485 h 418717"/>
                    <a:gd name="connsiteX28" fmla="*/ 474133 w 880533"/>
                    <a:gd name="connsiteY28" fmla="*/ 298642 h 418717"/>
                    <a:gd name="connsiteX29" fmla="*/ 483370 w 880533"/>
                    <a:gd name="connsiteY29" fmla="*/ 304800 h 418717"/>
                    <a:gd name="connsiteX30" fmla="*/ 501842 w 880533"/>
                    <a:gd name="connsiteY30" fmla="*/ 310957 h 418717"/>
                    <a:gd name="connsiteX31" fmla="*/ 511079 w 880533"/>
                    <a:gd name="connsiteY31" fmla="*/ 314036 h 418717"/>
                    <a:gd name="connsiteX32" fmla="*/ 523394 w 880533"/>
                    <a:gd name="connsiteY32" fmla="*/ 317115 h 418717"/>
                    <a:gd name="connsiteX33" fmla="*/ 541867 w 880533"/>
                    <a:gd name="connsiteY33" fmla="*/ 323272 h 418717"/>
                    <a:gd name="connsiteX34" fmla="*/ 560339 w 880533"/>
                    <a:gd name="connsiteY34" fmla="*/ 329430 h 418717"/>
                    <a:gd name="connsiteX35" fmla="*/ 569576 w 880533"/>
                    <a:gd name="connsiteY35" fmla="*/ 332509 h 418717"/>
                    <a:gd name="connsiteX36" fmla="*/ 578812 w 880533"/>
                    <a:gd name="connsiteY36" fmla="*/ 335588 h 418717"/>
                    <a:gd name="connsiteX37" fmla="*/ 591127 w 880533"/>
                    <a:gd name="connsiteY37" fmla="*/ 338666 h 418717"/>
                    <a:gd name="connsiteX38" fmla="*/ 609600 w 880533"/>
                    <a:gd name="connsiteY38" fmla="*/ 344824 h 418717"/>
                    <a:gd name="connsiteX39" fmla="*/ 624994 w 880533"/>
                    <a:gd name="connsiteY39" fmla="*/ 347903 h 418717"/>
                    <a:gd name="connsiteX40" fmla="*/ 643467 w 880533"/>
                    <a:gd name="connsiteY40" fmla="*/ 354060 h 418717"/>
                    <a:gd name="connsiteX41" fmla="*/ 661939 w 880533"/>
                    <a:gd name="connsiteY41" fmla="*/ 360218 h 418717"/>
                    <a:gd name="connsiteX42" fmla="*/ 708121 w 880533"/>
                    <a:gd name="connsiteY42" fmla="*/ 375612 h 418717"/>
                    <a:gd name="connsiteX43" fmla="*/ 726594 w 880533"/>
                    <a:gd name="connsiteY43" fmla="*/ 381769 h 418717"/>
                    <a:gd name="connsiteX44" fmla="*/ 735830 w 880533"/>
                    <a:gd name="connsiteY44" fmla="*/ 384848 h 418717"/>
                    <a:gd name="connsiteX45" fmla="*/ 748145 w 880533"/>
                    <a:gd name="connsiteY45" fmla="*/ 387927 h 418717"/>
                    <a:gd name="connsiteX46" fmla="*/ 757382 w 880533"/>
                    <a:gd name="connsiteY46" fmla="*/ 391006 h 418717"/>
                    <a:gd name="connsiteX47" fmla="*/ 769697 w 880533"/>
                    <a:gd name="connsiteY47" fmla="*/ 394085 h 418717"/>
                    <a:gd name="connsiteX48" fmla="*/ 800485 w 880533"/>
                    <a:gd name="connsiteY48" fmla="*/ 400242 h 418717"/>
                    <a:gd name="connsiteX49" fmla="*/ 809721 w 880533"/>
                    <a:gd name="connsiteY49" fmla="*/ 403321 h 418717"/>
                    <a:gd name="connsiteX50" fmla="*/ 846667 w 880533"/>
                    <a:gd name="connsiteY50" fmla="*/ 409479 h 418717"/>
                    <a:gd name="connsiteX51" fmla="*/ 858982 w 880533"/>
                    <a:gd name="connsiteY51" fmla="*/ 412557 h 418717"/>
                    <a:gd name="connsiteX52" fmla="*/ 880533 w 880533"/>
                    <a:gd name="connsiteY52" fmla="*/ 418715 h 418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880533" h="418717">
                      <a:moveTo>
                        <a:pt x="0" y="0"/>
                      </a:moveTo>
                      <a:cubicBezTo>
                        <a:pt x="1293" y="2155"/>
                        <a:pt x="12005" y="20564"/>
                        <a:pt x="15394" y="24630"/>
                      </a:cubicBezTo>
                      <a:cubicBezTo>
                        <a:pt x="22803" y="33520"/>
                        <a:pt x="24784" y="33969"/>
                        <a:pt x="33867" y="40024"/>
                      </a:cubicBezTo>
                      <a:cubicBezTo>
                        <a:pt x="50285" y="64652"/>
                        <a:pt x="28736" y="34893"/>
                        <a:pt x="49261" y="55418"/>
                      </a:cubicBezTo>
                      <a:cubicBezTo>
                        <a:pt x="63187" y="69344"/>
                        <a:pt x="46672" y="61739"/>
                        <a:pt x="64655" y="67733"/>
                      </a:cubicBezTo>
                      <a:cubicBezTo>
                        <a:pt x="75941" y="84663"/>
                        <a:pt x="64657" y="70301"/>
                        <a:pt x="80048" y="83127"/>
                      </a:cubicBezTo>
                      <a:cubicBezTo>
                        <a:pt x="103754" y="102882"/>
                        <a:pt x="75590" y="83232"/>
                        <a:pt x="98521" y="98521"/>
                      </a:cubicBezTo>
                      <a:cubicBezTo>
                        <a:pt x="106732" y="123150"/>
                        <a:pt x="94416" y="94416"/>
                        <a:pt x="110836" y="110836"/>
                      </a:cubicBezTo>
                      <a:cubicBezTo>
                        <a:pt x="127256" y="127256"/>
                        <a:pt x="98522" y="114940"/>
                        <a:pt x="123151" y="123151"/>
                      </a:cubicBezTo>
                      <a:cubicBezTo>
                        <a:pt x="125204" y="126230"/>
                        <a:pt x="126524" y="129951"/>
                        <a:pt x="129309" y="132388"/>
                      </a:cubicBezTo>
                      <a:cubicBezTo>
                        <a:pt x="134878" y="137261"/>
                        <a:pt x="147782" y="144703"/>
                        <a:pt x="147782" y="144703"/>
                      </a:cubicBezTo>
                      <a:cubicBezTo>
                        <a:pt x="149834" y="147782"/>
                        <a:pt x="151154" y="151503"/>
                        <a:pt x="153939" y="153939"/>
                      </a:cubicBezTo>
                      <a:cubicBezTo>
                        <a:pt x="159508" y="158812"/>
                        <a:pt x="166254" y="162149"/>
                        <a:pt x="172412" y="166254"/>
                      </a:cubicBezTo>
                      <a:lnTo>
                        <a:pt x="190885" y="178569"/>
                      </a:lnTo>
                      <a:cubicBezTo>
                        <a:pt x="194990" y="180622"/>
                        <a:pt x="199264" y="182366"/>
                        <a:pt x="203200" y="184727"/>
                      </a:cubicBezTo>
                      <a:cubicBezTo>
                        <a:pt x="209546" y="188535"/>
                        <a:pt x="215515" y="192937"/>
                        <a:pt x="221673" y="197042"/>
                      </a:cubicBezTo>
                      <a:cubicBezTo>
                        <a:pt x="224752" y="199095"/>
                        <a:pt x="227599" y="201545"/>
                        <a:pt x="230909" y="203200"/>
                      </a:cubicBezTo>
                      <a:cubicBezTo>
                        <a:pt x="241172" y="208331"/>
                        <a:pt x="252150" y="212230"/>
                        <a:pt x="261697" y="218594"/>
                      </a:cubicBezTo>
                      <a:cubicBezTo>
                        <a:pt x="264776" y="220646"/>
                        <a:pt x="267552" y="223248"/>
                        <a:pt x="270933" y="224751"/>
                      </a:cubicBezTo>
                      <a:cubicBezTo>
                        <a:pt x="276864" y="227387"/>
                        <a:pt x="283306" y="228691"/>
                        <a:pt x="289406" y="230909"/>
                      </a:cubicBezTo>
                      <a:cubicBezTo>
                        <a:pt x="294600" y="232798"/>
                        <a:pt x="299595" y="235207"/>
                        <a:pt x="304800" y="237066"/>
                      </a:cubicBezTo>
                      <a:cubicBezTo>
                        <a:pt x="329479" y="245880"/>
                        <a:pt x="326125" y="244707"/>
                        <a:pt x="344824" y="249382"/>
                      </a:cubicBezTo>
                      <a:cubicBezTo>
                        <a:pt x="347903" y="251434"/>
                        <a:pt x="350680" y="254036"/>
                        <a:pt x="354061" y="255539"/>
                      </a:cubicBezTo>
                      <a:cubicBezTo>
                        <a:pt x="354065" y="255541"/>
                        <a:pt x="377150" y="263236"/>
                        <a:pt x="381770" y="264776"/>
                      </a:cubicBezTo>
                      <a:lnTo>
                        <a:pt x="418715" y="277091"/>
                      </a:lnTo>
                      <a:lnTo>
                        <a:pt x="437188" y="283248"/>
                      </a:lnTo>
                      <a:cubicBezTo>
                        <a:pt x="440267" y="284274"/>
                        <a:pt x="443724" y="284527"/>
                        <a:pt x="446424" y="286327"/>
                      </a:cubicBezTo>
                      <a:cubicBezTo>
                        <a:pt x="449503" y="288380"/>
                        <a:pt x="452279" y="290982"/>
                        <a:pt x="455661" y="292485"/>
                      </a:cubicBezTo>
                      <a:cubicBezTo>
                        <a:pt x="461592" y="295121"/>
                        <a:pt x="468733" y="295042"/>
                        <a:pt x="474133" y="298642"/>
                      </a:cubicBezTo>
                      <a:cubicBezTo>
                        <a:pt x="477212" y="300695"/>
                        <a:pt x="479988" y="303297"/>
                        <a:pt x="483370" y="304800"/>
                      </a:cubicBezTo>
                      <a:cubicBezTo>
                        <a:pt x="489301" y="307436"/>
                        <a:pt x="495685" y="308905"/>
                        <a:pt x="501842" y="310957"/>
                      </a:cubicBezTo>
                      <a:cubicBezTo>
                        <a:pt x="504921" y="311983"/>
                        <a:pt x="507930" y="313249"/>
                        <a:pt x="511079" y="314036"/>
                      </a:cubicBezTo>
                      <a:cubicBezTo>
                        <a:pt x="515184" y="315062"/>
                        <a:pt x="519341" y="315899"/>
                        <a:pt x="523394" y="317115"/>
                      </a:cubicBezTo>
                      <a:cubicBezTo>
                        <a:pt x="529611" y="318980"/>
                        <a:pt x="535709" y="321220"/>
                        <a:pt x="541867" y="323272"/>
                      </a:cubicBezTo>
                      <a:lnTo>
                        <a:pt x="560339" y="329430"/>
                      </a:lnTo>
                      <a:lnTo>
                        <a:pt x="569576" y="332509"/>
                      </a:lnTo>
                      <a:cubicBezTo>
                        <a:pt x="572655" y="333535"/>
                        <a:pt x="575664" y="334801"/>
                        <a:pt x="578812" y="335588"/>
                      </a:cubicBezTo>
                      <a:cubicBezTo>
                        <a:pt x="582917" y="336614"/>
                        <a:pt x="587074" y="337450"/>
                        <a:pt x="591127" y="338666"/>
                      </a:cubicBezTo>
                      <a:cubicBezTo>
                        <a:pt x="597344" y="340531"/>
                        <a:pt x="603235" y="343551"/>
                        <a:pt x="609600" y="344824"/>
                      </a:cubicBezTo>
                      <a:cubicBezTo>
                        <a:pt x="614731" y="345850"/>
                        <a:pt x="619945" y="346526"/>
                        <a:pt x="624994" y="347903"/>
                      </a:cubicBezTo>
                      <a:cubicBezTo>
                        <a:pt x="631256" y="349611"/>
                        <a:pt x="637309" y="352008"/>
                        <a:pt x="643467" y="354060"/>
                      </a:cubicBezTo>
                      <a:lnTo>
                        <a:pt x="661939" y="360218"/>
                      </a:lnTo>
                      <a:lnTo>
                        <a:pt x="708121" y="375612"/>
                      </a:lnTo>
                      <a:lnTo>
                        <a:pt x="726594" y="381769"/>
                      </a:lnTo>
                      <a:cubicBezTo>
                        <a:pt x="729673" y="382795"/>
                        <a:pt x="732682" y="384061"/>
                        <a:pt x="735830" y="384848"/>
                      </a:cubicBezTo>
                      <a:cubicBezTo>
                        <a:pt x="739935" y="385874"/>
                        <a:pt x="744076" y="386765"/>
                        <a:pt x="748145" y="387927"/>
                      </a:cubicBezTo>
                      <a:cubicBezTo>
                        <a:pt x="751266" y="388819"/>
                        <a:pt x="754261" y="390114"/>
                        <a:pt x="757382" y="391006"/>
                      </a:cubicBezTo>
                      <a:cubicBezTo>
                        <a:pt x="761451" y="392168"/>
                        <a:pt x="765560" y="393198"/>
                        <a:pt x="769697" y="394085"/>
                      </a:cubicBezTo>
                      <a:cubicBezTo>
                        <a:pt x="779931" y="396278"/>
                        <a:pt x="790556" y="396932"/>
                        <a:pt x="800485" y="400242"/>
                      </a:cubicBezTo>
                      <a:cubicBezTo>
                        <a:pt x="803564" y="401268"/>
                        <a:pt x="806539" y="402685"/>
                        <a:pt x="809721" y="403321"/>
                      </a:cubicBezTo>
                      <a:cubicBezTo>
                        <a:pt x="821964" y="405770"/>
                        <a:pt x="834554" y="406452"/>
                        <a:pt x="846667" y="409479"/>
                      </a:cubicBezTo>
                      <a:cubicBezTo>
                        <a:pt x="850772" y="410505"/>
                        <a:pt x="854929" y="411341"/>
                        <a:pt x="858982" y="412557"/>
                      </a:cubicBezTo>
                      <a:cubicBezTo>
                        <a:pt x="880591" y="419039"/>
                        <a:pt x="870622" y="418715"/>
                        <a:pt x="880533" y="418715"/>
                      </a:cubicBezTo>
                    </a:path>
                  </a:pathLst>
                </a:custGeom>
                <a:noFill/>
                <a:ln w="28575">
                  <a:solidFill>
                    <a:srgbClr val="D1EDE9"/>
                  </a:solidFill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44" name="直接箭头连接符 743">
                  <a:extLst>
                    <a:ext uri="{FF2B5EF4-FFF2-40B4-BE49-F238E27FC236}">
                      <a16:creationId xmlns:a16="http://schemas.microsoft.com/office/drawing/2014/main" id="{E278385F-FE9A-423A-AA9A-1F5262F72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1453" y="767811"/>
                  <a:ext cx="109320" cy="37767"/>
                </a:xfrm>
                <a:prstGeom prst="straightConnector1">
                  <a:avLst/>
                </a:prstGeom>
                <a:ln w="28575">
                  <a:solidFill>
                    <a:srgbClr val="D1EDE9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61" name="组合 1060">
              <a:extLst>
                <a:ext uri="{FF2B5EF4-FFF2-40B4-BE49-F238E27FC236}">
                  <a16:creationId xmlns:a16="http://schemas.microsoft.com/office/drawing/2014/main" id="{7FEEA4B0-0E60-467E-B975-4ED363177A28}"/>
                </a:ext>
              </a:extLst>
            </p:cNvPr>
            <p:cNvGrpSpPr/>
            <p:nvPr/>
          </p:nvGrpSpPr>
          <p:grpSpPr>
            <a:xfrm>
              <a:off x="7560556" y="87984"/>
              <a:ext cx="2161032" cy="1618044"/>
              <a:chOff x="1490589" y="719606"/>
              <a:chExt cx="2161032" cy="1618044"/>
            </a:xfrm>
          </p:grpSpPr>
          <p:pic>
            <p:nvPicPr>
              <p:cNvPr id="1063" name="图片 1062">
                <a:extLst>
                  <a:ext uri="{FF2B5EF4-FFF2-40B4-BE49-F238E27FC236}">
                    <a16:creationId xmlns:a16="http://schemas.microsoft.com/office/drawing/2014/main" id="{86F5DB1B-40AB-40C1-A109-3CDAF96B9C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568" b="26599"/>
              <a:stretch/>
            </p:blipFill>
            <p:spPr>
              <a:xfrm>
                <a:off x="1490589" y="719606"/>
                <a:ext cx="2161032" cy="1618044"/>
              </a:xfrm>
              <a:prstGeom prst="rect">
                <a:avLst/>
              </a:prstGeom>
            </p:spPr>
          </p:pic>
          <p:grpSp>
            <p:nvGrpSpPr>
              <p:cNvPr id="1062" name="组合 1061">
                <a:extLst>
                  <a:ext uri="{FF2B5EF4-FFF2-40B4-BE49-F238E27FC236}">
                    <a16:creationId xmlns:a16="http://schemas.microsoft.com/office/drawing/2014/main" id="{1B68EEE6-6865-4A5E-83C1-B63FB94FF080}"/>
                  </a:ext>
                </a:extLst>
              </p:cNvPr>
              <p:cNvGrpSpPr/>
              <p:nvPr/>
            </p:nvGrpSpPr>
            <p:grpSpPr>
              <a:xfrm>
                <a:off x="1801693" y="1229285"/>
                <a:ext cx="1506084" cy="766623"/>
                <a:chOff x="1567588" y="204692"/>
                <a:chExt cx="1993543" cy="1014748"/>
              </a:xfrm>
            </p:grpSpPr>
            <p:sp>
              <p:nvSpPr>
                <p:cNvPr id="1071" name="文本框 1070">
                  <a:extLst>
                    <a:ext uri="{FF2B5EF4-FFF2-40B4-BE49-F238E27FC236}">
                      <a16:creationId xmlns:a16="http://schemas.microsoft.com/office/drawing/2014/main" id="{E7092310-61F2-4B98-AA47-72850B2AEE6C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1065" name="椭圆 1064">
                  <a:extLst>
                    <a:ext uri="{FF2B5EF4-FFF2-40B4-BE49-F238E27FC236}">
                      <a16:creationId xmlns:a16="http://schemas.microsoft.com/office/drawing/2014/main" id="{AF08B7D1-3A42-47A4-981B-A362262C8D0B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066" name="椭圆 1065">
                  <a:extLst>
                    <a:ext uri="{FF2B5EF4-FFF2-40B4-BE49-F238E27FC236}">
                      <a16:creationId xmlns:a16="http://schemas.microsoft.com/office/drawing/2014/main" id="{A8F958AD-A10B-41E8-9804-C1993CA9F595}"/>
                    </a:ext>
                  </a:extLst>
                </p:cNvPr>
                <p:cNvSpPr/>
                <p:nvPr/>
              </p:nvSpPr>
              <p:spPr>
                <a:xfrm>
                  <a:off x="2121758" y="913997"/>
                  <a:ext cx="198000" cy="198000"/>
                </a:xfrm>
                <a:prstGeom prst="ellipse">
                  <a:avLst/>
                </a:prstGeom>
                <a:solidFill>
                  <a:srgbClr val="195E4D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067" name="椭圆 1066">
                  <a:extLst>
                    <a:ext uri="{FF2B5EF4-FFF2-40B4-BE49-F238E27FC236}">
                      <a16:creationId xmlns:a16="http://schemas.microsoft.com/office/drawing/2014/main" id="{60238036-C16D-42D0-B5A9-5FEAF8D86B83}"/>
                    </a:ext>
                  </a:extLst>
                </p:cNvPr>
                <p:cNvSpPr/>
                <p:nvPr/>
              </p:nvSpPr>
              <p:spPr>
                <a:xfrm>
                  <a:off x="2557469" y="475819"/>
                  <a:ext cx="198000" cy="198000"/>
                </a:xfrm>
                <a:prstGeom prst="ellipse">
                  <a:avLst/>
                </a:prstGeom>
                <a:solidFill>
                  <a:srgbClr val="009385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068" name="椭圆 1067">
                  <a:extLst>
                    <a:ext uri="{FF2B5EF4-FFF2-40B4-BE49-F238E27FC236}">
                      <a16:creationId xmlns:a16="http://schemas.microsoft.com/office/drawing/2014/main" id="{E5EBF67A-F694-4827-AA97-863D31290415}"/>
                    </a:ext>
                  </a:extLst>
                </p:cNvPr>
                <p:cNvSpPr/>
                <p:nvPr/>
              </p:nvSpPr>
              <p:spPr>
                <a:xfrm>
                  <a:off x="3224396" y="295495"/>
                  <a:ext cx="198000" cy="198000"/>
                </a:xfrm>
                <a:prstGeom prst="ellipse">
                  <a:avLst/>
                </a:prstGeom>
                <a:solidFill>
                  <a:srgbClr val="0C2E2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069" name="椭圆 1068">
                  <a:extLst>
                    <a:ext uri="{FF2B5EF4-FFF2-40B4-BE49-F238E27FC236}">
                      <a16:creationId xmlns:a16="http://schemas.microsoft.com/office/drawing/2014/main" id="{5F233B65-8507-4039-8414-F1C6417C88BC}"/>
                    </a:ext>
                  </a:extLst>
                </p:cNvPr>
                <p:cNvSpPr/>
                <p:nvPr/>
              </p:nvSpPr>
              <p:spPr>
                <a:xfrm>
                  <a:off x="3363131" y="1021440"/>
                  <a:ext cx="198000" cy="198000"/>
                </a:xfrm>
                <a:prstGeom prst="ellipse">
                  <a:avLst/>
                </a:prstGeom>
                <a:solidFill>
                  <a:srgbClr val="5624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cxnSp>
          <p:nvCxnSpPr>
            <p:cNvPr id="1081" name="直接箭头连接符 1080">
              <a:extLst>
                <a:ext uri="{FF2B5EF4-FFF2-40B4-BE49-F238E27FC236}">
                  <a16:creationId xmlns:a16="http://schemas.microsoft.com/office/drawing/2014/main" id="{1FABDDD4-A988-4C0C-B25C-00EA53DA382F}"/>
                </a:ext>
              </a:extLst>
            </p:cNvPr>
            <p:cNvCxnSpPr>
              <a:cxnSpLocks/>
            </p:cNvCxnSpPr>
            <p:nvPr/>
          </p:nvCxnSpPr>
          <p:spPr>
            <a:xfrm>
              <a:off x="8305229" y="644960"/>
              <a:ext cx="792000" cy="81924"/>
            </a:xfrm>
            <a:prstGeom prst="straightConnector1">
              <a:avLst/>
            </a:prstGeom>
            <a:ln w="28575">
              <a:solidFill>
                <a:srgbClr val="D1EDE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1" name="图片 200">
              <a:extLst>
                <a:ext uri="{FF2B5EF4-FFF2-40B4-BE49-F238E27FC236}">
                  <a16:creationId xmlns:a16="http://schemas.microsoft.com/office/drawing/2014/main" id="{1F861019-0537-4DE1-9C7D-7071F02A57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803" b="27230"/>
            <a:stretch/>
          </p:blipFill>
          <p:spPr>
            <a:xfrm>
              <a:off x="9859678" y="131979"/>
              <a:ext cx="2161032" cy="1553548"/>
            </a:xfrm>
            <a:prstGeom prst="rect">
              <a:avLst/>
            </a:prstGeom>
          </p:spPr>
        </p:pic>
        <p:sp>
          <p:nvSpPr>
            <p:cNvPr id="1082" name="文本框 1081">
              <a:extLst>
                <a:ext uri="{FF2B5EF4-FFF2-40B4-BE49-F238E27FC236}">
                  <a16:creationId xmlns:a16="http://schemas.microsoft.com/office/drawing/2014/main" id="{E495C404-E8E7-44B6-8103-2E240A1443E6}"/>
                </a:ext>
              </a:extLst>
            </p:cNvPr>
            <p:cNvSpPr txBox="1"/>
            <p:nvPr/>
          </p:nvSpPr>
          <p:spPr>
            <a:xfrm>
              <a:off x="10243213" y="576337"/>
              <a:ext cx="3973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1083" name="椭圆 1082">
              <a:extLst>
                <a:ext uri="{FF2B5EF4-FFF2-40B4-BE49-F238E27FC236}">
                  <a16:creationId xmlns:a16="http://schemas.microsoft.com/office/drawing/2014/main" id="{21859531-34D0-42EA-91A3-151399DAE408}"/>
                </a:ext>
              </a:extLst>
            </p:cNvPr>
            <p:cNvSpPr/>
            <p:nvPr/>
          </p:nvSpPr>
          <p:spPr>
            <a:xfrm>
              <a:off x="10513153" y="614861"/>
              <a:ext cx="149585" cy="149585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050"/>
            </a:p>
          </p:txBody>
        </p:sp>
        <p:pic>
          <p:nvPicPr>
            <p:cNvPr id="203" name="图片 202">
              <a:extLst>
                <a:ext uri="{FF2B5EF4-FFF2-40B4-BE49-F238E27FC236}">
                  <a16:creationId xmlns:a16="http://schemas.microsoft.com/office/drawing/2014/main" id="{3B482E4C-DA73-4BE0-B477-08F481F615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4" t="28035" r="3104" b="26998"/>
            <a:stretch/>
          </p:blipFill>
          <p:spPr>
            <a:xfrm>
              <a:off x="9995515" y="3343770"/>
              <a:ext cx="1972800" cy="1513718"/>
            </a:xfrm>
            <a:prstGeom prst="rect">
              <a:avLst/>
            </a:prstGeom>
          </p:spPr>
        </p:pic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2DAFEF64-FC6A-4D62-9F88-0AD09C2A4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805" y="4064879"/>
              <a:ext cx="151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箭头连接符 222">
              <a:extLst>
                <a:ext uri="{FF2B5EF4-FFF2-40B4-BE49-F238E27FC236}">
                  <a16:creationId xmlns:a16="http://schemas.microsoft.com/office/drawing/2014/main" id="{783FB772-CA30-4DD1-8739-B2C911DBC9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23" y="2543533"/>
              <a:ext cx="151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B8577514-2EB6-47D7-A5BF-A9118C56498F}"/>
                </a:ext>
              </a:extLst>
            </p:cNvPr>
            <p:cNvSpPr/>
            <p:nvPr/>
          </p:nvSpPr>
          <p:spPr>
            <a:xfrm>
              <a:off x="5905368" y="4045990"/>
              <a:ext cx="1866964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close relatives of R1 native to other regions to other remaining ones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F0A379C7-3DF7-441B-82D0-88F4439045FE}"/>
                </a:ext>
              </a:extLst>
            </p:cNvPr>
            <p:cNvGrpSpPr/>
            <p:nvPr/>
          </p:nvGrpSpPr>
          <p:grpSpPr>
            <a:xfrm>
              <a:off x="3976690" y="1683191"/>
              <a:ext cx="1973833" cy="1553548"/>
              <a:chOff x="1648820" y="2297583"/>
              <a:chExt cx="1973833" cy="1553548"/>
            </a:xfrm>
          </p:grpSpPr>
          <p:pic>
            <p:nvPicPr>
              <p:cNvPr id="226" name="图片 225">
                <a:extLst>
                  <a:ext uri="{FF2B5EF4-FFF2-40B4-BE49-F238E27FC236}">
                    <a16:creationId xmlns:a16="http://schemas.microsoft.com/office/drawing/2014/main" id="{87F40F24-5570-4D25-AFCD-A2452FDC94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7" t="27343" r="3815" b="27689"/>
              <a:stretch/>
            </p:blipFill>
            <p:spPr>
              <a:xfrm>
                <a:off x="1648820" y="2297583"/>
                <a:ext cx="1973833" cy="1553548"/>
              </a:xfrm>
              <a:prstGeom prst="rect">
                <a:avLst/>
              </a:prstGeom>
            </p:spPr>
          </p:pic>
          <p:grpSp>
            <p:nvGrpSpPr>
              <p:cNvPr id="227" name="组合 226">
                <a:extLst>
                  <a:ext uri="{FF2B5EF4-FFF2-40B4-BE49-F238E27FC236}">
                    <a16:creationId xmlns:a16="http://schemas.microsoft.com/office/drawing/2014/main" id="{D9D0CF6C-D205-4B7C-8781-FFAA497BCD47}"/>
                  </a:ext>
                </a:extLst>
              </p:cNvPr>
              <p:cNvGrpSpPr/>
              <p:nvPr/>
            </p:nvGrpSpPr>
            <p:grpSpPr>
              <a:xfrm>
                <a:off x="1874038" y="2770651"/>
                <a:ext cx="419525" cy="253916"/>
                <a:chOff x="1567588" y="204692"/>
                <a:chExt cx="555308" cy="336098"/>
              </a:xfrm>
            </p:grpSpPr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9C0A7D14-8964-497A-A684-1E39146AD183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AF03902B-325C-4D4F-B5E1-B0D429540536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BE030C34-F7C0-4C16-BB0D-6AA85D23F63A}"/>
                </a:ext>
              </a:extLst>
            </p:cNvPr>
            <p:cNvSpPr txBox="1"/>
            <p:nvPr/>
          </p:nvSpPr>
          <p:spPr>
            <a:xfrm>
              <a:off x="10255764" y="3788352"/>
              <a:ext cx="3973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311E8ECC-DBD8-43A0-9DE3-47D563274B71}"/>
                </a:ext>
              </a:extLst>
            </p:cNvPr>
            <p:cNvSpPr/>
            <p:nvPr/>
          </p:nvSpPr>
          <p:spPr>
            <a:xfrm>
              <a:off x="10525704" y="3826876"/>
              <a:ext cx="149585" cy="149585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050"/>
            </a:p>
          </p:txBody>
        </p: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D881675E-2605-49BA-88E6-329621E0A7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951" y="4080118"/>
              <a:ext cx="25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34EBE4F4-1CFD-4CB5-BF1D-1EA74E3BB61A}"/>
                </a:ext>
              </a:extLst>
            </p:cNvPr>
            <p:cNvGrpSpPr/>
            <p:nvPr/>
          </p:nvGrpSpPr>
          <p:grpSpPr>
            <a:xfrm>
              <a:off x="3997465" y="3259142"/>
              <a:ext cx="1973833" cy="1553548"/>
              <a:chOff x="1648820" y="2297583"/>
              <a:chExt cx="1973833" cy="1553548"/>
            </a:xfrm>
          </p:grpSpPr>
          <p:pic>
            <p:nvPicPr>
              <p:cNvPr id="234" name="图片 233">
                <a:extLst>
                  <a:ext uri="{FF2B5EF4-FFF2-40B4-BE49-F238E27FC236}">
                    <a16:creationId xmlns:a16="http://schemas.microsoft.com/office/drawing/2014/main" id="{60FDF590-9B7B-4942-827A-03172D7A09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7" t="27343" r="3815" b="27689"/>
              <a:stretch/>
            </p:blipFill>
            <p:spPr>
              <a:xfrm>
                <a:off x="1648820" y="2297583"/>
                <a:ext cx="1973833" cy="1553548"/>
              </a:xfrm>
              <a:prstGeom prst="rect">
                <a:avLst/>
              </a:prstGeom>
            </p:spPr>
          </p:pic>
          <p:grpSp>
            <p:nvGrpSpPr>
              <p:cNvPr id="235" name="组合 234">
                <a:extLst>
                  <a:ext uri="{FF2B5EF4-FFF2-40B4-BE49-F238E27FC236}">
                    <a16:creationId xmlns:a16="http://schemas.microsoft.com/office/drawing/2014/main" id="{831CCAE1-9C69-49A5-8B19-B18F057AE567}"/>
                  </a:ext>
                </a:extLst>
              </p:cNvPr>
              <p:cNvGrpSpPr/>
              <p:nvPr/>
            </p:nvGrpSpPr>
            <p:grpSpPr>
              <a:xfrm>
                <a:off x="1874038" y="2770651"/>
                <a:ext cx="419525" cy="253916"/>
                <a:chOff x="1567588" y="204692"/>
                <a:chExt cx="555308" cy="336098"/>
              </a:xfrm>
            </p:grpSpPr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866719EF-8026-43F3-A7F0-52561DD1CBF9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237" name="椭圆 236">
                  <a:extLst>
                    <a:ext uri="{FF2B5EF4-FFF2-40B4-BE49-F238E27FC236}">
                      <a16:creationId xmlns:a16="http://schemas.microsoft.com/office/drawing/2014/main" id="{B52D092A-FE1C-46CD-B917-67777AD9CBF3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1D622B5F-B8E3-49FC-90ED-68C043175F99}"/>
                </a:ext>
              </a:extLst>
            </p:cNvPr>
            <p:cNvGrpSpPr/>
            <p:nvPr/>
          </p:nvGrpSpPr>
          <p:grpSpPr>
            <a:xfrm>
              <a:off x="3976690" y="5038225"/>
              <a:ext cx="1973833" cy="1553548"/>
              <a:chOff x="1648820" y="2297583"/>
              <a:chExt cx="1973833" cy="1553548"/>
            </a:xfrm>
          </p:grpSpPr>
          <p:pic>
            <p:nvPicPr>
              <p:cNvPr id="239" name="图片 238">
                <a:extLst>
                  <a:ext uri="{FF2B5EF4-FFF2-40B4-BE49-F238E27FC236}">
                    <a16:creationId xmlns:a16="http://schemas.microsoft.com/office/drawing/2014/main" id="{5B6772AA-8323-49AB-8C6E-1A1ADB0A73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7" t="27343" r="3815" b="27689"/>
              <a:stretch/>
            </p:blipFill>
            <p:spPr>
              <a:xfrm>
                <a:off x="1648820" y="2297583"/>
                <a:ext cx="1973833" cy="1553548"/>
              </a:xfrm>
              <a:prstGeom prst="rect">
                <a:avLst/>
              </a:prstGeom>
            </p:spPr>
          </p:pic>
          <p:grpSp>
            <p:nvGrpSpPr>
              <p:cNvPr id="240" name="组合 239">
                <a:extLst>
                  <a:ext uri="{FF2B5EF4-FFF2-40B4-BE49-F238E27FC236}">
                    <a16:creationId xmlns:a16="http://schemas.microsoft.com/office/drawing/2014/main" id="{1AF7A9B9-4481-42F2-9EB3-DAE44D479E54}"/>
                  </a:ext>
                </a:extLst>
              </p:cNvPr>
              <p:cNvGrpSpPr/>
              <p:nvPr/>
            </p:nvGrpSpPr>
            <p:grpSpPr>
              <a:xfrm>
                <a:off x="1874038" y="2770651"/>
                <a:ext cx="419525" cy="253916"/>
                <a:chOff x="1567588" y="204692"/>
                <a:chExt cx="555308" cy="336098"/>
              </a:xfrm>
            </p:grpSpPr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CC7DD8E4-F6B3-448B-8E0F-2D69A116C097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242" name="椭圆 241">
                  <a:extLst>
                    <a:ext uri="{FF2B5EF4-FFF2-40B4-BE49-F238E27FC236}">
                      <a16:creationId xmlns:a16="http://schemas.microsoft.com/office/drawing/2014/main" id="{CDD2A618-1E04-480B-9518-07FCCC690150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0FA5CA35-5EC9-497D-A557-A8C11AD13E16}"/>
                </a:ext>
              </a:extLst>
            </p:cNvPr>
            <p:cNvGrpSpPr/>
            <p:nvPr/>
          </p:nvGrpSpPr>
          <p:grpSpPr>
            <a:xfrm>
              <a:off x="3976690" y="6758316"/>
              <a:ext cx="1973833" cy="1553548"/>
              <a:chOff x="1648820" y="2297583"/>
              <a:chExt cx="1973833" cy="1553548"/>
            </a:xfrm>
          </p:grpSpPr>
          <p:pic>
            <p:nvPicPr>
              <p:cNvPr id="244" name="图片 243">
                <a:extLst>
                  <a:ext uri="{FF2B5EF4-FFF2-40B4-BE49-F238E27FC236}">
                    <a16:creationId xmlns:a16="http://schemas.microsoft.com/office/drawing/2014/main" id="{63D959D5-1C40-4276-99BE-E24A90987C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7" t="27343" r="3815" b="27689"/>
              <a:stretch/>
            </p:blipFill>
            <p:spPr>
              <a:xfrm>
                <a:off x="1648820" y="2297583"/>
                <a:ext cx="1973833" cy="1553548"/>
              </a:xfrm>
              <a:prstGeom prst="rect">
                <a:avLst/>
              </a:prstGeom>
            </p:spPr>
          </p:pic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D3FF2109-9EB5-4A2E-926A-4F2D63038006}"/>
                  </a:ext>
                </a:extLst>
              </p:cNvPr>
              <p:cNvGrpSpPr/>
              <p:nvPr/>
            </p:nvGrpSpPr>
            <p:grpSpPr>
              <a:xfrm>
                <a:off x="1874038" y="2770651"/>
                <a:ext cx="419525" cy="253916"/>
                <a:chOff x="1567588" y="204692"/>
                <a:chExt cx="555308" cy="336098"/>
              </a:xfrm>
            </p:grpSpPr>
            <p:sp>
              <p:nvSpPr>
                <p:cNvPr id="246" name="文本框 245">
                  <a:extLst>
                    <a:ext uri="{FF2B5EF4-FFF2-40B4-BE49-F238E27FC236}">
                      <a16:creationId xmlns:a16="http://schemas.microsoft.com/office/drawing/2014/main" id="{96C36BCB-9ED2-492C-8196-6F8AA3963F03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93FC3646-73A5-4B8F-BCDA-7F418E19B822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63DEA7AA-F88C-4042-89B4-14462B3A05FC}"/>
                </a:ext>
              </a:extLst>
            </p:cNvPr>
            <p:cNvSpPr/>
            <p:nvPr/>
          </p:nvSpPr>
          <p:spPr>
            <a:xfrm>
              <a:off x="5894390" y="2514253"/>
              <a:ext cx="187889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common species originating from common regions to R1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0E63E04-20F6-439A-96A0-8324266AFA95}"/>
                </a:ext>
              </a:extLst>
            </p:cNvPr>
            <p:cNvGrpSpPr/>
            <p:nvPr/>
          </p:nvGrpSpPr>
          <p:grpSpPr>
            <a:xfrm>
              <a:off x="7580012" y="3297149"/>
              <a:ext cx="2161032" cy="1618044"/>
              <a:chOff x="7560556" y="1666764"/>
              <a:chExt cx="2161032" cy="1618044"/>
            </a:xfrm>
          </p:grpSpPr>
          <p:grpSp>
            <p:nvGrpSpPr>
              <p:cNvPr id="249" name="组合 248">
                <a:extLst>
                  <a:ext uri="{FF2B5EF4-FFF2-40B4-BE49-F238E27FC236}">
                    <a16:creationId xmlns:a16="http://schemas.microsoft.com/office/drawing/2014/main" id="{4AAE3329-EA87-4D64-8A0C-5FF9AAD4EC79}"/>
                  </a:ext>
                </a:extLst>
              </p:cNvPr>
              <p:cNvGrpSpPr/>
              <p:nvPr/>
            </p:nvGrpSpPr>
            <p:grpSpPr>
              <a:xfrm>
                <a:off x="7560556" y="1666764"/>
                <a:ext cx="2161032" cy="1618044"/>
                <a:chOff x="1443325" y="727994"/>
                <a:chExt cx="2161032" cy="1618044"/>
              </a:xfrm>
            </p:grpSpPr>
            <p:pic>
              <p:nvPicPr>
                <p:cNvPr id="250" name="图片 249">
                  <a:extLst>
                    <a:ext uri="{FF2B5EF4-FFF2-40B4-BE49-F238E27FC236}">
                      <a16:creationId xmlns:a16="http://schemas.microsoft.com/office/drawing/2014/main" id="{E8799DE1-F1E6-4662-83B8-5F8CE38845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6568" b="26599"/>
                <a:stretch/>
              </p:blipFill>
              <p:spPr>
                <a:xfrm>
                  <a:off x="1443325" y="727994"/>
                  <a:ext cx="2161032" cy="1618044"/>
                </a:xfrm>
                <a:prstGeom prst="rect">
                  <a:avLst/>
                </a:prstGeom>
              </p:spPr>
            </p:pic>
            <p:grpSp>
              <p:nvGrpSpPr>
                <p:cNvPr id="251" name="组合 250">
                  <a:extLst>
                    <a:ext uri="{FF2B5EF4-FFF2-40B4-BE49-F238E27FC236}">
                      <a16:creationId xmlns:a16="http://schemas.microsoft.com/office/drawing/2014/main" id="{69BDCC4F-0454-43D0-AD80-45B0C6AC9873}"/>
                    </a:ext>
                  </a:extLst>
                </p:cNvPr>
                <p:cNvGrpSpPr/>
                <p:nvPr/>
              </p:nvGrpSpPr>
              <p:grpSpPr>
                <a:xfrm>
                  <a:off x="1801693" y="1229285"/>
                  <a:ext cx="1506084" cy="766623"/>
                  <a:chOff x="1567588" y="204692"/>
                  <a:chExt cx="1993543" cy="1014748"/>
                </a:xfrm>
              </p:grpSpPr>
              <p:sp>
                <p:nvSpPr>
                  <p:cNvPr id="252" name="文本框 251">
                    <a:extLst>
                      <a:ext uri="{FF2B5EF4-FFF2-40B4-BE49-F238E27FC236}">
                        <a16:creationId xmlns:a16="http://schemas.microsoft.com/office/drawing/2014/main" id="{69AE5FFF-76C5-4B28-A253-0F859FC3A48D}"/>
                      </a:ext>
                    </a:extLst>
                  </p:cNvPr>
                  <p:cNvSpPr txBox="1"/>
                  <p:nvPr/>
                </p:nvSpPr>
                <p:spPr>
                  <a:xfrm>
                    <a:off x="1567588" y="204692"/>
                    <a:ext cx="525944" cy="3360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R1</a:t>
                    </a:r>
                  </a:p>
                </p:txBody>
              </p:sp>
              <p:sp>
                <p:nvSpPr>
                  <p:cNvPr id="253" name="椭圆 252">
                    <a:extLst>
                      <a:ext uri="{FF2B5EF4-FFF2-40B4-BE49-F238E27FC236}">
                        <a16:creationId xmlns:a16="http://schemas.microsoft.com/office/drawing/2014/main" id="{AB60B9BD-EF8C-4850-846C-C10C8ABAA233}"/>
                      </a:ext>
                    </a:extLst>
                  </p:cNvPr>
                  <p:cNvSpPr/>
                  <p:nvPr/>
                </p:nvSpPr>
                <p:spPr>
                  <a:xfrm>
                    <a:off x="1924896" y="255685"/>
                    <a:ext cx="198000" cy="198000"/>
                  </a:xfrm>
                  <a:prstGeom prst="ellipse">
                    <a:avLst/>
                  </a:prstGeom>
                  <a:solidFill>
                    <a:srgbClr val="D1EDE9"/>
                  </a:solidFill>
                  <a:ln w="127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254" name="椭圆 253">
                    <a:extLst>
                      <a:ext uri="{FF2B5EF4-FFF2-40B4-BE49-F238E27FC236}">
                        <a16:creationId xmlns:a16="http://schemas.microsoft.com/office/drawing/2014/main" id="{C5E743EA-9C89-42BC-AC5B-CE8E2E206AE5}"/>
                      </a:ext>
                    </a:extLst>
                  </p:cNvPr>
                  <p:cNvSpPr/>
                  <p:nvPr/>
                </p:nvSpPr>
                <p:spPr>
                  <a:xfrm>
                    <a:off x="2121758" y="913997"/>
                    <a:ext cx="198000" cy="198000"/>
                  </a:xfrm>
                  <a:prstGeom prst="ellipse">
                    <a:avLst/>
                  </a:prstGeom>
                  <a:solidFill>
                    <a:srgbClr val="195E4D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255" name="椭圆 254">
                    <a:extLst>
                      <a:ext uri="{FF2B5EF4-FFF2-40B4-BE49-F238E27FC236}">
                        <a16:creationId xmlns:a16="http://schemas.microsoft.com/office/drawing/2014/main" id="{C5B40475-26A8-4602-9CF1-790A76FB9FB6}"/>
                      </a:ext>
                    </a:extLst>
                  </p:cNvPr>
                  <p:cNvSpPr/>
                  <p:nvPr/>
                </p:nvSpPr>
                <p:spPr>
                  <a:xfrm>
                    <a:off x="2557469" y="475819"/>
                    <a:ext cx="198000" cy="198000"/>
                  </a:xfrm>
                  <a:prstGeom prst="ellipse">
                    <a:avLst/>
                  </a:prstGeom>
                  <a:solidFill>
                    <a:srgbClr val="009385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256" name="椭圆 255">
                    <a:extLst>
                      <a:ext uri="{FF2B5EF4-FFF2-40B4-BE49-F238E27FC236}">
                        <a16:creationId xmlns:a16="http://schemas.microsoft.com/office/drawing/2014/main" id="{035696A9-04EF-461A-9EB9-1FE8710DC03A}"/>
                      </a:ext>
                    </a:extLst>
                  </p:cNvPr>
                  <p:cNvSpPr/>
                  <p:nvPr/>
                </p:nvSpPr>
                <p:spPr>
                  <a:xfrm>
                    <a:off x="3224396" y="295495"/>
                    <a:ext cx="198000" cy="198000"/>
                  </a:xfrm>
                  <a:prstGeom prst="ellipse">
                    <a:avLst/>
                  </a:prstGeom>
                  <a:solidFill>
                    <a:srgbClr val="0C2E26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257" name="椭圆 256">
                    <a:extLst>
                      <a:ext uri="{FF2B5EF4-FFF2-40B4-BE49-F238E27FC236}">
                        <a16:creationId xmlns:a16="http://schemas.microsoft.com/office/drawing/2014/main" id="{370CFFF8-2CDD-44AB-90CD-2CD8C716AD41}"/>
                      </a:ext>
                    </a:extLst>
                  </p:cNvPr>
                  <p:cNvSpPr/>
                  <p:nvPr/>
                </p:nvSpPr>
                <p:spPr>
                  <a:xfrm>
                    <a:off x="3363131" y="1021440"/>
                    <a:ext cx="198000" cy="198000"/>
                  </a:xfrm>
                  <a:prstGeom prst="ellipse">
                    <a:avLst/>
                  </a:prstGeom>
                  <a:solidFill>
                    <a:srgbClr val="5624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</p:grpSp>
          </p:grpSp>
          <p:cxnSp>
            <p:nvCxnSpPr>
              <p:cNvPr id="258" name="直接箭头连接符 257">
                <a:extLst>
                  <a:ext uri="{FF2B5EF4-FFF2-40B4-BE49-F238E27FC236}">
                    <a16:creationId xmlns:a16="http://schemas.microsoft.com/office/drawing/2014/main" id="{D26E5B44-9684-43DA-AD6D-08EED13AA3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37668" y="2512817"/>
                <a:ext cx="432000" cy="288000"/>
              </a:xfrm>
              <a:prstGeom prst="straightConnector1">
                <a:avLst/>
              </a:prstGeom>
              <a:ln w="28575">
                <a:solidFill>
                  <a:srgbClr val="00938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箭头连接符 259">
                <a:extLst>
                  <a:ext uri="{FF2B5EF4-FFF2-40B4-BE49-F238E27FC236}">
                    <a16:creationId xmlns:a16="http://schemas.microsoft.com/office/drawing/2014/main" id="{21FFAC6B-CA19-402E-A798-4DB6D37176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48523" y="2362334"/>
                <a:ext cx="287141" cy="64049"/>
              </a:xfrm>
              <a:prstGeom prst="straightConnector1">
                <a:avLst/>
              </a:prstGeom>
              <a:ln w="28575">
                <a:solidFill>
                  <a:srgbClr val="00938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DC6F43-8377-4FD5-8AFF-D6080F943535}"/>
                </a:ext>
              </a:extLst>
            </p:cNvPr>
            <p:cNvGrpSpPr/>
            <p:nvPr/>
          </p:nvGrpSpPr>
          <p:grpSpPr>
            <a:xfrm>
              <a:off x="7598612" y="1700558"/>
              <a:ext cx="2161032" cy="1618044"/>
              <a:chOff x="7608588" y="4518606"/>
              <a:chExt cx="2161032" cy="1618044"/>
            </a:xfrm>
          </p:grpSpPr>
          <p:cxnSp>
            <p:nvCxnSpPr>
              <p:cNvPr id="275" name="直接箭头连接符 274">
                <a:extLst>
                  <a:ext uri="{FF2B5EF4-FFF2-40B4-BE49-F238E27FC236}">
                    <a16:creationId xmlns:a16="http://schemas.microsoft.com/office/drawing/2014/main" id="{808FD079-B179-4626-B15C-587606E353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83287" y="5066823"/>
                <a:ext cx="309561" cy="17865"/>
              </a:xfrm>
              <a:prstGeom prst="straightConnector1">
                <a:avLst/>
              </a:prstGeom>
              <a:ln w="28575">
                <a:solidFill>
                  <a:srgbClr val="0C2E2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7B52C0DB-FD5E-4064-B4A9-4BBE856DE991}"/>
                  </a:ext>
                </a:extLst>
              </p:cNvPr>
              <p:cNvGrpSpPr/>
              <p:nvPr/>
            </p:nvGrpSpPr>
            <p:grpSpPr>
              <a:xfrm>
                <a:off x="7608588" y="4518606"/>
                <a:ext cx="2161032" cy="1618044"/>
                <a:chOff x="7664439" y="3263477"/>
                <a:chExt cx="2161032" cy="1618044"/>
              </a:xfrm>
            </p:grpSpPr>
            <p:grpSp>
              <p:nvGrpSpPr>
                <p:cNvPr id="264" name="组合 263">
                  <a:extLst>
                    <a:ext uri="{FF2B5EF4-FFF2-40B4-BE49-F238E27FC236}">
                      <a16:creationId xmlns:a16="http://schemas.microsoft.com/office/drawing/2014/main" id="{5B62AE33-9476-49DB-9132-0C86DE9658A1}"/>
                    </a:ext>
                  </a:extLst>
                </p:cNvPr>
                <p:cNvGrpSpPr/>
                <p:nvPr/>
              </p:nvGrpSpPr>
              <p:grpSpPr>
                <a:xfrm>
                  <a:off x="7664439" y="3263477"/>
                  <a:ext cx="2161032" cy="1618044"/>
                  <a:chOff x="1481721" y="713887"/>
                  <a:chExt cx="2161032" cy="1618044"/>
                </a:xfrm>
              </p:grpSpPr>
              <p:pic>
                <p:nvPicPr>
                  <p:cNvPr id="267" name="图片 266">
                    <a:extLst>
                      <a:ext uri="{FF2B5EF4-FFF2-40B4-BE49-F238E27FC236}">
                        <a16:creationId xmlns:a16="http://schemas.microsoft.com/office/drawing/2014/main" id="{912812D8-6EF2-457D-BBBB-666F293444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26568" b="26599"/>
                  <a:stretch/>
                </p:blipFill>
                <p:spPr>
                  <a:xfrm>
                    <a:off x="1481721" y="713887"/>
                    <a:ext cx="2161032" cy="1618044"/>
                  </a:xfrm>
                  <a:prstGeom prst="rect">
                    <a:avLst/>
                  </a:prstGeom>
                </p:spPr>
              </p:pic>
              <p:grpSp>
                <p:nvGrpSpPr>
                  <p:cNvPr id="268" name="组合 267">
                    <a:extLst>
                      <a:ext uri="{FF2B5EF4-FFF2-40B4-BE49-F238E27FC236}">
                        <a16:creationId xmlns:a16="http://schemas.microsoft.com/office/drawing/2014/main" id="{96EDD9FF-0B22-4A59-A866-F53C973C5330}"/>
                      </a:ext>
                    </a:extLst>
                  </p:cNvPr>
                  <p:cNvGrpSpPr/>
                  <p:nvPr/>
                </p:nvGrpSpPr>
                <p:grpSpPr>
                  <a:xfrm>
                    <a:off x="1801693" y="1229285"/>
                    <a:ext cx="1506084" cy="766623"/>
                    <a:chOff x="1567588" y="204692"/>
                    <a:chExt cx="1993543" cy="1014748"/>
                  </a:xfrm>
                </p:grpSpPr>
                <p:sp>
                  <p:nvSpPr>
                    <p:cNvPr id="269" name="文本框 268">
                      <a:extLst>
                        <a:ext uri="{FF2B5EF4-FFF2-40B4-BE49-F238E27FC236}">
                          <a16:creationId xmlns:a16="http://schemas.microsoft.com/office/drawing/2014/main" id="{06282A10-219A-474D-9C01-217744A332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588" y="204692"/>
                      <a:ext cx="525944" cy="3360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R1</a:t>
                      </a:r>
                    </a:p>
                  </p:txBody>
                </p:sp>
                <p:sp>
                  <p:nvSpPr>
                    <p:cNvPr id="270" name="椭圆 269">
                      <a:extLst>
                        <a:ext uri="{FF2B5EF4-FFF2-40B4-BE49-F238E27FC236}">
                          <a16:creationId xmlns:a16="http://schemas.microsoft.com/office/drawing/2014/main" id="{1179C326-B031-4A67-A747-DC81C98001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4896" y="255685"/>
                      <a:ext cx="198000" cy="198000"/>
                    </a:xfrm>
                    <a:prstGeom prst="ellipse">
                      <a:avLst/>
                    </a:prstGeom>
                    <a:solidFill>
                      <a:srgbClr val="D1EDE9"/>
                    </a:solidFill>
                    <a:ln w="12700"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zh-CN" altLang="en-US" sz="1050"/>
                    </a:p>
                  </p:txBody>
                </p:sp>
                <p:sp>
                  <p:nvSpPr>
                    <p:cNvPr id="271" name="椭圆 270">
                      <a:extLst>
                        <a:ext uri="{FF2B5EF4-FFF2-40B4-BE49-F238E27FC236}">
                          <a16:creationId xmlns:a16="http://schemas.microsoft.com/office/drawing/2014/main" id="{E9CE6A93-6F08-4E9F-BD62-9F4A39585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21758" y="913997"/>
                      <a:ext cx="198000" cy="198000"/>
                    </a:xfrm>
                    <a:prstGeom prst="ellipse">
                      <a:avLst/>
                    </a:prstGeom>
                    <a:solidFill>
                      <a:srgbClr val="195E4D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zh-CN" altLang="en-US" sz="1050"/>
                    </a:p>
                  </p:txBody>
                </p:sp>
                <p:sp>
                  <p:nvSpPr>
                    <p:cNvPr id="272" name="椭圆 271">
                      <a:extLst>
                        <a:ext uri="{FF2B5EF4-FFF2-40B4-BE49-F238E27FC236}">
                          <a16:creationId xmlns:a16="http://schemas.microsoft.com/office/drawing/2014/main" id="{AE1CF244-566E-46BE-BF45-F97B5FE20C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7469" y="475819"/>
                      <a:ext cx="198000" cy="198000"/>
                    </a:xfrm>
                    <a:prstGeom prst="ellipse">
                      <a:avLst/>
                    </a:prstGeom>
                    <a:solidFill>
                      <a:srgbClr val="009385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zh-CN" altLang="en-US" sz="1050"/>
                    </a:p>
                  </p:txBody>
                </p:sp>
                <p:sp>
                  <p:nvSpPr>
                    <p:cNvPr id="273" name="椭圆 272">
                      <a:extLst>
                        <a:ext uri="{FF2B5EF4-FFF2-40B4-BE49-F238E27FC236}">
                          <a16:creationId xmlns:a16="http://schemas.microsoft.com/office/drawing/2014/main" id="{0DA99220-B890-47BD-B005-AE96EBB294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4396" y="295495"/>
                      <a:ext cx="198000" cy="198000"/>
                    </a:xfrm>
                    <a:prstGeom prst="ellipse">
                      <a:avLst/>
                    </a:prstGeom>
                    <a:solidFill>
                      <a:srgbClr val="0C2E26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zh-CN" altLang="en-US" sz="1050"/>
                    </a:p>
                  </p:txBody>
                </p:sp>
                <p:sp>
                  <p:nvSpPr>
                    <p:cNvPr id="274" name="椭圆 273">
                      <a:extLst>
                        <a:ext uri="{FF2B5EF4-FFF2-40B4-BE49-F238E27FC236}">
                          <a16:creationId xmlns:a16="http://schemas.microsoft.com/office/drawing/2014/main" id="{16B817A5-D9B4-436C-88C8-3427A8E144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3131" y="1021440"/>
                      <a:ext cx="198000" cy="198000"/>
                    </a:xfrm>
                    <a:prstGeom prst="ellipse">
                      <a:avLst/>
                    </a:prstGeom>
                    <a:solidFill>
                      <a:srgbClr val="5624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zh-CN" altLang="en-US" sz="1050"/>
                    </a:p>
                  </p:txBody>
                </p:sp>
              </p:grpSp>
            </p:grpSp>
            <p:sp>
              <p:nvSpPr>
                <p:cNvPr id="276" name="弧形 275">
                  <a:extLst>
                    <a:ext uri="{FF2B5EF4-FFF2-40B4-BE49-F238E27FC236}">
                      <a16:creationId xmlns:a16="http://schemas.microsoft.com/office/drawing/2014/main" id="{E049EBB1-4354-4BF6-93B7-D5D621E3BC9B}"/>
                    </a:ext>
                  </a:extLst>
                </p:cNvPr>
                <p:cNvSpPr/>
                <p:nvPr/>
              </p:nvSpPr>
              <p:spPr>
                <a:xfrm rot="21388325">
                  <a:off x="8056735" y="3814976"/>
                  <a:ext cx="1368393" cy="432428"/>
                </a:xfrm>
                <a:prstGeom prst="arc">
                  <a:avLst>
                    <a:gd name="adj1" fmla="val 16166714"/>
                    <a:gd name="adj2" fmla="val 20551663"/>
                  </a:avLst>
                </a:prstGeom>
                <a:ln w="28575">
                  <a:solidFill>
                    <a:srgbClr val="0C2E2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zh-CN" altLang="en-US" sz="1050" dirty="0"/>
                </a:p>
              </p:txBody>
            </p:sp>
            <p:cxnSp>
              <p:nvCxnSpPr>
                <p:cNvPr id="277" name="直接箭头连接符 276">
                  <a:extLst>
                    <a:ext uri="{FF2B5EF4-FFF2-40B4-BE49-F238E27FC236}">
                      <a16:creationId xmlns:a16="http://schemas.microsoft.com/office/drawing/2014/main" id="{74BC1437-9777-4A2E-9563-92AD226D2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448091" y="3926983"/>
                  <a:ext cx="265954" cy="80001"/>
                </a:xfrm>
                <a:prstGeom prst="straightConnector1">
                  <a:avLst/>
                </a:prstGeom>
                <a:ln w="28575">
                  <a:solidFill>
                    <a:srgbClr val="00938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47B5ACAB-9B74-4E4D-A78D-CE5913EA2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6529" y="2555168"/>
              <a:ext cx="25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1" name="图片 280">
              <a:extLst>
                <a:ext uri="{FF2B5EF4-FFF2-40B4-BE49-F238E27FC236}">
                  <a16:creationId xmlns:a16="http://schemas.microsoft.com/office/drawing/2014/main" id="{033C4D5E-BF31-469E-804D-A546B03471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4" t="4027" r="3294" b="5490"/>
            <a:stretch/>
          </p:blipFill>
          <p:spPr>
            <a:xfrm>
              <a:off x="9918366" y="1713201"/>
              <a:ext cx="1972800" cy="1528173"/>
            </a:xfrm>
            <a:prstGeom prst="rect">
              <a:avLst/>
            </a:prstGeom>
          </p:spPr>
        </p:pic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1C75A54B-6D0B-4394-BD5F-4756D1C6B9B9}"/>
                </a:ext>
              </a:extLst>
            </p:cNvPr>
            <p:cNvSpPr txBox="1"/>
            <p:nvPr/>
          </p:nvSpPr>
          <p:spPr>
            <a:xfrm>
              <a:off x="10232095" y="2163964"/>
              <a:ext cx="3906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7F726175-C9E8-45FB-A234-8EFC941C2D32}"/>
                </a:ext>
              </a:extLst>
            </p:cNvPr>
            <p:cNvSpPr/>
            <p:nvPr/>
          </p:nvSpPr>
          <p:spPr>
            <a:xfrm>
              <a:off x="10502035" y="2207509"/>
              <a:ext cx="149585" cy="149585"/>
            </a:xfrm>
            <a:prstGeom prst="ellipse">
              <a:avLst/>
            </a:prstGeom>
            <a:solidFill>
              <a:srgbClr val="009385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050" dirty="0"/>
            </a:p>
          </p:txBody>
        </p:sp>
        <p:pic>
          <p:nvPicPr>
            <p:cNvPr id="117" name="图片 116">
              <a:extLst>
                <a:ext uri="{FF2B5EF4-FFF2-40B4-BE49-F238E27FC236}">
                  <a16:creationId xmlns:a16="http://schemas.microsoft.com/office/drawing/2014/main" id="{6E38361C-A5C3-4259-B641-BFEC75C362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49" t="5020" r="3035" b="4890"/>
            <a:stretch/>
          </p:blipFill>
          <p:spPr>
            <a:xfrm>
              <a:off x="10079956" y="5064276"/>
              <a:ext cx="1979842" cy="1555551"/>
            </a:xfrm>
            <a:prstGeom prst="rect">
              <a:avLst/>
            </a:prstGeom>
          </p:spPr>
        </p:pic>
        <p:pic>
          <p:nvPicPr>
            <p:cNvPr id="118" name="图片 117">
              <a:extLst>
                <a:ext uri="{FF2B5EF4-FFF2-40B4-BE49-F238E27FC236}">
                  <a16:creationId xmlns:a16="http://schemas.microsoft.com/office/drawing/2014/main" id="{CA866236-1FFB-49B6-86E9-26DFA79E0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6222" y="6594383"/>
              <a:ext cx="2161032" cy="1726692"/>
            </a:xfrm>
            <a:prstGeom prst="rect">
              <a:avLst/>
            </a:prstGeom>
          </p:spPr>
        </p:pic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90F7C2F8-2679-458D-9A15-5284158D9AD5}"/>
                </a:ext>
              </a:extLst>
            </p:cNvPr>
            <p:cNvSpPr/>
            <p:nvPr/>
          </p:nvSpPr>
          <p:spPr>
            <a:xfrm>
              <a:off x="5959705" y="7514310"/>
              <a:ext cx="1911236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distant relatives of R1 native to other regions to other remaining ones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B83C6A5-85CE-4CE0-97AC-01478D517599}"/>
                </a:ext>
              </a:extLst>
            </p:cNvPr>
            <p:cNvSpPr/>
            <p:nvPr/>
          </p:nvSpPr>
          <p:spPr>
            <a:xfrm>
              <a:off x="5950523" y="5826841"/>
              <a:ext cx="191301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Naturalizing endemic species originating from unique regions to R1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724C071B-9915-4E77-96ED-9081B078D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805" y="5859711"/>
              <a:ext cx="151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A9F29801-9B05-4EAA-99CF-5F80C4F82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805" y="7549573"/>
              <a:ext cx="151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722F40D-09DC-4B6A-86E6-A662A2F7A3B7}"/>
                </a:ext>
              </a:extLst>
            </p:cNvPr>
            <p:cNvGrpSpPr/>
            <p:nvPr/>
          </p:nvGrpSpPr>
          <p:grpSpPr>
            <a:xfrm>
              <a:off x="7670771" y="5020303"/>
              <a:ext cx="2161032" cy="1618044"/>
              <a:chOff x="7670771" y="5020303"/>
              <a:chExt cx="2161032" cy="1618044"/>
            </a:xfrm>
          </p:grpSpPr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DA8BBBA9-F942-48A9-B00B-5C07F1E9B4AF}"/>
                  </a:ext>
                </a:extLst>
              </p:cNvPr>
              <p:cNvGrpSpPr/>
              <p:nvPr/>
            </p:nvGrpSpPr>
            <p:grpSpPr>
              <a:xfrm>
                <a:off x="7670771" y="5020303"/>
                <a:ext cx="2161032" cy="1618044"/>
                <a:chOff x="1443325" y="727994"/>
                <a:chExt cx="2161032" cy="1618044"/>
              </a:xfrm>
            </p:grpSpPr>
            <p:pic>
              <p:nvPicPr>
                <p:cNvPr id="141" name="图片 140">
                  <a:extLst>
                    <a:ext uri="{FF2B5EF4-FFF2-40B4-BE49-F238E27FC236}">
                      <a16:creationId xmlns:a16="http://schemas.microsoft.com/office/drawing/2014/main" id="{F089EFA6-AE24-418F-93AE-A85C888157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6568" b="26599"/>
                <a:stretch/>
              </p:blipFill>
              <p:spPr>
                <a:xfrm>
                  <a:off x="1443325" y="727994"/>
                  <a:ext cx="2161032" cy="1618044"/>
                </a:xfrm>
                <a:prstGeom prst="rect">
                  <a:avLst/>
                </a:prstGeom>
              </p:spPr>
            </p:pic>
            <p:grpSp>
              <p:nvGrpSpPr>
                <p:cNvPr id="145" name="组合 144">
                  <a:extLst>
                    <a:ext uri="{FF2B5EF4-FFF2-40B4-BE49-F238E27FC236}">
                      <a16:creationId xmlns:a16="http://schemas.microsoft.com/office/drawing/2014/main" id="{E3CC9A98-2454-4E1A-9FEB-E871C816EFF5}"/>
                    </a:ext>
                  </a:extLst>
                </p:cNvPr>
                <p:cNvGrpSpPr/>
                <p:nvPr/>
              </p:nvGrpSpPr>
              <p:grpSpPr>
                <a:xfrm>
                  <a:off x="1801693" y="1229285"/>
                  <a:ext cx="1506084" cy="766623"/>
                  <a:chOff x="1567588" y="204692"/>
                  <a:chExt cx="1993543" cy="1014748"/>
                </a:xfrm>
              </p:grpSpPr>
              <p:sp>
                <p:nvSpPr>
                  <p:cNvPr id="146" name="文本框 145">
                    <a:extLst>
                      <a:ext uri="{FF2B5EF4-FFF2-40B4-BE49-F238E27FC236}">
                        <a16:creationId xmlns:a16="http://schemas.microsoft.com/office/drawing/2014/main" id="{CA9541CF-5BA8-4A7F-B0D3-44165551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567588" y="204692"/>
                    <a:ext cx="525944" cy="3360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R1</a:t>
                    </a:r>
                  </a:p>
                </p:txBody>
              </p:sp>
              <p:sp>
                <p:nvSpPr>
                  <p:cNvPr id="147" name="椭圆 146">
                    <a:extLst>
                      <a:ext uri="{FF2B5EF4-FFF2-40B4-BE49-F238E27FC236}">
                        <a16:creationId xmlns:a16="http://schemas.microsoft.com/office/drawing/2014/main" id="{D0710E0D-2FF4-433A-ADDE-68E29B314391}"/>
                      </a:ext>
                    </a:extLst>
                  </p:cNvPr>
                  <p:cNvSpPr/>
                  <p:nvPr/>
                </p:nvSpPr>
                <p:spPr>
                  <a:xfrm>
                    <a:off x="1924896" y="255685"/>
                    <a:ext cx="198000" cy="198000"/>
                  </a:xfrm>
                  <a:prstGeom prst="ellipse">
                    <a:avLst/>
                  </a:prstGeom>
                  <a:solidFill>
                    <a:srgbClr val="D1EDE9"/>
                  </a:solidFill>
                  <a:ln w="127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148" name="椭圆 147">
                    <a:extLst>
                      <a:ext uri="{FF2B5EF4-FFF2-40B4-BE49-F238E27FC236}">
                        <a16:creationId xmlns:a16="http://schemas.microsoft.com/office/drawing/2014/main" id="{4806F912-D207-4543-A0CE-710D7F796763}"/>
                      </a:ext>
                    </a:extLst>
                  </p:cNvPr>
                  <p:cNvSpPr/>
                  <p:nvPr/>
                </p:nvSpPr>
                <p:spPr>
                  <a:xfrm>
                    <a:off x="2121758" y="913997"/>
                    <a:ext cx="198000" cy="198000"/>
                  </a:xfrm>
                  <a:prstGeom prst="ellipse">
                    <a:avLst/>
                  </a:prstGeom>
                  <a:solidFill>
                    <a:srgbClr val="195E4D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149" name="椭圆 148">
                    <a:extLst>
                      <a:ext uri="{FF2B5EF4-FFF2-40B4-BE49-F238E27FC236}">
                        <a16:creationId xmlns:a16="http://schemas.microsoft.com/office/drawing/2014/main" id="{2EA7CE0F-9BE0-4E6D-8D14-87EDE191C86F}"/>
                      </a:ext>
                    </a:extLst>
                  </p:cNvPr>
                  <p:cNvSpPr/>
                  <p:nvPr/>
                </p:nvSpPr>
                <p:spPr>
                  <a:xfrm>
                    <a:off x="2557469" y="475819"/>
                    <a:ext cx="198000" cy="198000"/>
                  </a:xfrm>
                  <a:prstGeom prst="ellipse">
                    <a:avLst/>
                  </a:prstGeom>
                  <a:solidFill>
                    <a:srgbClr val="009385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150" name="椭圆 149">
                    <a:extLst>
                      <a:ext uri="{FF2B5EF4-FFF2-40B4-BE49-F238E27FC236}">
                        <a16:creationId xmlns:a16="http://schemas.microsoft.com/office/drawing/2014/main" id="{6EB29F50-CB6E-4D1B-A77B-2E41CF11D573}"/>
                      </a:ext>
                    </a:extLst>
                  </p:cNvPr>
                  <p:cNvSpPr/>
                  <p:nvPr/>
                </p:nvSpPr>
                <p:spPr>
                  <a:xfrm>
                    <a:off x="3224396" y="295495"/>
                    <a:ext cx="198000" cy="198000"/>
                  </a:xfrm>
                  <a:prstGeom prst="ellipse">
                    <a:avLst/>
                  </a:prstGeom>
                  <a:solidFill>
                    <a:srgbClr val="0C2E26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  <p:sp>
                <p:nvSpPr>
                  <p:cNvPr id="151" name="椭圆 150">
                    <a:extLst>
                      <a:ext uri="{FF2B5EF4-FFF2-40B4-BE49-F238E27FC236}">
                        <a16:creationId xmlns:a16="http://schemas.microsoft.com/office/drawing/2014/main" id="{EF5F2369-A53A-45E4-A69C-80AE0761CB17}"/>
                      </a:ext>
                    </a:extLst>
                  </p:cNvPr>
                  <p:cNvSpPr/>
                  <p:nvPr/>
                </p:nvSpPr>
                <p:spPr>
                  <a:xfrm>
                    <a:off x="3363131" y="1021440"/>
                    <a:ext cx="198000" cy="198000"/>
                  </a:xfrm>
                  <a:prstGeom prst="ellipse">
                    <a:avLst/>
                  </a:prstGeom>
                  <a:solidFill>
                    <a:srgbClr val="5624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zh-CN" altLang="en-US" sz="1050"/>
                  </a:p>
                </p:txBody>
              </p:sp>
            </p:grpSp>
          </p:grpSp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0996DD40-23C4-4FCE-8B3E-78E994ED48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63133" y="5624610"/>
                <a:ext cx="321715" cy="40376"/>
              </a:xfrm>
              <a:prstGeom prst="straightConnector1">
                <a:avLst/>
              </a:prstGeom>
              <a:ln w="28575">
                <a:solidFill>
                  <a:srgbClr val="5624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37A10C9-197E-4A46-BCB3-1AED421231BE}"/>
                </a:ext>
              </a:extLst>
            </p:cNvPr>
            <p:cNvGrpSpPr/>
            <p:nvPr/>
          </p:nvGrpSpPr>
          <p:grpSpPr>
            <a:xfrm>
              <a:off x="7663919" y="6740551"/>
              <a:ext cx="2161032" cy="1618044"/>
              <a:chOff x="1443325" y="727994"/>
              <a:chExt cx="2161032" cy="1618044"/>
            </a:xfrm>
          </p:grpSpPr>
          <p:pic>
            <p:nvPicPr>
              <p:cNvPr id="159" name="图片 158">
                <a:extLst>
                  <a:ext uri="{FF2B5EF4-FFF2-40B4-BE49-F238E27FC236}">
                    <a16:creationId xmlns:a16="http://schemas.microsoft.com/office/drawing/2014/main" id="{61AFB727-D2A1-4EF9-8D10-E7E6FE9ED4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568" b="26599"/>
              <a:stretch/>
            </p:blipFill>
            <p:spPr>
              <a:xfrm>
                <a:off x="1443325" y="727994"/>
                <a:ext cx="2161032" cy="1618044"/>
              </a:xfrm>
              <a:prstGeom prst="rect">
                <a:avLst/>
              </a:prstGeom>
            </p:spPr>
          </p:pic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4CD8485B-1502-4E94-BC84-0C00B028AA5E}"/>
                  </a:ext>
                </a:extLst>
              </p:cNvPr>
              <p:cNvGrpSpPr/>
              <p:nvPr/>
            </p:nvGrpSpPr>
            <p:grpSpPr>
              <a:xfrm>
                <a:off x="1801693" y="1229285"/>
                <a:ext cx="1506084" cy="766623"/>
                <a:chOff x="1567588" y="204692"/>
                <a:chExt cx="1993543" cy="1014748"/>
              </a:xfrm>
            </p:grpSpPr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7D5FB1FB-A2A4-48C5-9029-4F1E49765044}"/>
                    </a:ext>
                  </a:extLst>
                </p:cNvPr>
                <p:cNvSpPr txBox="1"/>
                <p:nvPr/>
              </p:nvSpPr>
              <p:spPr>
                <a:xfrm>
                  <a:off x="1567588" y="204692"/>
                  <a:ext cx="525944" cy="3360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R1</a:t>
                  </a:r>
                </a:p>
              </p:txBody>
            </p:sp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02CDD628-9F7B-487D-B014-D0D7DBAE154B}"/>
                    </a:ext>
                  </a:extLst>
                </p:cNvPr>
                <p:cNvSpPr/>
                <p:nvPr/>
              </p:nvSpPr>
              <p:spPr>
                <a:xfrm>
                  <a:off x="1924896" y="255685"/>
                  <a:ext cx="198000" cy="198000"/>
                </a:xfrm>
                <a:prstGeom prst="ellipse">
                  <a:avLst/>
                </a:prstGeom>
                <a:solidFill>
                  <a:srgbClr val="D1EDE9"/>
                </a:solidFill>
                <a:ln w="12700"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63" name="椭圆 162">
                  <a:extLst>
                    <a:ext uri="{FF2B5EF4-FFF2-40B4-BE49-F238E27FC236}">
                      <a16:creationId xmlns:a16="http://schemas.microsoft.com/office/drawing/2014/main" id="{103E9A04-815D-4854-AFD2-1073FCA1EC90}"/>
                    </a:ext>
                  </a:extLst>
                </p:cNvPr>
                <p:cNvSpPr/>
                <p:nvPr/>
              </p:nvSpPr>
              <p:spPr>
                <a:xfrm>
                  <a:off x="2121758" y="913997"/>
                  <a:ext cx="198000" cy="198000"/>
                </a:xfrm>
                <a:prstGeom prst="ellipse">
                  <a:avLst/>
                </a:prstGeom>
                <a:solidFill>
                  <a:srgbClr val="195E4D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55033345-37B9-4D08-8D0C-CCA24631CB29}"/>
                    </a:ext>
                  </a:extLst>
                </p:cNvPr>
                <p:cNvSpPr/>
                <p:nvPr/>
              </p:nvSpPr>
              <p:spPr>
                <a:xfrm>
                  <a:off x="2557469" y="475819"/>
                  <a:ext cx="198000" cy="198000"/>
                </a:xfrm>
                <a:prstGeom prst="ellipse">
                  <a:avLst/>
                </a:prstGeom>
                <a:solidFill>
                  <a:srgbClr val="009385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2B801662-3597-4D06-94A7-4C4C531029D7}"/>
                    </a:ext>
                  </a:extLst>
                </p:cNvPr>
                <p:cNvSpPr/>
                <p:nvPr/>
              </p:nvSpPr>
              <p:spPr>
                <a:xfrm>
                  <a:off x="3224396" y="295495"/>
                  <a:ext cx="198000" cy="198000"/>
                </a:xfrm>
                <a:prstGeom prst="ellipse">
                  <a:avLst/>
                </a:prstGeom>
                <a:solidFill>
                  <a:srgbClr val="0C2E2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FEED42F1-D559-4097-8AC0-2AE50216A0D9}"/>
                    </a:ext>
                  </a:extLst>
                </p:cNvPr>
                <p:cNvSpPr/>
                <p:nvPr/>
              </p:nvSpPr>
              <p:spPr>
                <a:xfrm>
                  <a:off x="3363131" y="1021440"/>
                  <a:ext cx="198000" cy="198000"/>
                </a:xfrm>
                <a:prstGeom prst="ellipse">
                  <a:avLst/>
                </a:prstGeom>
                <a:solidFill>
                  <a:srgbClr val="5624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sz="1050"/>
                </a:p>
              </p:txBody>
            </p:sp>
          </p:grpSp>
        </p:grp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433D880D-EA71-4FFD-9BA8-1C889621F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87847" y="5864376"/>
              <a:ext cx="252000" cy="5289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D40C6AC6-24B0-424D-B514-6CD1CA402D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363" y="7532721"/>
              <a:ext cx="260098" cy="1"/>
            </a:xfrm>
            <a:prstGeom prst="straightConnector1">
              <a:avLst/>
            </a:prstGeom>
            <a:ln w="12700">
              <a:solidFill>
                <a:srgbClr val="BA54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AFB45F00-451F-40F8-AB04-C9A53BE5C845}"/>
                </a:ext>
              </a:extLst>
            </p:cNvPr>
            <p:cNvSpPr txBox="1"/>
            <p:nvPr/>
          </p:nvSpPr>
          <p:spPr>
            <a:xfrm>
              <a:off x="10330556" y="5505421"/>
              <a:ext cx="38238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CFA53D66-97B5-4644-A304-25DF8CBF6BE3}"/>
                </a:ext>
              </a:extLst>
            </p:cNvPr>
            <p:cNvSpPr/>
            <p:nvPr/>
          </p:nvSpPr>
          <p:spPr>
            <a:xfrm>
              <a:off x="10600496" y="5548966"/>
              <a:ext cx="149585" cy="149585"/>
            </a:xfrm>
            <a:prstGeom prst="ellipse">
              <a:avLst/>
            </a:prstGeom>
            <a:solidFill>
              <a:srgbClr val="F0E2D4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05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71D8FC16-CDB7-4148-BBE0-6D4576DD1570}"/>
                </a:ext>
              </a:extLst>
            </p:cNvPr>
            <p:cNvSpPr txBox="1"/>
            <p:nvPr/>
          </p:nvSpPr>
          <p:spPr>
            <a:xfrm>
              <a:off x="10340189" y="7131304"/>
              <a:ext cx="3973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C2ECDDC9-813A-45D9-9F0C-73EBCCDDC6A0}"/>
                </a:ext>
              </a:extLst>
            </p:cNvPr>
            <p:cNvSpPr/>
            <p:nvPr/>
          </p:nvSpPr>
          <p:spPr>
            <a:xfrm>
              <a:off x="10610128" y="7169828"/>
              <a:ext cx="149585" cy="149585"/>
            </a:xfrm>
            <a:prstGeom prst="ellipse">
              <a:avLst/>
            </a:prstGeom>
            <a:solidFill>
              <a:srgbClr val="D1EDE9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050"/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C71B4442-3517-48C8-9753-CFF8493E88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29819" y="7577410"/>
              <a:ext cx="434572" cy="281470"/>
            </a:xfrm>
            <a:prstGeom prst="straightConnector1">
              <a:avLst/>
            </a:prstGeom>
            <a:ln w="28575">
              <a:solidFill>
                <a:srgbClr val="5624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805CD049-206C-41A3-9EEE-0E1CFA0CCE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70698" y="7477907"/>
              <a:ext cx="52861" cy="360000"/>
            </a:xfrm>
            <a:prstGeom prst="straightConnector1">
              <a:avLst/>
            </a:prstGeom>
            <a:ln w="28575">
              <a:solidFill>
                <a:srgbClr val="5624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42FBC9AA-0C84-4368-8264-C8ED150EFC23}"/>
                </a:ext>
              </a:extLst>
            </p:cNvPr>
            <p:cNvSpPr txBox="1"/>
            <p:nvPr/>
          </p:nvSpPr>
          <p:spPr>
            <a:xfrm>
              <a:off x="3976076" y="4926347"/>
              <a:ext cx="792000" cy="27699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Gain PU</a:t>
              </a:r>
              <a:endParaRPr lang="zh-CN" alt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B4475906-DAF1-40E3-B264-A538F29D30B8}"/>
                </a:ext>
              </a:extLst>
            </p:cNvPr>
            <p:cNvSpPr txBox="1"/>
            <p:nvPr/>
          </p:nvSpPr>
          <p:spPr>
            <a:xfrm>
              <a:off x="4004578" y="-34484"/>
              <a:ext cx="792000" cy="27699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7D5AA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Lose PU</a:t>
              </a:r>
              <a:endParaRPr lang="zh-CN" altLang="en-US" sz="1200" dirty="0">
                <a:solidFill>
                  <a:srgbClr val="7D5AA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0055413-3B08-4A27-B7F8-B886B4F88FEC}"/>
                </a:ext>
              </a:extLst>
            </p:cNvPr>
            <p:cNvSpPr/>
            <p:nvPr/>
          </p:nvSpPr>
          <p:spPr>
            <a:xfrm>
              <a:off x="8774665" y="5665416"/>
              <a:ext cx="666205" cy="463732"/>
            </a:xfrm>
            <a:custGeom>
              <a:avLst/>
              <a:gdLst>
                <a:gd name="connsiteX0" fmla="*/ 0 w 666205"/>
                <a:gd name="connsiteY0" fmla="*/ 0 h 463732"/>
                <a:gd name="connsiteX1" fmla="*/ 32657 w 666205"/>
                <a:gd name="connsiteY1" fmla="*/ 6532 h 463732"/>
                <a:gd name="connsiteX2" fmla="*/ 52251 w 666205"/>
                <a:gd name="connsiteY2" fmla="*/ 13063 h 463732"/>
                <a:gd name="connsiteX3" fmla="*/ 143691 w 666205"/>
                <a:gd name="connsiteY3" fmla="*/ 26126 h 463732"/>
                <a:gd name="connsiteX4" fmla="*/ 182880 w 666205"/>
                <a:gd name="connsiteY4" fmla="*/ 39189 h 463732"/>
                <a:gd name="connsiteX5" fmla="*/ 241663 w 666205"/>
                <a:gd name="connsiteY5" fmla="*/ 52252 h 463732"/>
                <a:gd name="connsiteX6" fmla="*/ 280851 w 666205"/>
                <a:gd name="connsiteY6" fmla="*/ 65314 h 463732"/>
                <a:gd name="connsiteX7" fmla="*/ 300445 w 666205"/>
                <a:gd name="connsiteY7" fmla="*/ 71846 h 463732"/>
                <a:gd name="connsiteX8" fmla="*/ 339634 w 666205"/>
                <a:gd name="connsiteY8" fmla="*/ 97972 h 463732"/>
                <a:gd name="connsiteX9" fmla="*/ 359228 w 666205"/>
                <a:gd name="connsiteY9" fmla="*/ 111034 h 463732"/>
                <a:gd name="connsiteX10" fmla="*/ 391885 w 666205"/>
                <a:gd name="connsiteY10" fmla="*/ 137160 h 463732"/>
                <a:gd name="connsiteX11" fmla="*/ 404948 w 666205"/>
                <a:gd name="connsiteY11" fmla="*/ 156754 h 463732"/>
                <a:gd name="connsiteX12" fmla="*/ 444137 w 666205"/>
                <a:gd name="connsiteY12" fmla="*/ 182880 h 463732"/>
                <a:gd name="connsiteX13" fmla="*/ 476794 w 666205"/>
                <a:gd name="connsiteY13" fmla="*/ 209006 h 463732"/>
                <a:gd name="connsiteX14" fmla="*/ 496388 w 666205"/>
                <a:gd name="connsiteY14" fmla="*/ 228600 h 463732"/>
                <a:gd name="connsiteX15" fmla="*/ 515983 w 666205"/>
                <a:gd name="connsiteY15" fmla="*/ 241663 h 463732"/>
                <a:gd name="connsiteX16" fmla="*/ 555171 w 666205"/>
                <a:gd name="connsiteY16" fmla="*/ 274320 h 463732"/>
                <a:gd name="connsiteX17" fmla="*/ 607423 w 666205"/>
                <a:gd name="connsiteY17" fmla="*/ 352697 h 463732"/>
                <a:gd name="connsiteX18" fmla="*/ 620485 w 666205"/>
                <a:gd name="connsiteY18" fmla="*/ 372292 h 463732"/>
                <a:gd name="connsiteX19" fmla="*/ 633548 w 666205"/>
                <a:gd name="connsiteY19" fmla="*/ 391886 h 463732"/>
                <a:gd name="connsiteX20" fmla="*/ 653143 w 666205"/>
                <a:gd name="connsiteY20" fmla="*/ 431074 h 463732"/>
                <a:gd name="connsiteX21" fmla="*/ 666205 w 666205"/>
                <a:gd name="connsiteY21" fmla="*/ 463732 h 46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6205" h="463732">
                  <a:moveTo>
                    <a:pt x="0" y="0"/>
                  </a:moveTo>
                  <a:cubicBezTo>
                    <a:pt x="10886" y="2177"/>
                    <a:pt x="21887" y="3839"/>
                    <a:pt x="32657" y="6532"/>
                  </a:cubicBezTo>
                  <a:cubicBezTo>
                    <a:pt x="39336" y="8202"/>
                    <a:pt x="45471" y="11867"/>
                    <a:pt x="52251" y="13063"/>
                  </a:cubicBezTo>
                  <a:cubicBezTo>
                    <a:pt x="82572" y="18414"/>
                    <a:pt x="143691" y="26126"/>
                    <a:pt x="143691" y="26126"/>
                  </a:cubicBezTo>
                  <a:cubicBezTo>
                    <a:pt x="156754" y="30480"/>
                    <a:pt x="169378" y="36489"/>
                    <a:pt x="182880" y="39189"/>
                  </a:cubicBezTo>
                  <a:cubicBezTo>
                    <a:pt x="201538" y="42920"/>
                    <a:pt x="223205" y="46715"/>
                    <a:pt x="241663" y="52252"/>
                  </a:cubicBezTo>
                  <a:cubicBezTo>
                    <a:pt x="254852" y="56209"/>
                    <a:pt x="267788" y="60960"/>
                    <a:pt x="280851" y="65314"/>
                  </a:cubicBezTo>
                  <a:cubicBezTo>
                    <a:pt x="287382" y="67491"/>
                    <a:pt x="294717" y="68027"/>
                    <a:pt x="300445" y="71846"/>
                  </a:cubicBezTo>
                  <a:lnTo>
                    <a:pt x="339634" y="97972"/>
                  </a:lnTo>
                  <a:lnTo>
                    <a:pt x="359228" y="111034"/>
                  </a:lnTo>
                  <a:cubicBezTo>
                    <a:pt x="396664" y="167189"/>
                    <a:pt x="346818" y="101107"/>
                    <a:pt x="391885" y="137160"/>
                  </a:cubicBezTo>
                  <a:cubicBezTo>
                    <a:pt x="398015" y="142064"/>
                    <a:pt x="399040" y="151585"/>
                    <a:pt x="404948" y="156754"/>
                  </a:cubicBezTo>
                  <a:cubicBezTo>
                    <a:pt x="416763" y="167092"/>
                    <a:pt x="444137" y="182880"/>
                    <a:pt x="444137" y="182880"/>
                  </a:cubicBezTo>
                  <a:cubicBezTo>
                    <a:pt x="473352" y="226701"/>
                    <a:pt x="438937" y="183767"/>
                    <a:pt x="476794" y="209006"/>
                  </a:cubicBezTo>
                  <a:cubicBezTo>
                    <a:pt x="484479" y="214130"/>
                    <a:pt x="489292" y="222687"/>
                    <a:pt x="496388" y="228600"/>
                  </a:cubicBezTo>
                  <a:cubicBezTo>
                    <a:pt x="502419" y="233625"/>
                    <a:pt x="509952" y="236638"/>
                    <a:pt x="515983" y="241663"/>
                  </a:cubicBezTo>
                  <a:cubicBezTo>
                    <a:pt x="566279" y="283575"/>
                    <a:pt x="506517" y="241883"/>
                    <a:pt x="555171" y="274320"/>
                  </a:cubicBezTo>
                  <a:lnTo>
                    <a:pt x="607423" y="352697"/>
                  </a:lnTo>
                  <a:lnTo>
                    <a:pt x="620485" y="372292"/>
                  </a:lnTo>
                  <a:cubicBezTo>
                    <a:pt x="624839" y="378823"/>
                    <a:pt x="631065" y="384439"/>
                    <a:pt x="633548" y="391886"/>
                  </a:cubicBezTo>
                  <a:cubicBezTo>
                    <a:pt x="642563" y="418927"/>
                    <a:pt x="636261" y="405752"/>
                    <a:pt x="653143" y="431074"/>
                  </a:cubicBezTo>
                  <a:cubicBezTo>
                    <a:pt x="661213" y="455287"/>
                    <a:pt x="656595" y="444511"/>
                    <a:pt x="666205" y="463732"/>
                  </a:cubicBezTo>
                </a:path>
              </a:pathLst>
            </a:custGeom>
            <a:noFill/>
            <a:ln w="28575">
              <a:solidFill>
                <a:srgbClr val="562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703BC497-80C4-45B0-AD2D-B23012F790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8515" y="7846207"/>
              <a:ext cx="721137" cy="81087"/>
            </a:xfrm>
            <a:prstGeom prst="straightConnector1">
              <a:avLst/>
            </a:prstGeom>
            <a:ln w="28575">
              <a:solidFill>
                <a:srgbClr val="5624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5C57D44F-3352-4D8D-B288-4698E46B5DAD}"/>
                </a:ext>
              </a:extLst>
            </p:cNvPr>
            <p:cNvSpPr txBox="1"/>
            <p:nvPr/>
          </p:nvSpPr>
          <p:spPr>
            <a:xfrm>
              <a:off x="5947760" y="737738"/>
              <a:ext cx="911624" cy="2616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1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6299BE61-9BA3-4B2A-8BE7-A229637FC970}"/>
                </a:ext>
              </a:extLst>
            </p:cNvPr>
            <p:cNvSpPr txBox="1"/>
            <p:nvPr/>
          </p:nvSpPr>
          <p:spPr>
            <a:xfrm>
              <a:off x="5950523" y="2305161"/>
              <a:ext cx="911624" cy="2616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2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2E1FE617-C5F5-4411-B21B-CBE6851DB7D5}"/>
                </a:ext>
              </a:extLst>
            </p:cNvPr>
            <p:cNvSpPr txBox="1"/>
            <p:nvPr/>
          </p:nvSpPr>
          <p:spPr>
            <a:xfrm>
              <a:off x="5942659" y="3816583"/>
              <a:ext cx="911624" cy="2616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3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B01C896A-2B59-446A-A013-D02E3B1B7F47}"/>
                </a:ext>
              </a:extLst>
            </p:cNvPr>
            <p:cNvSpPr txBox="1"/>
            <p:nvPr/>
          </p:nvSpPr>
          <p:spPr>
            <a:xfrm>
              <a:off x="5957665" y="5585675"/>
              <a:ext cx="911624" cy="2616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4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070047D2-F352-4993-B81C-C35DFBC4B355}"/>
                </a:ext>
              </a:extLst>
            </p:cNvPr>
            <p:cNvSpPr txBox="1"/>
            <p:nvPr/>
          </p:nvSpPr>
          <p:spPr>
            <a:xfrm>
              <a:off x="5967021" y="7257942"/>
              <a:ext cx="911624" cy="2616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Pathway 5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1C04029-8E29-4857-B4F0-DCA924E016B5}"/>
              </a:ext>
            </a:extLst>
          </p:cNvPr>
          <p:cNvSpPr/>
          <p:nvPr/>
        </p:nvSpPr>
        <p:spPr>
          <a:xfrm>
            <a:off x="4606506" y="-1414732"/>
            <a:ext cx="1713781" cy="287552"/>
          </a:xfrm>
          <a:custGeom>
            <a:avLst/>
            <a:gdLst>
              <a:gd name="connsiteX0" fmla="*/ 1713781 w 1713781"/>
              <a:gd name="connsiteY0" fmla="*/ 161026 h 287552"/>
              <a:gd name="connsiteX1" fmla="*/ 1685026 w 1713781"/>
              <a:gd name="connsiteY1" fmla="*/ 155275 h 287552"/>
              <a:gd name="connsiteX2" fmla="*/ 1650520 w 1713781"/>
              <a:gd name="connsiteY2" fmla="*/ 143774 h 287552"/>
              <a:gd name="connsiteX3" fmla="*/ 1633268 w 1713781"/>
              <a:gd name="connsiteY3" fmla="*/ 132272 h 287552"/>
              <a:gd name="connsiteX4" fmla="*/ 1610264 w 1713781"/>
              <a:gd name="connsiteY4" fmla="*/ 126521 h 287552"/>
              <a:gd name="connsiteX5" fmla="*/ 1593011 w 1713781"/>
              <a:gd name="connsiteY5" fmla="*/ 120770 h 287552"/>
              <a:gd name="connsiteX6" fmla="*/ 1570007 w 1713781"/>
              <a:gd name="connsiteY6" fmla="*/ 109268 h 287552"/>
              <a:gd name="connsiteX7" fmla="*/ 1541252 w 1713781"/>
              <a:gd name="connsiteY7" fmla="*/ 97766 h 287552"/>
              <a:gd name="connsiteX8" fmla="*/ 1524000 w 1713781"/>
              <a:gd name="connsiteY8" fmla="*/ 92015 h 287552"/>
              <a:gd name="connsiteX9" fmla="*/ 1506747 w 1713781"/>
              <a:gd name="connsiteY9" fmla="*/ 80513 h 287552"/>
              <a:gd name="connsiteX10" fmla="*/ 1472241 w 1713781"/>
              <a:gd name="connsiteY10" fmla="*/ 69011 h 287552"/>
              <a:gd name="connsiteX11" fmla="*/ 1454988 w 1713781"/>
              <a:gd name="connsiteY11" fmla="*/ 57509 h 287552"/>
              <a:gd name="connsiteX12" fmla="*/ 1437736 w 1713781"/>
              <a:gd name="connsiteY12" fmla="*/ 51758 h 287552"/>
              <a:gd name="connsiteX13" fmla="*/ 1391728 w 1713781"/>
              <a:gd name="connsiteY13" fmla="*/ 40257 h 287552"/>
              <a:gd name="connsiteX14" fmla="*/ 1368724 w 1713781"/>
              <a:gd name="connsiteY14" fmla="*/ 34506 h 287552"/>
              <a:gd name="connsiteX15" fmla="*/ 1316966 w 1713781"/>
              <a:gd name="connsiteY15" fmla="*/ 17253 h 287552"/>
              <a:gd name="connsiteX16" fmla="*/ 1299713 w 1713781"/>
              <a:gd name="connsiteY16" fmla="*/ 11502 h 287552"/>
              <a:gd name="connsiteX17" fmla="*/ 1282460 w 1713781"/>
              <a:gd name="connsiteY17" fmla="*/ 5751 h 287552"/>
              <a:gd name="connsiteX18" fmla="*/ 1236452 w 1713781"/>
              <a:gd name="connsiteY18" fmla="*/ 0 h 287552"/>
              <a:gd name="connsiteX19" fmla="*/ 799381 w 1713781"/>
              <a:gd name="connsiteY19" fmla="*/ 5751 h 287552"/>
              <a:gd name="connsiteX20" fmla="*/ 741871 w 1713781"/>
              <a:gd name="connsiteY20" fmla="*/ 17253 h 287552"/>
              <a:gd name="connsiteX21" fmla="*/ 690113 w 1713781"/>
              <a:gd name="connsiteY21" fmla="*/ 28755 h 287552"/>
              <a:gd name="connsiteX22" fmla="*/ 672860 w 1713781"/>
              <a:gd name="connsiteY22" fmla="*/ 34506 h 287552"/>
              <a:gd name="connsiteX23" fmla="*/ 626852 w 1713781"/>
              <a:gd name="connsiteY23" fmla="*/ 40257 h 287552"/>
              <a:gd name="connsiteX24" fmla="*/ 563592 w 1713781"/>
              <a:gd name="connsiteY24" fmla="*/ 63260 h 287552"/>
              <a:gd name="connsiteX25" fmla="*/ 511834 w 1713781"/>
              <a:gd name="connsiteY25" fmla="*/ 80513 h 287552"/>
              <a:gd name="connsiteX26" fmla="*/ 477328 w 1713781"/>
              <a:gd name="connsiteY26" fmla="*/ 92015 h 287552"/>
              <a:gd name="connsiteX27" fmla="*/ 437071 w 1713781"/>
              <a:gd name="connsiteY27" fmla="*/ 109268 h 287552"/>
              <a:gd name="connsiteX28" fmla="*/ 368060 w 1713781"/>
              <a:gd name="connsiteY28" fmla="*/ 132272 h 287552"/>
              <a:gd name="connsiteX29" fmla="*/ 310551 w 1713781"/>
              <a:gd name="connsiteY29" fmla="*/ 149524 h 287552"/>
              <a:gd name="connsiteX30" fmla="*/ 258792 w 1713781"/>
              <a:gd name="connsiteY30" fmla="*/ 172528 h 287552"/>
              <a:gd name="connsiteX31" fmla="*/ 218536 w 1713781"/>
              <a:gd name="connsiteY31" fmla="*/ 189781 h 287552"/>
              <a:gd name="connsiteX32" fmla="*/ 195532 w 1713781"/>
              <a:gd name="connsiteY32" fmla="*/ 201283 h 287552"/>
              <a:gd name="connsiteX33" fmla="*/ 178279 w 1713781"/>
              <a:gd name="connsiteY33" fmla="*/ 212785 h 287552"/>
              <a:gd name="connsiteX34" fmla="*/ 143773 w 1713781"/>
              <a:gd name="connsiteY34" fmla="*/ 224287 h 287552"/>
              <a:gd name="connsiteX35" fmla="*/ 109268 w 1713781"/>
              <a:gd name="connsiteY35" fmla="*/ 241540 h 287552"/>
              <a:gd name="connsiteX36" fmla="*/ 92015 w 1713781"/>
              <a:gd name="connsiteY36" fmla="*/ 253041 h 287552"/>
              <a:gd name="connsiteX37" fmla="*/ 57509 w 1713781"/>
              <a:gd name="connsiteY37" fmla="*/ 264543 h 287552"/>
              <a:gd name="connsiteX38" fmla="*/ 40256 w 1713781"/>
              <a:gd name="connsiteY38" fmla="*/ 276045 h 287552"/>
              <a:gd name="connsiteX39" fmla="*/ 0 w 1713781"/>
              <a:gd name="connsiteY39" fmla="*/ 287547 h 28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713781" h="287552">
                <a:moveTo>
                  <a:pt x="1713781" y="161026"/>
                </a:moveTo>
                <a:cubicBezTo>
                  <a:pt x="1704196" y="159109"/>
                  <a:pt x="1694456" y="157847"/>
                  <a:pt x="1685026" y="155275"/>
                </a:cubicBezTo>
                <a:cubicBezTo>
                  <a:pt x="1673329" y="152085"/>
                  <a:pt x="1650520" y="143774"/>
                  <a:pt x="1650520" y="143774"/>
                </a:cubicBezTo>
                <a:cubicBezTo>
                  <a:pt x="1644769" y="139940"/>
                  <a:pt x="1639621" y="134995"/>
                  <a:pt x="1633268" y="132272"/>
                </a:cubicBezTo>
                <a:cubicBezTo>
                  <a:pt x="1626003" y="129158"/>
                  <a:pt x="1617864" y="128692"/>
                  <a:pt x="1610264" y="126521"/>
                </a:cubicBezTo>
                <a:cubicBezTo>
                  <a:pt x="1604435" y="124856"/>
                  <a:pt x="1598583" y="123158"/>
                  <a:pt x="1593011" y="120770"/>
                </a:cubicBezTo>
                <a:cubicBezTo>
                  <a:pt x="1585131" y="117393"/>
                  <a:pt x="1577841" y="112750"/>
                  <a:pt x="1570007" y="109268"/>
                </a:cubicBezTo>
                <a:cubicBezTo>
                  <a:pt x="1560573" y="105075"/>
                  <a:pt x="1550918" y="101391"/>
                  <a:pt x="1541252" y="97766"/>
                </a:cubicBezTo>
                <a:cubicBezTo>
                  <a:pt x="1535576" y="95638"/>
                  <a:pt x="1529422" y="94726"/>
                  <a:pt x="1524000" y="92015"/>
                </a:cubicBezTo>
                <a:cubicBezTo>
                  <a:pt x="1517818" y="88924"/>
                  <a:pt x="1513063" y="83320"/>
                  <a:pt x="1506747" y="80513"/>
                </a:cubicBezTo>
                <a:cubicBezTo>
                  <a:pt x="1495668" y="75589"/>
                  <a:pt x="1482329" y="75736"/>
                  <a:pt x="1472241" y="69011"/>
                </a:cubicBezTo>
                <a:cubicBezTo>
                  <a:pt x="1466490" y="65177"/>
                  <a:pt x="1461170" y="60600"/>
                  <a:pt x="1454988" y="57509"/>
                </a:cubicBezTo>
                <a:cubicBezTo>
                  <a:pt x="1449566" y="54798"/>
                  <a:pt x="1443584" y="53353"/>
                  <a:pt x="1437736" y="51758"/>
                </a:cubicBezTo>
                <a:cubicBezTo>
                  <a:pt x="1422485" y="47599"/>
                  <a:pt x="1407064" y="44091"/>
                  <a:pt x="1391728" y="40257"/>
                </a:cubicBezTo>
                <a:cubicBezTo>
                  <a:pt x="1384060" y="38340"/>
                  <a:pt x="1376222" y="37006"/>
                  <a:pt x="1368724" y="34506"/>
                </a:cubicBezTo>
                <a:lnTo>
                  <a:pt x="1316966" y="17253"/>
                </a:lnTo>
                <a:lnTo>
                  <a:pt x="1299713" y="11502"/>
                </a:lnTo>
                <a:cubicBezTo>
                  <a:pt x="1293962" y="9585"/>
                  <a:pt x="1288475" y="6503"/>
                  <a:pt x="1282460" y="5751"/>
                </a:cubicBezTo>
                <a:lnTo>
                  <a:pt x="1236452" y="0"/>
                </a:lnTo>
                <a:cubicBezTo>
                  <a:pt x="1090762" y="1917"/>
                  <a:pt x="944995" y="671"/>
                  <a:pt x="799381" y="5751"/>
                </a:cubicBezTo>
                <a:cubicBezTo>
                  <a:pt x="779843" y="6433"/>
                  <a:pt x="761041" y="13419"/>
                  <a:pt x="741871" y="17253"/>
                </a:cubicBezTo>
                <a:cubicBezTo>
                  <a:pt x="722108" y="21206"/>
                  <a:pt x="709062" y="23341"/>
                  <a:pt x="690113" y="28755"/>
                </a:cubicBezTo>
                <a:cubicBezTo>
                  <a:pt x="684284" y="30420"/>
                  <a:pt x="678824" y="33422"/>
                  <a:pt x="672860" y="34506"/>
                </a:cubicBezTo>
                <a:cubicBezTo>
                  <a:pt x="657654" y="37271"/>
                  <a:pt x="642188" y="38340"/>
                  <a:pt x="626852" y="40257"/>
                </a:cubicBezTo>
                <a:cubicBezTo>
                  <a:pt x="590685" y="64368"/>
                  <a:pt x="629484" y="41296"/>
                  <a:pt x="563592" y="63260"/>
                </a:cubicBezTo>
                <a:lnTo>
                  <a:pt x="511834" y="80513"/>
                </a:lnTo>
                <a:cubicBezTo>
                  <a:pt x="500332" y="84347"/>
                  <a:pt x="488472" y="87239"/>
                  <a:pt x="477328" y="92015"/>
                </a:cubicBezTo>
                <a:cubicBezTo>
                  <a:pt x="463909" y="97766"/>
                  <a:pt x="450770" y="104221"/>
                  <a:pt x="437071" y="109268"/>
                </a:cubicBezTo>
                <a:cubicBezTo>
                  <a:pt x="414318" y="117651"/>
                  <a:pt x="390574" y="123267"/>
                  <a:pt x="368060" y="132272"/>
                </a:cubicBezTo>
                <a:cubicBezTo>
                  <a:pt x="330230" y="147404"/>
                  <a:pt x="349428" y="141750"/>
                  <a:pt x="310551" y="149524"/>
                </a:cubicBezTo>
                <a:cubicBezTo>
                  <a:pt x="259800" y="183358"/>
                  <a:pt x="340918" y="131465"/>
                  <a:pt x="258792" y="172528"/>
                </a:cubicBezTo>
                <a:cubicBezTo>
                  <a:pt x="182494" y="210677"/>
                  <a:pt x="277770" y="164394"/>
                  <a:pt x="218536" y="189781"/>
                </a:cubicBezTo>
                <a:cubicBezTo>
                  <a:pt x="210656" y="193158"/>
                  <a:pt x="202976" y="197030"/>
                  <a:pt x="195532" y="201283"/>
                </a:cubicBezTo>
                <a:cubicBezTo>
                  <a:pt x="189531" y="204712"/>
                  <a:pt x="184595" y="209978"/>
                  <a:pt x="178279" y="212785"/>
                </a:cubicBezTo>
                <a:cubicBezTo>
                  <a:pt x="167200" y="217709"/>
                  <a:pt x="153861" y="217562"/>
                  <a:pt x="143773" y="224287"/>
                </a:cubicBezTo>
                <a:cubicBezTo>
                  <a:pt x="94336" y="257245"/>
                  <a:pt x="156879" y="217735"/>
                  <a:pt x="109268" y="241540"/>
                </a:cubicBezTo>
                <a:cubicBezTo>
                  <a:pt x="103086" y="244631"/>
                  <a:pt x="98331" y="250234"/>
                  <a:pt x="92015" y="253041"/>
                </a:cubicBezTo>
                <a:cubicBezTo>
                  <a:pt x="80936" y="257965"/>
                  <a:pt x="67597" y="257818"/>
                  <a:pt x="57509" y="264543"/>
                </a:cubicBezTo>
                <a:cubicBezTo>
                  <a:pt x="51758" y="268377"/>
                  <a:pt x="46572" y="273238"/>
                  <a:pt x="40256" y="276045"/>
                </a:cubicBezTo>
                <a:cubicBezTo>
                  <a:pt x="13013" y="288153"/>
                  <a:pt x="16439" y="287547"/>
                  <a:pt x="0" y="287547"/>
                </a:cubicBezTo>
              </a:path>
            </a:pathLst>
          </a:custGeom>
          <a:noFill/>
          <a:ln>
            <a:solidFill>
              <a:srgbClr val="BA54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64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37251</TotalTime>
  <Words>1969</Words>
  <Application>Microsoft Office PowerPoint</Application>
  <PresentationFormat>宽屏</PresentationFormat>
  <Paragraphs>492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 yao</dc:creator>
  <cp:lastModifiedBy>qi yao</cp:lastModifiedBy>
  <cp:revision>483</cp:revision>
  <dcterms:created xsi:type="dcterms:W3CDTF">2025-08-01T14:35:02Z</dcterms:created>
  <dcterms:modified xsi:type="dcterms:W3CDTF">2026-05-27T07:35:46Z</dcterms:modified>
</cp:coreProperties>
</file>